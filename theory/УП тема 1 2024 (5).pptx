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58"/>
  </p:notesMasterIdLst>
  <p:sldIdLst>
    <p:sldId id="256" r:id="rId2"/>
    <p:sldId id="339" r:id="rId3"/>
    <p:sldId id="351" r:id="rId4"/>
    <p:sldId id="315" r:id="rId5"/>
    <p:sldId id="649" r:id="rId6"/>
    <p:sldId id="650" r:id="rId7"/>
    <p:sldId id="313" r:id="rId8"/>
    <p:sldId id="321" r:id="rId9"/>
    <p:sldId id="646" r:id="rId10"/>
    <p:sldId id="647" r:id="rId11"/>
    <p:sldId id="648" r:id="rId12"/>
    <p:sldId id="354" r:id="rId13"/>
    <p:sldId id="362" r:id="rId14"/>
    <p:sldId id="349" r:id="rId15"/>
    <p:sldId id="340" r:id="rId16"/>
    <p:sldId id="331" r:id="rId17"/>
    <p:sldId id="341" r:id="rId18"/>
    <p:sldId id="342" r:id="rId19"/>
    <p:sldId id="343" r:id="rId20"/>
    <p:sldId id="345" r:id="rId21"/>
    <p:sldId id="344" r:id="rId22"/>
    <p:sldId id="361" r:id="rId23"/>
    <p:sldId id="320" r:id="rId24"/>
    <p:sldId id="264" r:id="rId25"/>
    <p:sldId id="265" r:id="rId26"/>
    <p:sldId id="363" r:id="rId27"/>
    <p:sldId id="266" r:id="rId28"/>
    <p:sldId id="267" r:id="rId29"/>
    <p:sldId id="314" r:id="rId30"/>
    <p:sldId id="356" r:id="rId31"/>
    <p:sldId id="357" r:id="rId32"/>
    <p:sldId id="358" r:id="rId33"/>
    <p:sldId id="273" r:id="rId34"/>
    <p:sldId id="323" r:id="rId35"/>
    <p:sldId id="359" r:id="rId36"/>
    <p:sldId id="651" r:id="rId37"/>
    <p:sldId id="325" r:id="rId38"/>
    <p:sldId id="360" r:id="rId39"/>
    <p:sldId id="326" r:id="rId40"/>
    <p:sldId id="327" r:id="rId41"/>
    <p:sldId id="346" r:id="rId42"/>
    <p:sldId id="653" r:id="rId43"/>
    <p:sldId id="400" r:id="rId44"/>
    <p:sldId id="403" r:id="rId45"/>
    <p:sldId id="655" r:id="rId46"/>
    <p:sldId id="401" r:id="rId47"/>
    <p:sldId id="404" r:id="rId48"/>
    <p:sldId id="405" r:id="rId49"/>
    <p:sldId id="402" r:id="rId50"/>
    <p:sldId id="406" r:id="rId51"/>
    <p:sldId id="306" r:id="rId52"/>
    <p:sldId id="307" r:id="rId53"/>
    <p:sldId id="308" r:id="rId54"/>
    <p:sldId id="309" r:id="rId55"/>
    <p:sldId id="310" r:id="rId56"/>
    <p:sldId id="311" r:id="rId5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4_4">
  <dgm:title val=""/>
  <dgm:desc val=""/>
  <dgm:catLst>
    <dgm:cat type="accent4" pri="11400"/>
  </dgm:catLst>
  <dgm:styleLbl name="node0">
    <dgm:fillClrLst meth="cycle">
      <a:schemeClr val="accent4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4">
        <a:shade val="50000"/>
      </a:schemeClr>
      <a:schemeClr val="accent4">
        <a:tint val="55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4">
        <a:shade val="80000"/>
        <a:alpha val="50000"/>
      </a:schemeClr>
      <a:schemeClr val="accent4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55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4_4">
  <dgm:title val=""/>
  <dgm:desc val=""/>
  <dgm:catLst>
    <dgm:cat type="accent4" pri="11400"/>
  </dgm:catLst>
  <dgm:styleLbl name="node0">
    <dgm:fillClrLst meth="cycle">
      <a:schemeClr val="accent4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4">
        <a:shade val="50000"/>
      </a:schemeClr>
      <a:schemeClr val="accent4">
        <a:tint val="55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4">
        <a:shade val="80000"/>
        <a:alpha val="50000"/>
      </a:schemeClr>
      <a:schemeClr val="accent4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55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4_4">
  <dgm:title val=""/>
  <dgm:desc val=""/>
  <dgm:catLst>
    <dgm:cat type="accent4" pri="11400"/>
  </dgm:catLst>
  <dgm:styleLbl name="node0">
    <dgm:fillClrLst meth="cycle">
      <a:schemeClr val="accent4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4">
        <a:shade val="50000"/>
      </a:schemeClr>
      <a:schemeClr val="accent4">
        <a:tint val="55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4">
        <a:shade val="80000"/>
        <a:alpha val="50000"/>
      </a:schemeClr>
      <a:schemeClr val="accent4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55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B0AF65-F154-4DCB-90FF-BCB586E50566}" type="doc">
      <dgm:prSet loTypeId="urn:microsoft.com/office/officeart/2005/8/layout/list1" loCatId="list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ru-BY"/>
        </a:p>
      </dgm:t>
    </dgm:pt>
    <dgm:pt modelId="{777D5312-0211-44E7-9B5E-46BA558613B6}">
      <dgm:prSet phldrT="[Текст]" custT="1"/>
      <dgm:spPr/>
      <dgm:t>
        <a:bodyPr/>
        <a:lstStyle/>
        <a:p>
          <a:r>
            <a:rPr lang="ru-RU" sz="1600" b="1" dirty="0">
              <a:solidFill>
                <a:schemeClr val="tx1"/>
              </a:solidFill>
            </a:rPr>
            <a:t>Проект направлен на достижение конкретных целей</a:t>
          </a:r>
          <a:endParaRPr lang="ru-BY" sz="1600" b="1" dirty="0">
            <a:solidFill>
              <a:schemeClr val="tx1"/>
            </a:solidFill>
          </a:endParaRPr>
        </a:p>
      </dgm:t>
    </dgm:pt>
    <dgm:pt modelId="{8794CFC3-45F7-45B4-8DEE-44073AFEF53B}" type="parTrans" cxnId="{1EB375FE-1564-41A7-B396-0A5FB780AB90}">
      <dgm:prSet/>
      <dgm:spPr/>
      <dgm:t>
        <a:bodyPr/>
        <a:lstStyle/>
        <a:p>
          <a:endParaRPr lang="ru-BY"/>
        </a:p>
      </dgm:t>
    </dgm:pt>
    <dgm:pt modelId="{26BE0B12-6E24-48CF-BDBE-2D604149328C}" type="sibTrans" cxnId="{1EB375FE-1564-41A7-B396-0A5FB780AB90}">
      <dgm:prSet/>
      <dgm:spPr/>
      <dgm:t>
        <a:bodyPr/>
        <a:lstStyle/>
        <a:p>
          <a:endParaRPr lang="ru-BY"/>
        </a:p>
      </dgm:t>
    </dgm:pt>
    <dgm:pt modelId="{24D6ECA2-9721-4688-9819-1E2E5C11DC68}">
      <dgm:prSet phldrT="[Текст]" custT="1"/>
      <dgm:spPr/>
      <dgm:t>
        <a:bodyPr/>
        <a:lstStyle/>
        <a:p>
          <a:r>
            <a:rPr lang="ru-RU" sz="1600" b="1" dirty="0">
              <a:solidFill>
                <a:schemeClr val="tx1"/>
              </a:solidFill>
            </a:rPr>
            <a:t>Проект имеет ограниченную деятельность с определенным началом и концом</a:t>
          </a:r>
          <a:endParaRPr lang="ru-BY" sz="1600" b="1" dirty="0">
            <a:solidFill>
              <a:schemeClr val="tx1"/>
            </a:solidFill>
          </a:endParaRPr>
        </a:p>
      </dgm:t>
    </dgm:pt>
    <dgm:pt modelId="{62538223-288F-4336-837B-160F33AC88AA}" type="parTrans" cxnId="{35039901-D54B-4C1C-8E51-C895EA42CBE8}">
      <dgm:prSet/>
      <dgm:spPr/>
      <dgm:t>
        <a:bodyPr/>
        <a:lstStyle/>
        <a:p>
          <a:endParaRPr lang="ru-BY"/>
        </a:p>
      </dgm:t>
    </dgm:pt>
    <dgm:pt modelId="{B2B79555-069A-4B83-9E79-D4837C25FE30}" type="sibTrans" cxnId="{35039901-D54B-4C1C-8E51-C895EA42CBE8}">
      <dgm:prSet/>
      <dgm:spPr/>
      <dgm:t>
        <a:bodyPr/>
        <a:lstStyle/>
        <a:p>
          <a:endParaRPr lang="ru-BY"/>
        </a:p>
      </dgm:t>
    </dgm:pt>
    <dgm:pt modelId="{17793305-3DE3-444A-87BD-869ED8715B9A}">
      <dgm:prSet phldrT="[Текст]" custT="1"/>
      <dgm:spPr/>
      <dgm:t>
        <a:bodyPr/>
        <a:lstStyle/>
        <a:p>
          <a:r>
            <a:rPr lang="ru-RU" sz="1600" b="1" dirty="0">
              <a:solidFill>
                <a:schemeClr val="tx1"/>
              </a:solidFill>
            </a:rPr>
            <a:t>Проект в определенной степени неповторим и уникален</a:t>
          </a:r>
          <a:endParaRPr lang="ru-BY" sz="1600" b="1" dirty="0">
            <a:solidFill>
              <a:schemeClr val="tx1"/>
            </a:solidFill>
          </a:endParaRPr>
        </a:p>
      </dgm:t>
    </dgm:pt>
    <dgm:pt modelId="{F7AD958B-35DC-4290-AA57-DDFEEF03880A}" type="parTrans" cxnId="{AE94A66C-10DF-4C37-8F12-1835976139AA}">
      <dgm:prSet/>
      <dgm:spPr/>
      <dgm:t>
        <a:bodyPr/>
        <a:lstStyle/>
        <a:p>
          <a:endParaRPr lang="ru-BY"/>
        </a:p>
      </dgm:t>
    </dgm:pt>
    <dgm:pt modelId="{CD2A6408-05E5-4F0B-85D0-73FBBDECE4A1}" type="sibTrans" cxnId="{AE94A66C-10DF-4C37-8F12-1835976139AA}">
      <dgm:prSet/>
      <dgm:spPr/>
      <dgm:t>
        <a:bodyPr/>
        <a:lstStyle/>
        <a:p>
          <a:endParaRPr lang="ru-BY"/>
        </a:p>
      </dgm:t>
    </dgm:pt>
    <dgm:pt modelId="{DC5ED790-B9ED-4ABB-B440-CA660768D711}" type="pres">
      <dgm:prSet presAssocID="{6EB0AF65-F154-4DCB-90FF-BCB586E50566}" presName="linear" presStyleCnt="0">
        <dgm:presLayoutVars>
          <dgm:dir/>
          <dgm:animLvl val="lvl"/>
          <dgm:resizeHandles val="exact"/>
        </dgm:presLayoutVars>
      </dgm:prSet>
      <dgm:spPr/>
    </dgm:pt>
    <dgm:pt modelId="{4772A64A-B933-4F50-AEC8-8E29C9F27CBE}" type="pres">
      <dgm:prSet presAssocID="{777D5312-0211-44E7-9B5E-46BA558613B6}" presName="parentLin" presStyleCnt="0"/>
      <dgm:spPr/>
    </dgm:pt>
    <dgm:pt modelId="{5D903925-642E-4CC1-B9E9-A6E6C5B88774}" type="pres">
      <dgm:prSet presAssocID="{777D5312-0211-44E7-9B5E-46BA558613B6}" presName="parentLeftMargin" presStyleLbl="node1" presStyleIdx="0" presStyleCnt="3"/>
      <dgm:spPr/>
    </dgm:pt>
    <dgm:pt modelId="{B0D669A1-73B7-466C-9198-DEE0DAB3D8FD}" type="pres">
      <dgm:prSet presAssocID="{777D5312-0211-44E7-9B5E-46BA558613B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1D3DE18-5820-4971-A033-4FDF901FB989}" type="pres">
      <dgm:prSet presAssocID="{777D5312-0211-44E7-9B5E-46BA558613B6}" presName="negativeSpace" presStyleCnt="0"/>
      <dgm:spPr/>
    </dgm:pt>
    <dgm:pt modelId="{93643429-0898-4B47-B6DE-AC8FB42FCE56}" type="pres">
      <dgm:prSet presAssocID="{777D5312-0211-44E7-9B5E-46BA558613B6}" presName="childText" presStyleLbl="conFgAcc1" presStyleIdx="0" presStyleCnt="3">
        <dgm:presLayoutVars>
          <dgm:bulletEnabled val="1"/>
        </dgm:presLayoutVars>
      </dgm:prSet>
      <dgm:spPr/>
    </dgm:pt>
    <dgm:pt modelId="{3A4E89C0-BA1E-4443-8887-0190816B3716}" type="pres">
      <dgm:prSet presAssocID="{26BE0B12-6E24-48CF-BDBE-2D604149328C}" presName="spaceBetweenRectangles" presStyleCnt="0"/>
      <dgm:spPr/>
    </dgm:pt>
    <dgm:pt modelId="{412B9128-C8D6-43F3-8932-F7D4660AD6B5}" type="pres">
      <dgm:prSet presAssocID="{24D6ECA2-9721-4688-9819-1E2E5C11DC68}" presName="parentLin" presStyleCnt="0"/>
      <dgm:spPr/>
    </dgm:pt>
    <dgm:pt modelId="{B49D1AF0-0C10-40CA-9207-42A37E9A324A}" type="pres">
      <dgm:prSet presAssocID="{24D6ECA2-9721-4688-9819-1E2E5C11DC68}" presName="parentLeftMargin" presStyleLbl="node1" presStyleIdx="0" presStyleCnt="3"/>
      <dgm:spPr/>
    </dgm:pt>
    <dgm:pt modelId="{5808E5F1-3A13-441A-995F-24AEC214D04C}" type="pres">
      <dgm:prSet presAssocID="{24D6ECA2-9721-4688-9819-1E2E5C11DC6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3A81467-9CEA-4A8E-8C68-3145986CAB37}" type="pres">
      <dgm:prSet presAssocID="{24D6ECA2-9721-4688-9819-1E2E5C11DC68}" presName="negativeSpace" presStyleCnt="0"/>
      <dgm:spPr/>
    </dgm:pt>
    <dgm:pt modelId="{9FE4376A-A307-4F59-BBC1-71A890FA94C6}" type="pres">
      <dgm:prSet presAssocID="{24D6ECA2-9721-4688-9819-1E2E5C11DC68}" presName="childText" presStyleLbl="conFgAcc1" presStyleIdx="1" presStyleCnt="3">
        <dgm:presLayoutVars>
          <dgm:bulletEnabled val="1"/>
        </dgm:presLayoutVars>
      </dgm:prSet>
      <dgm:spPr/>
    </dgm:pt>
    <dgm:pt modelId="{3D26B44A-3845-4D33-895B-B34943B77F62}" type="pres">
      <dgm:prSet presAssocID="{B2B79555-069A-4B83-9E79-D4837C25FE30}" presName="spaceBetweenRectangles" presStyleCnt="0"/>
      <dgm:spPr/>
    </dgm:pt>
    <dgm:pt modelId="{17816E57-9945-46EA-AFED-A79D67F90BAF}" type="pres">
      <dgm:prSet presAssocID="{17793305-3DE3-444A-87BD-869ED8715B9A}" presName="parentLin" presStyleCnt="0"/>
      <dgm:spPr/>
    </dgm:pt>
    <dgm:pt modelId="{CDF43E91-5BDD-4508-8309-D056ABF6E89B}" type="pres">
      <dgm:prSet presAssocID="{17793305-3DE3-444A-87BD-869ED8715B9A}" presName="parentLeftMargin" presStyleLbl="node1" presStyleIdx="1" presStyleCnt="3"/>
      <dgm:spPr/>
    </dgm:pt>
    <dgm:pt modelId="{510D26A1-0764-4D66-A0DA-542DCB8D7828}" type="pres">
      <dgm:prSet presAssocID="{17793305-3DE3-444A-87BD-869ED8715B9A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AD727DD-4EA9-4C36-91A1-1DAB30EE8DE5}" type="pres">
      <dgm:prSet presAssocID="{17793305-3DE3-444A-87BD-869ED8715B9A}" presName="negativeSpace" presStyleCnt="0"/>
      <dgm:spPr/>
    </dgm:pt>
    <dgm:pt modelId="{DFA969DB-6D15-4D95-B44E-9D4AD2B23290}" type="pres">
      <dgm:prSet presAssocID="{17793305-3DE3-444A-87BD-869ED8715B9A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35039901-D54B-4C1C-8E51-C895EA42CBE8}" srcId="{6EB0AF65-F154-4DCB-90FF-BCB586E50566}" destId="{24D6ECA2-9721-4688-9819-1E2E5C11DC68}" srcOrd="1" destOrd="0" parTransId="{62538223-288F-4336-837B-160F33AC88AA}" sibTransId="{B2B79555-069A-4B83-9E79-D4837C25FE30}"/>
    <dgm:cxn modelId="{2C3B320E-766B-47AC-B454-4D672FF225A6}" type="presOf" srcId="{6EB0AF65-F154-4DCB-90FF-BCB586E50566}" destId="{DC5ED790-B9ED-4ABB-B440-CA660768D711}" srcOrd="0" destOrd="0" presId="urn:microsoft.com/office/officeart/2005/8/layout/list1"/>
    <dgm:cxn modelId="{F66A3B22-C095-4704-B07A-06C1AE6C0BF1}" type="presOf" srcId="{777D5312-0211-44E7-9B5E-46BA558613B6}" destId="{B0D669A1-73B7-466C-9198-DEE0DAB3D8FD}" srcOrd="1" destOrd="0" presId="urn:microsoft.com/office/officeart/2005/8/layout/list1"/>
    <dgm:cxn modelId="{F4895F25-6711-4701-9FCB-4274CA910276}" type="presOf" srcId="{777D5312-0211-44E7-9B5E-46BA558613B6}" destId="{5D903925-642E-4CC1-B9E9-A6E6C5B88774}" srcOrd="0" destOrd="0" presId="urn:microsoft.com/office/officeart/2005/8/layout/list1"/>
    <dgm:cxn modelId="{AE94A66C-10DF-4C37-8F12-1835976139AA}" srcId="{6EB0AF65-F154-4DCB-90FF-BCB586E50566}" destId="{17793305-3DE3-444A-87BD-869ED8715B9A}" srcOrd="2" destOrd="0" parTransId="{F7AD958B-35DC-4290-AA57-DDFEEF03880A}" sibTransId="{CD2A6408-05E5-4F0B-85D0-73FBBDECE4A1}"/>
    <dgm:cxn modelId="{1041696F-33A3-4CED-8C81-C31CF72BD0E1}" type="presOf" srcId="{24D6ECA2-9721-4688-9819-1E2E5C11DC68}" destId="{5808E5F1-3A13-441A-995F-24AEC214D04C}" srcOrd="1" destOrd="0" presId="urn:microsoft.com/office/officeart/2005/8/layout/list1"/>
    <dgm:cxn modelId="{D5BDA6B4-9DFC-42AB-9954-CEFA13F76F26}" type="presOf" srcId="{17793305-3DE3-444A-87BD-869ED8715B9A}" destId="{CDF43E91-5BDD-4508-8309-D056ABF6E89B}" srcOrd="0" destOrd="0" presId="urn:microsoft.com/office/officeart/2005/8/layout/list1"/>
    <dgm:cxn modelId="{E142B2C3-D0EC-455F-8B61-2B370EF32212}" type="presOf" srcId="{17793305-3DE3-444A-87BD-869ED8715B9A}" destId="{510D26A1-0764-4D66-A0DA-542DCB8D7828}" srcOrd="1" destOrd="0" presId="urn:microsoft.com/office/officeart/2005/8/layout/list1"/>
    <dgm:cxn modelId="{9F7366F8-78E8-4491-81A2-89689F50F001}" type="presOf" srcId="{24D6ECA2-9721-4688-9819-1E2E5C11DC68}" destId="{B49D1AF0-0C10-40CA-9207-42A37E9A324A}" srcOrd="0" destOrd="0" presId="urn:microsoft.com/office/officeart/2005/8/layout/list1"/>
    <dgm:cxn modelId="{1EB375FE-1564-41A7-B396-0A5FB780AB90}" srcId="{6EB0AF65-F154-4DCB-90FF-BCB586E50566}" destId="{777D5312-0211-44E7-9B5E-46BA558613B6}" srcOrd="0" destOrd="0" parTransId="{8794CFC3-45F7-45B4-8DEE-44073AFEF53B}" sibTransId="{26BE0B12-6E24-48CF-BDBE-2D604149328C}"/>
    <dgm:cxn modelId="{65D92B51-861F-4B1C-A409-49B73ED0A093}" type="presParOf" srcId="{DC5ED790-B9ED-4ABB-B440-CA660768D711}" destId="{4772A64A-B933-4F50-AEC8-8E29C9F27CBE}" srcOrd="0" destOrd="0" presId="urn:microsoft.com/office/officeart/2005/8/layout/list1"/>
    <dgm:cxn modelId="{3FC1DDB7-8F7C-4744-9062-30371C4A9E50}" type="presParOf" srcId="{4772A64A-B933-4F50-AEC8-8E29C9F27CBE}" destId="{5D903925-642E-4CC1-B9E9-A6E6C5B88774}" srcOrd="0" destOrd="0" presId="urn:microsoft.com/office/officeart/2005/8/layout/list1"/>
    <dgm:cxn modelId="{332428A5-2076-465E-A2A1-A5AC4907C3D4}" type="presParOf" srcId="{4772A64A-B933-4F50-AEC8-8E29C9F27CBE}" destId="{B0D669A1-73B7-466C-9198-DEE0DAB3D8FD}" srcOrd="1" destOrd="0" presId="urn:microsoft.com/office/officeart/2005/8/layout/list1"/>
    <dgm:cxn modelId="{CAF83453-9EC2-4D3E-BD68-53E2BC9FB347}" type="presParOf" srcId="{DC5ED790-B9ED-4ABB-B440-CA660768D711}" destId="{91D3DE18-5820-4971-A033-4FDF901FB989}" srcOrd="1" destOrd="0" presId="urn:microsoft.com/office/officeart/2005/8/layout/list1"/>
    <dgm:cxn modelId="{97830C60-AD15-4437-98F7-CF907A20213C}" type="presParOf" srcId="{DC5ED790-B9ED-4ABB-B440-CA660768D711}" destId="{93643429-0898-4B47-B6DE-AC8FB42FCE56}" srcOrd="2" destOrd="0" presId="urn:microsoft.com/office/officeart/2005/8/layout/list1"/>
    <dgm:cxn modelId="{9D320974-01F9-4A67-962A-BBC06F717AC0}" type="presParOf" srcId="{DC5ED790-B9ED-4ABB-B440-CA660768D711}" destId="{3A4E89C0-BA1E-4443-8887-0190816B3716}" srcOrd="3" destOrd="0" presId="urn:microsoft.com/office/officeart/2005/8/layout/list1"/>
    <dgm:cxn modelId="{2D172251-0C8B-4792-BB47-3EDB6E8313FA}" type="presParOf" srcId="{DC5ED790-B9ED-4ABB-B440-CA660768D711}" destId="{412B9128-C8D6-43F3-8932-F7D4660AD6B5}" srcOrd="4" destOrd="0" presId="urn:microsoft.com/office/officeart/2005/8/layout/list1"/>
    <dgm:cxn modelId="{F09BDFF9-8DB1-45F4-8711-4FBA6AFC4D57}" type="presParOf" srcId="{412B9128-C8D6-43F3-8932-F7D4660AD6B5}" destId="{B49D1AF0-0C10-40CA-9207-42A37E9A324A}" srcOrd="0" destOrd="0" presId="urn:microsoft.com/office/officeart/2005/8/layout/list1"/>
    <dgm:cxn modelId="{B615E552-CD7E-472C-BEF0-5D6F7A019C73}" type="presParOf" srcId="{412B9128-C8D6-43F3-8932-F7D4660AD6B5}" destId="{5808E5F1-3A13-441A-995F-24AEC214D04C}" srcOrd="1" destOrd="0" presId="urn:microsoft.com/office/officeart/2005/8/layout/list1"/>
    <dgm:cxn modelId="{CB082E04-DB39-4259-8F9C-93D6924A290A}" type="presParOf" srcId="{DC5ED790-B9ED-4ABB-B440-CA660768D711}" destId="{73A81467-9CEA-4A8E-8C68-3145986CAB37}" srcOrd="5" destOrd="0" presId="urn:microsoft.com/office/officeart/2005/8/layout/list1"/>
    <dgm:cxn modelId="{B3C8C3E3-3C35-4606-9FBB-78AA22709C44}" type="presParOf" srcId="{DC5ED790-B9ED-4ABB-B440-CA660768D711}" destId="{9FE4376A-A307-4F59-BBC1-71A890FA94C6}" srcOrd="6" destOrd="0" presId="urn:microsoft.com/office/officeart/2005/8/layout/list1"/>
    <dgm:cxn modelId="{22EFAA7C-7F60-463A-B020-DB177E9719F6}" type="presParOf" srcId="{DC5ED790-B9ED-4ABB-B440-CA660768D711}" destId="{3D26B44A-3845-4D33-895B-B34943B77F62}" srcOrd="7" destOrd="0" presId="urn:microsoft.com/office/officeart/2005/8/layout/list1"/>
    <dgm:cxn modelId="{9836DC72-EFD1-4C53-AE54-EC266A087102}" type="presParOf" srcId="{DC5ED790-B9ED-4ABB-B440-CA660768D711}" destId="{17816E57-9945-46EA-AFED-A79D67F90BAF}" srcOrd="8" destOrd="0" presId="urn:microsoft.com/office/officeart/2005/8/layout/list1"/>
    <dgm:cxn modelId="{BED6D3D1-1D41-486B-A615-7F0183EE96E4}" type="presParOf" srcId="{17816E57-9945-46EA-AFED-A79D67F90BAF}" destId="{CDF43E91-5BDD-4508-8309-D056ABF6E89B}" srcOrd="0" destOrd="0" presId="urn:microsoft.com/office/officeart/2005/8/layout/list1"/>
    <dgm:cxn modelId="{CD2043B8-6384-43C1-910D-A0AE8089347E}" type="presParOf" srcId="{17816E57-9945-46EA-AFED-A79D67F90BAF}" destId="{510D26A1-0764-4D66-A0DA-542DCB8D7828}" srcOrd="1" destOrd="0" presId="urn:microsoft.com/office/officeart/2005/8/layout/list1"/>
    <dgm:cxn modelId="{6C5C4C41-7C03-48B4-AB38-8A465E61F179}" type="presParOf" srcId="{DC5ED790-B9ED-4ABB-B440-CA660768D711}" destId="{9AD727DD-4EA9-4C36-91A1-1DAB30EE8DE5}" srcOrd="9" destOrd="0" presId="urn:microsoft.com/office/officeart/2005/8/layout/list1"/>
    <dgm:cxn modelId="{F5782465-41FD-4AC7-8970-77236ACB3081}" type="presParOf" srcId="{DC5ED790-B9ED-4ABB-B440-CA660768D711}" destId="{DFA969DB-6D15-4D95-B44E-9D4AD2B23290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30BA57F-2BFC-473A-8605-35ECC9E112AC}" type="doc">
      <dgm:prSet loTypeId="urn:microsoft.com/office/officeart/2005/8/layout/list1" loCatId="list" qsTypeId="urn:microsoft.com/office/officeart/2005/8/quickstyle/3d7" qsCatId="3D" csTypeId="urn:microsoft.com/office/officeart/2005/8/colors/colorful4" csCatId="colorful" phldr="1"/>
      <dgm:spPr/>
      <dgm:t>
        <a:bodyPr/>
        <a:lstStyle/>
        <a:p>
          <a:endParaRPr lang="ru-BY"/>
        </a:p>
      </dgm:t>
    </dgm:pt>
    <dgm:pt modelId="{2E5061F5-C9C4-4D2C-8E45-FAA1D6234424}">
      <dgm:prSet phldrT="[Текст]" custT="1"/>
      <dgm:spPr/>
      <dgm:t>
        <a:bodyPr/>
        <a:lstStyle/>
        <a:p>
          <a:r>
            <a:rPr lang="ru-RU" sz="1600" b="1"/>
            <a:t>Проект предполагает последовательную разработку, уточнение целей и планов</a:t>
          </a:r>
          <a:endParaRPr lang="ru-BY" sz="1600" b="1" dirty="0"/>
        </a:p>
      </dgm:t>
    </dgm:pt>
    <dgm:pt modelId="{1ABDB863-A9BE-44BB-96FA-E1AE6B57DCD6}" type="parTrans" cxnId="{1783FA63-7A41-42A9-9D3D-5F149EEDA928}">
      <dgm:prSet/>
      <dgm:spPr/>
      <dgm:t>
        <a:bodyPr/>
        <a:lstStyle/>
        <a:p>
          <a:endParaRPr lang="ru-BY"/>
        </a:p>
      </dgm:t>
    </dgm:pt>
    <dgm:pt modelId="{99960414-4FA6-437C-8CEA-DD546659237C}" type="sibTrans" cxnId="{1783FA63-7A41-42A9-9D3D-5F149EEDA928}">
      <dgm:prSet/>
      <dgm:spPr/>
      <dgm:t>
        <a:bodyPr/>
        <a:lstStyle/>
        <a:p>
          <a:endParaRPr lang="ru-BY"/>
        </a:p>
      </dgm:t>
    </dgm:pt>
    <dgm:pt modelId="{BF7D5511-612D-483F-906A-453813061F0B}">
      <dgm:prSet custT="1"/>
      <dgm:spPr/>
      <dgm:t>
        <a:bodyPr/>
        <a:lstStyle/>
        <a:p>
          <a:r>
            <a:rPr lang="ru-RU" sz="1600" b="1" dirty="0"/>
            <a:t>Проект предполагает координированное выполнение взаимосвязанных действий</a:t>
          </a:r>
        </a:p>
      </dgm:t>
    </dgm:pt>
    <dgm:pt modelId="{FE5C0A60-A948-4989-B03E-6A4F356965A6}" type="parTrans" cxnId="{5F2A9FED-B951-48EF-AF1E-CB050B456BCF}">
      <dgm:prSet/>
      <dgm:spPr/>
      <dgm:t>
        <a:bodyPr/>
        <a:lstStyle/>
        <a:p>
          <a:endParaRPr lang="ru-BY"/>
        </a:p>
      </dgm:t>
    </dgm:pt>
    <dgm:pt modelId="{EA700D37-2F87-4CC4-B611-C4665EBD842D}" type="sibTrans" cxnId="{5F2A9FED-B951-48EF-AF1E-CB050B456BCF}">
      <dgm:prSet/>
      <dgm:spPr/>
      <dgm:t>
        <a:bodyPr/>
        <a:lstStyle/>
        <a:p>
          <a:endParaRPr lang="ru-BY"/>
        </a:p>
      </dgm:t>
    </dgm:pt>
    <dgm:pt modelId="{DA65D03D-F250-4407-940F-CA3677AA2892}" type="pres">
      <dgm:prSet presAssocID="{930BA57F-2BFC-473A-8605-35ECC9E112AC}" presName="linear" presStyleCnt="0">
        <dgm:presLayoutVars>
          <dgm:dir/>
          <dgm:animLvl val="lvl"/>
          <dgm:resizeHandles val="exact"/>
        </dgm:presLayoutVars>
      </dgm:prSet>
      <dgm:spPr/>
    </dgm:pt>
    <dgm:pt modelId="{81D526E7-DED6-4D41-8638-3766EA7A0EDE}" type="pres">
      <dgm:prSet presAssocID="{2E5061F5-C9C4-4D2C-8E45-FAA1D6234424}" presName="parentLin" presStyleCnt="0"/>
      <dgm:spPr/>
    </dgm:pt>
    <dgm:pt modelId="{0A873EE9-FBDF-4BE3-8C32-52A3F1AEB4FA}" type="pres">
      <dgm:prSet presAssocID="{2E5061F5-C9C4-4D2C-8E45-FAA1D6234424}" presName="parentLeftMargin" presStyleLbl="node1" presStyleIdx="0" presStyleCnt="2"/>
      <dgm:spPr/>
    </dgm:pt>
    <dgm:pt modelId="{73EC2EE6-A633-476D-8662-86F65B1B415B}" type="pres">
      <dgm:prSet presAssocID="{2E5061F5-C9C4-4D2C-8E45-FAA1D623442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0D98644-6BBA-47B1-9CBF-2A244A65430F}" type="pres">
      <dgm:prSet presAssocID="{2E5061F5-C9C4-4D2C-8E45-FAA1D6234424}" presName="negativeSpace" presStyleCnt="0"/>
      <dgm:spPr/>
    </dgm:pt>
    <dgm:pt modelId="{6C71B290-520F-4E4C-9742-609CE0F9E73E}" type="pres">
      <dgm:prSet presAssocID="{2E5061F5-C9C4-4D2C-8E45-FAA1D6234424}" presName="childText" presStyleLbl="conFgAcc1" presStyleIdx="0" presStyleCnt="2" custLinFactNeighborY="-29391">
        <dgm:presLayoutVars>
          <dgm:bulletEnabled val="1"/>
        </dgm:presLayoutVars>
      </dgm:prSet>
      <dgm:spPr/>
    </dgm:pt>
    <dgm:pt modelId="{C733EC5C-3E00-4255-B876-87D00ADCCC6D}" type="pres">
      <dgm:prSet presAssocID="{99960414-4FA6-437C-8CEA-DD546659237C}" presName="spaceBetweenRectangles" presStyleCnt="0"/>
      <dgm:spPr/>
    </dgm:pt>
    <dgm:pt modelId="{ABF37399-96FF-4592-ACE6-E501837BE12D}" type="pres">
      <dgm:prSet presAssocID="{BF7D5511-612D-483F-906A-453813061F0B}" presName="parentLin" presStyleCnt="0"/>
      <dgm:spPr/>
    </dgm:pt>
    <dgm:pt modelId="{DC3A5F74-3C29-463D-A2DC-260423B7806D}" type="pres">
      <dgm:prSet presAssocID="{BF7D5511-612D-483F-906A-453813061F0B}" presName="parentLeftMargin" presStyleLbl="node1" presStyleIdx="0" presStyleCnt="2"/>
      <dgm:spPr/>
    </dgm:pt>
    <dgm:pt modelId="{024527D1-8387-413E-860E-21040556A493}" type="pres">
      <dgm:prSet presAssocID="{BF7D5511-612D-483F-906A-453813061F0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E095AD8-D6B6-4B9A-AE41-ACA0C8D922E9}" type="pres">
      <dgm:prSet presAssocID="{BF7D5511-612D-483F-906A-453813061F0B}" presName="negativeSpace" presStyleCnt="0"/>
      <dgm:spPr/>
    </dgm:pt>
    <dgm:pt modelId="{3D9573DD-C8CD-45F3-ABB9-DE0A154837FF}" type="pres">
      <dgm:prSet presAssocID="{BF7D5511-612D-483F-906A-453813061F0B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FFD0DC29-46FA-46D3-AE5C-E97526BCC136}" type="presOf" srcId="{2E5061F5-C9C4-4D2C-8E45-FAA1D6234424}" destId="{73EC2EE6-A633-476D-8662-86F65B1B415B}" srcOrd="1" destOrd="0" presId="urn:microsoft.com/office/officeart/2005/8/layout/list1"/>
    <dgm:cxn modelId="{1783FA63-7A41-42A9-9D3D-5F149EEDA928}" srcId="{930BA57F-2BFC-473A-8605-35ECC9E112AC}" destId="{2E5061F5-C9C4-4D2C-8E45-FAA1D6234424}" srcOrd="0" destOrd="0" parTransId="{1ABDB863-A9BE-44BB-96FA-E1AE6B57DCD6}" sibTransId="{99960414-4FA6-437C-8CEA-DD546659237C}"/>
    <dgm:cxn modelId="{BBB53048-4FA4-45DE-9F36-8C724597E12A}" type="presOf" srcId="{2E5061F5-C9C4-4D2C-8E45-FAA1D6234424}" destId="{0A873EE9-FBDF-4BE3-8C32-52A3F1AEB4FA}" srcOrd="0" destOrd="0" presId="urn:microsoft.com/office/officeart/2005/8/layout/list1"/>
    <dgm:cxn modelId="{BFFDC888-C0DB-400C-A210-F2FCD5F5F9C6}" type="presOf" srcId="{930BA57F-2BFC-473A-8605-35ECC9E112AC}" destId="{DA65D03D-F250-4407-940F-CA3677AA2892}" srcOrd="0" destOrd="0" presId="urn:microsoft.com/office/officeart/2005/8/layout/list1"/>
    <dgm:cxn modelId="{932FC5AB-6635-4CF8-8C6C-9E4389F5DD78}" type="presOf" srcId="{BF7D5511-612D-483F-906A-453813061F0B}" destId="{024527D1-8387-413E-860E-21040556A493}" srcOrd="1" destOrd="0" presId="urn:microsoft.com/office/officeart/2005/8/layout/list1"/>
    <dgm:cxn modelId="{5F2A9FED-B951-48EF-AF1E-CB050B456BCF}" srcId="{930BA57F-2BFC-473A-8605-35ECC9E112AC}" destId="{BF7D5511-612D-483F-906A-453813061F0B}" srcOrd="1" destOrd="0" parTransId="{FE5C0A60-A948-4989-B03E-6A4F356965A6}" sibTransId="{EA700D37-2F87-4CC4-B611-C4665EBD842D}"/>
    <dgm:cxn modelId="{8CBE89EE-1130-4A72-B7EF-BFD32234AFAE}" type="presOf" srcId="{BF7D5511-612D-483F-906A-453813061F0B}" destId="{DC3A5F74-3C29-463D-A2DC-260423B7806D}" srcOrd="0" destOrd="0" presId="urn:microsoft.com/office/officeart/2005/8/layout/list1"/>
    <dgm:cxn modelId="{16C7FAEC-6EE5-448B-B901-1D1F66A5E97E}" type="presParOf" srcId="{DA65D03D-F250-4407-940F-CA3677AA2892}" destId="{81D526E7-DED6-4D41-8638-3766EA7A0EDE}" srcOrd="0" destOrd="0" presId="urn:microsoft.com/office/officeart/2005/8/layout/list1"/>
    <dgm:cxn modelId="{60941C43-1B5C-465C-87A6-43AC30F41C0C}" type="presParOf" srcId="{81D526E7-DED6-4D41-8638-3766EA7A0EDE}" destId="{0A873EE9-FBDF-4BE3-8C32-52A3F1AEB4FA}" srcOrd="0" destOrd="0" presId="urn:microsoft.com/office/officeart/2005/8/layout/list1"/>
    <dgm:cxn modelId="{BC89DA96-B370-4C06-998D-E8B691D6CB1E}" type="presParOf" srcId="{81D526E7-DED6-4D41-8638-3766EA7A0EDE}" destId="{73EC2EE6-A633-476D-8662-86F65B1B415B}" srcOrd="1" destOrd="0" presId="urn:microsoft.com/office/officeart/2005/8/layout/list1"/>
    <dgm:cxn modelId="{4D9BC791-2CA3-4E43-9FB0-AA72FB645285}" type="presParOf" srcId="{DA65D03D-F250-4407-940F-CA3677AA2892}" destId="{20D98644-6BBA-47B1-9CBF-2A244A65430F}" srcOrd="1" destOrd="0" presId="urn:microsoft.com/office/officeart/2005/8/layout/list1"/>
    <dgm:cxn modelId="{C105AE78-92D6-4869-9C5B-782479902F8F}" type="presParOf" srcId="{DA65D03D-F250-4407-940F-CA3677AA2892}" destId="{6C71B290-520F-4E4C-9742-609CE0F9E73E}" srcOrd="2" destOrd="0" presId="urn:microsoft.com/office/officeart/2005/8/layout/list1"/>
    <dgm:cxn modelId="{BF9251C1-A8C8-49AE-9AF9-53DF3740188F}" type="presParOf" srcId="{DA65D03D-F250-4407-940F-CA3677AA2892}" destId="{C733EC5C-3E00-4255-B876-87D00ADCCC6D}" srcOrd="3" destOrd="0" presId="urn:microsoft.com/office/officeart/2005/8/layout/list1"/>
    <dgm:cxn modelId="{35B7F2AD-5BF0-4210-B304-2607D7067251}" type="presParOf" srcId="{DA65D03D-F250-4407-940F-CA3677AA2892}" destId="{ABF37399-96FF-4592-ACE6-E501837BE12D}" srcOrd="4" destOrd="0" presId="urn:microsoft.com/office/officeart/2005/8/layout/list1"/>
    <dgm:cxn modelId="{EA5DBEA7-4B82-470C-A965-50B0D0D71590}" type="presParOf" srcId="{ABF37399-96FF-4592-ACE6-E501837BE12D}" destId="{DC3A5F74-3C29-463D-A2DC-260423B7806D}" srcOrd="0" destOrd="0" presId="urn:microsoft.com/office/officeart/2005/8/layout/list1"/>
    <dgm:cxn modelId="{A7B983A6-AE89-4A6D-9CC7-0E98BE38F655}" type="presParOf" srcId="{ABF37399-96FF-4592-ACE6-E501837BE12D}" destId="{024527D1-8387-413E-860E-21040556A493}" srcOrd="1" destOrd="0" presId="urn:microsoft.com/office/officeart/2005/8/layout/list1"/>
    <dgm:cxn modelId="{83EF2B9D-7ADC-49C9-84DF-7ED10E62B6E5}" type="presParOf" srcId="{DA65D03D-F250-4407-940F-CA3677AA2892}" destId="{5E095AD8-D6B6-4B9A-AE41-ACA0C8D922E9}" srcOrd="5" destOrd="0" presId="urn:microsoft.com/office/officeart/2005/8/layout/list1"/>
    <dgm:cxn modelId="{AEA726C9-DC97-434C-9816-12A8E0508700}" type="presParOf" srcId="{DA65D03D-F250-4407-940F-CA3677AA2892}" destId="{3D9573DD-C8CD-45F3-ABB9-DE0A154837FF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CE6361B-C3AE-4DB2-B81E-F0A73DD1BA08}" type="doc">
      <dgm:prSet loTypeId="urn:microsoft.com/office/officeart/2005/8/layout/vList5" loCatId="list" qsTypeId="urn:microsoft.com/office/officeart/2005/8/quickstyle/3d3" qsCatId="3D" csTypeId="urn:microsoft.com/office/officeart/2005/8/colors/accent0_3" csCatId="mainScheme" phldr="1"/>
      <dgm:spPr/>
      <dgm:t>
        <a:bodyPr/>
        <a:lstStyle/>
        <a:p>
          <a:endParaRPr lang="ru-RU"/>
        </a:p>
      </dgm:t>
    </dgm:pt>
    <dgm:pt modelId="{E754A3F8-A680-4C69-9720-B03F1DE296ED}">
      <dgm:prSet phldrT="[Текст]"/>
      <dgm:spPr/>
      <dgm:t>
        <a:bodyPr/>
        <a:lstStyle/>
        <a:p>
          <a:r>
            <a:rPr lang="ru-RU" dirty="0"/>
            <a:t>1900-1958 гг.</a:t>
          </a:r>
        </a:p>
      </dgm:t>
    </dgm:pt>
    <dgm:pt modelId="{C71E2D90-CCA3-46B3-917A-99D91C3BCA4A}" type="parTrans" cxnId="{B5D7166F-E817-4541-94E6-4A717772020A}">
      <dgm:prSet/>
      <dgm:spPr/>
      <dgm:t>
        <a:bodyPr/>
        <a:lstStyle/>
        <a:p>
          <a:endParaRPr lang="ru-RU" dirty="0"/>
        </a:p>
      </dgm:t>
    </dgm:pt>
    <dgm:pt modelId="{77C29F92-BA21-46D1-98AA-F4E6A1A2BB53}" type="sibTrans" cxnId="{B5D7166F-E817-4541-94E6-4A717772020A}">
      <dgm:prSet/>
      <dgm:spPr/>
      <dgm:t>
        <a:bodyPr/>
        <a:lstStyle/>
        <a:p>
          <a:endParaRPr lang="ru-RU" dirty="0"/>
        </a:p>
      </dgm:t>
    </dgm:pt>
    <dgm:pt modelId="{090CA194-1656-4630-8D4E-50B2FB263059}">
      <dgm:prSet custT="1"/>
      <dgm:spPr/>
      <dgm:t>
        <a:bodyPr/>
        <a:lstStyle/>
        <a:p>
          <a:pPr rtl="0"/>
          <a:r>
            <a:rPr lang="ru-RU" sz="2000" b="0" dirty="0"/>
            <a:t>Трансформация проектного менеджмента, начало развития методологии</a:t>
          </a:r>
        </a:p>
      </dgm:t>
    </dgm:pt>
    <dgm:pt modelId="{6A35555D-DCDB-44B7-B6DA-1AE3A4EABB07}" type="parTrans" cxnId="{CB4873CF-CE26-4294-888D-F6C654482BCA}">
      <dgm:prSet/>
      <dgm:spPr/>
      <dgm:t>
        <a:bodyPr/>
        <a:lstStyle/>
        <a:p>
          <a:endParaRPr lang="ru-RU" dirty="0"/>
        </a:p>
      </dgm:t>
    </dgm:pt>
    <dgm:pt modelId="{46552045-81E8-45C4-8E67-8B90BABD19B5}" type="sibTrans" cxnId="{CB4873CF-CE26-4294-888D-F6C654482BCA}">
      <dgm:prSet/>
      <dgm:spPr/>
      <dgm:t>
        <a:bodyPr/>
        <a:lstStyle/>
        <a:p>
          <a:endParaRPr lang="ru-RU" dirty="0"/>
        </a:p>
      </dgm:t>
    </dgm:pt>
    <dgm:pt modelId="{45067868-A27E-4712-9DBE-648675EF1EAD}">
      <dgm:prSet phldrT="[Текст]"/>
      <dgm:spPr>
        <a:solidFill>
          <a:srgbClr val="7030A0"/>
        </a:solidFill>
      </dgm:spPr>
      <dgm:t>
        <a:bodyPr/>
        <a:lstStyle/>
        <a:p>
          <a:r>
            <a:rPr lang="ru-RU" dirty="0"/>
            <a:t>1958-1979 гг.</a:t>
          </a:r>
        </a:p>
      </dgm:t>
    </dgm:pt>
    <dgm:pt modelId="{C4CA47DF-DF41-4306-BBB7-7690F9F446CE}" type="parTrans" cxnId="{4DC3CACF-4B9E-4E11-9F54-67834C5BC276}">
      <dgm:prSet/>
      <dgm:spPr/>
      <dgm:t>
        <a:bodyPr/>
        <a:lstStyle/>
        <a:p>
          <a:endParaRPr lang="ru-RU" dirty="0"/>
        </a:p>
      </dgm:t>
    </dgm:pt>
    <dgm:pt modelId="{72D0A710-E1B6-4CDB-B09B-C48E9F5C6F1A}" type="sibTrans" cxnId="{4DC3CACF-4B9E-4E11-9F54-67834C5BC276}">
      <dgm:prSet/>
      <dgm:spPr/>
      <dgm:t>
        <a:bodyPr/>
        <a:lstStyle/>
        <a:p>
          <a:endParaRPr lang="ru-RU" dirty="0"/>
        </a:p>
      </dgm:t>
    </dgm:pt>
    <dgm:pt modelId="{B9320792-BFC8-4FEB-A9FA-7F0D57ABF012}">
      <dgm:prSet phldrT="[Текст]" custT="1"/>
      <dgm:spPr/>
      <dgm:t>
        <a:bodyPr/>
        <a:lstStyle/>
        <a:p>
          <a:r>
            <a:rPr lang="ru-RU" sz="2000" b="0" dirty="0"/>
            <a:t>Распространение инструментов проектного  менеджмента</a:t>
          </a:r>
        </a:p>
      </dgm:t>
    </dgm:pt>
    <dgm:pt modelId="{E02AECE9-1B3A-42C5-825A-31B487124910}" type="parTrans" cxnId="{879543A1-EC5D-437E-8DF7-8ED643389AFB}">
      <dgm:prSet/>
      <dgm:spPr/>
      <dgm:t>
        <a:bodyPr/>
        <a:lstStyle/>
        <a:p>
          <a:endParaRPr lang="ru-RU" dirty="0"/>
        </a:p>
      </dgm:t>
    </dgm:pt>
    <dgm:pt modelId="{5A956C79-E6CB-459E-AE21-2F42EF92DEF5}" type="sibTrans" cxnId="{879543A1-EC5D-437E-8DF7-8ED643389AFB}">
      <dgm:prSet/>
      <dgm:spPr/>
      <dgm:t>
        <a:bodyPr/>
        <a:lstStyle/>
        <a:p>
          <a:endParaRPr lang="ru-RU" dirty="0"/>
        </a:p>
      </dgm:t>
    </dgm:pt>
    <dgm:pt modelId="{57384917-CB7A-4E32-89C8-6A21BEDB5C45}">
      <dgm:prSet phldrT="[Текст]"/>
      <dgm:spPr>
        <a:solidFill>
          <a:schemeClr val="accent3">
            <a:lumMod val="50000"/>
          </a:schemeClr>
        </a:solidFill>
      </dgm:spPr>
      <dgm:t>
        <a:bodyPr/>
        <a:lstStyle/>
        <a:p>
          <a:pPr rtl="0"/>
          <a:r>
            <a:rPr lang="ru-RU" dirty="0"/>
            <a:t>1980-1994 гг.</a:t>
          </a:r>
        </a:p>
      </dgm:t>
    </dgm:pt>
    <dgm:pt modelId="{B13AE5B0-FD6B-4317-AEB8-7E01AA9A4548}" type="parTrans" cxnId="{1F8E89E7-97A4-46C3-90AF-73B9C3827FA2}">
      <dgm:prSet/>
      <dgm:spPr/>
      <dgm:t>
        <a:bodyPr/>
        <a:lstStyle/>
        <a:p>
          <a:endParaRPr lang="ru-RU" dirty="0"/>
        </a:p>
      </dgm:t>
    </dgm:pt>
    <dgm:pt modelId="{79CDABB7-5D90-473D-9569-47ED77388CFC}" type="sibTrans" cxnId="{1F8E89E7-97A4-46C3-90AF-73B9C3827FA2}">
      <dgm:prSet/>
      <dgm:spPr/>
      <dgm:t>
        <a:bodyPr/>
        <a:lstStyle/>
        <a:p>
          <a:endParaRPr lang="ru-RU" dirty="0"/>
        </a:p>
      </dgm:t>
    </dgm:pt>
    <dgm:pt modelId="{74E9D9E5-B08F-45C7-BF82-2D962C42261E}">
      <dgm:prSet phldrT="[Текст]" custT="1"/>
      <dgm:spPr/>
      <dgm:t>
        <a:bodyPr/>
        <a:lstStyle/>
        <a:p>
          <a:r>
            <a:rPr lang="ru-RU" sz="2000" b="0" dirty="0"/>
            <a:t>Применение ИТ в проектном менеджменте</a:t>
          </a:r>
        </a:p>
      </dgm:t>
    </dgm:pt>
    <dgm:pt modelId="{A3A5DFB5-0FD8-4039-943F-5A9CD76E0591}" type="parTrans" cxnId="{B620DB5F-C782-425F-905E-D1C204079F4D}">
      <dgm:prSet/>
      <dgm:spPr/>
      <dgm:t>
        <a:bodyPr/>
        <a:lstStyle/>
        <a:p>
          <a:endParaRPr lang="ru-RU" dirty="0"/>
        </a:p>
      </dgm:t>
    </dgm:pt>
    <dgm:pt modelId="{F46C28C1-45C2-461A-A6F9-ADCAE4F6F599}" type="sibTrans" cxnId="{B620DB5F-C782-425F-905E-D1C204079F4D}">
      <dgm:prSet/>
      <dgm:spPr/>
      <dgm:t>
        <a:bodyPr/>
        <a:lstStyle/>
        <a:p>
          <a:endParaRPr lang="ru-RU" dirty="0"/>
        </a:p>
      </dgm:t>
    </dgm:pt>
    <dgm:pt modelId="{FADA416B-C20A-4B9A-9D92-57D0D78F1AB8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ru-RU" dirty="0"/>
            <a:t>В НАСТОЯШЕЕ ВРЕМЯ</a:t>
          </a:r>
        </a:p>
      </dgm:t>
    </dgm:pt>
    <dgm:pt modelId="{01D25280-A0A8-4D9C-8B13-9F099C521D02}" type="parTrans" cxnId="{C6DB05B0-73DA-4AE1-AEFD-FA90DDDD182C}">
      <dgm:prSet/>
      <dgm:spPr/>
      <dgm:t>
        <a:bodyPr/>
        <a:lstStyle/>
        <a:p>
          <a:endParaRPr lang="ru-RU" dirty="0"/>
        </a:p>
      </dgm:t>
    </dgm:pt>
    <dgm:pt modelId="{472C5612-C0E2-4B8E-93CD-80FA7342A702}" type="sibTrans" cxnId="{C6DB05B0-73DA-4AE1-AEFD-FA90DDDD182C}">
      <dgm:prSet/>
      <dgm:spPr/>
      <dgm:t>
        <a:bodyPr/>
        <a:lstStyle/>
        <a:p>
          <a:endParaRPr lang="ru-RU" dirty="0"/>
        </a:p>
      </dgm:t>
    </dgm:pt>
    <dgm:pt modelId="{21E92876-EFB7-4892-AF02-5F5C1802BF54}">
      <dgm:prSet phldrT="[Текст]" custT="1"/>
      <dgm:spPr/>
      <dgm:t>
        <a:bodyPr/>
        <a:lstStyle/>
        <a:p>
          <a:r>
            <a:rPr lang="ru-RU" sz="1600" b="1" dirty="0"/>
            <a:t>УП ПРИЗНАННАЯ МЕТОДОЛОГИЯ ДЕЯТЕЛЬНОСТИ ВО ВСЕХ РАЗЛИТЫХ СТРАНАХ</a:t>
          </a:r>
        </a:p>
      </dgm:t>
    </dgm:pt>
    <dgm:pt modelId="{C3DF606D-91BE-4095-8D34-43A2ECBC9993}" type="sibTrans" cxnId="{7B527764-7F99-434E-B619-0BB01F74AA16}">
      <dgm:prSet/>
      <dgm:spPr/>
      <dgm:t>
        <a:bodyPr/>
        <a:lstStyle/>
        <a:p>
          <a:endParaRPr lang="ru-RU" dirty="0"/>
        </a:p>
      </dgm:t>
    </dgm:pt>
    <dgm:pt modelId="{02EBD15E-9B37-4F1B-B8DE-7AF0DED86376}" type="parTrans" cxnId="{7B527764-7F99-434E-B619-0BB01F74AA16}">
      <dgm:prSet/>
      <dgm:spPr/>
      <dgm:t>
        <a:bodyPr/>
        <a:lstStyle/>
        <a:p>
          <a:endParaRPr lang="ru-RU" dirty="0"/>
        </a:p>
      </dgm:t>
    </dgm:pt>
    <dgm:pt modelId="{4864FF1D-4842-4C36-A149-2943A1729DC5}" type="pres">
      <dgm:prSet presAssocID="{2CE6361B-C3AE-4DB2-B81E-F0A73DD1BA08}" presName="Name0" presStyleCnt="0">
        <dgm:presLayoutVars>
          <dgm:dir/>
          <dgm:animLvl val="lvl"/>
          <dgm:resizeHandles val="exact"/>
        </dgm:presLayoutVars>
      </dgm:prSet>
      <dgm:spPr/>
    </dgm:pt>
    <dgm:pt modelId="{C011D5F1-B427-4722-9FA7-58DD6EFA554D}" type="pres">
      <dgm:prSet presAssocID="{E754A3F8-A680-4C69-9720-B03F1DE296ED}" presName="linNode" presStyleCnt="0"/>
      <dgm:spPr/>
    </dgm:pt>
    <dgm:pt modelId="{4834DD3E-8768-42FF-B387-E8D0E0C36CF7}" type="pres">
      <dgm:prSet presAssocID="{E754A3F8-A680-4C69-9720-B03F1DE296ED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CBE8F9B9-4408-46B1-BA8E-B8112F2D2762}" type="pres">
      <dgm:prSet presAssocID="{E754A3F8-A680-4C69-9720-B03F1DE296ED}" presName="descendantText" presStyleLbl="alignAccFollowNode1" presStyleIdx="0" presStyleCnt="4">
        <dgm:presLayoutVars>
          <dgm:bulletEnabled val="1"/>
        </dgm:presLayoutVars>
      </dgm:prSet>
      <dgm:spPr/>
    </dgm:pt>
    <dgm:pt modelId="{851F1481-AB63-40FB-B517-5771E26FFC68}" type="pres">
      <dgm:prSet presAssocID="{77C29F92-BA21-46D1-98AA-F4E6A1A2BB53}" presName="sp" presStyleCnt="0"/>
      <dgm:spPr/>
    </dgm:pt>
    <dgm:pt modelId="{D7EAF893-6E85-43B5-A09E-FF52B8121382}" type="pres">
      <dgm:prSet presAssocID="{45067868-A27E-4712-9DBE-648675EF1EAD}" presName="linNode" presStyleCnt="0"/>
      <dgm:spPr/>
    </dgm:pt>
    <dgm:pt modelId="{77A48009-4201-4020-A3C6-9FA93ABC0F31}" type="pres">
      <dgm:prSet presAssocID="{45067868-A27E-4712-9DBE-648675EF1EAD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B111CCC0-5212-4D9C-A16E-45C45E94EEE2}" type="pres">
      <dgm:prSet presAssocID="{45067868-A27E-4712-9DBE-648675EF1EAD}" presName="descendantText" presStyleLbl="alignAccFollowNode1" presStyleIdx="1" presStyleCnt="4">
        <dgm:presLayoutVars>
          <dgm:bulletEnabled val="1"/>
        </dgm:presLayoutVars>
      </dgm:prSet>
      <dgm:spPr/>
    </dgm:pt>
    <dgm:pt modelId="{39AFE3C6-D90D-4691-9230-091B6232977B}" type="pres">
      <dgm:prSet presAssocID="{72D0A710-E1B6-4CDB-B09B-C48E9F5C6F1A}" presName="sp" presStyleCnt="0"/>
      <dgm:spPr/>
    </dgm:pt>
    <dgm:pt modelId="{5DFFFE55-938B-4F76-907C-CE9885531DCF}" type="pres">
      <dgm:prSet presAssocID="{57384917-CB7A-4E32-89C8-6A21BEDB5C45}" presName="linNode" presStyleCnt="0"/>
      <dgm:spPr/>
    </dgm:pt>
    <dgm:pt modelId="{1E82BFCD-5506-4C24-B3C5-FA2C993B6165}" type="pres">
      <dgm:prSet presAssocID="{57384917-CB7A-4E32-89C8-6A21BEDB5C45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FE9515F2-21A1-4C25-A33A-EF76C63A26B6}" type="pres">
      <dgm:prSet presAssocID="{57384917-CB7A-4E32-89C8-6A21BEDB5C45}" presName="descendantText" presStyleLbl="alignAccFollowNode1" presStyleIdx="2" presStyleCnt="4">
        <dgm:presLayoutVars>
          <dgm:bulletEnabled val="1"/>
        </dgm:presLayoutVars>
      </dgm:prSet>
      <dgm:spPr/>
    </dgm:pt>
    <dgm:pt modelId="{5045F99C-48BD-41BC-925D-89264925CA44}" type="pres">
      <dgm:prSet presAssocID="{79CDABB7-5D90-473D-9569-47ED77388CFC}" presName="sp" presStyleCnt="0"/>
      <dgm:spPr/>
    </dgm:pt>
    <dgm:pt modelId="{6A8F2C57-F9F0-4D32-A7B4-7357B6885315}" type="pres">
      <dgm:prSet presAssocID="{FADA416B-C20A-4B9A-9D92-57D0D78F1AB8}" presName="linNode" presStyleCnt="0"/>
      <dgm:spPr/>
    </dgm:pt>
    <dgm:pt modelId="{D8C0B5C2-0CC1-48CC-8F23-F33229D78320}" type="pres">
      <dgm:prSet presAssocID="{FADA416B-C20A-4B9A-9D92-57D0D78F1AB8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1CBED1D5-64A1-42FE-9632-E28DFA49E798}" type="pres">
      <dgm:prSet presAssocID="{FADA416B-C20A-4B9A-9D92-57D0D78F1AB8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791DCA28-8FE5-4A8F-8136-72C516F27F22}" type="presOf" srcId="{2CE6361B-C3AE-4DB2-B81E-F0A73DD1BA08}" destId="{4864FF1D-4842-4C36-A149-2943A1729DC5}" srcOrd="0" destOrd="0" presId="urn:microsoft.com/office/officeart/2005/8/layout/vList5"/>
    <dgm:cxn modelId="{B620DB5F-C782-425F-905E-D1C204079F4D}" srcId="{57384917-CB7A-4E32-89C8-6A21BEDB5C45}" destId="{74E9D9E5-B08F-45C7-BF82-2D962C42261E}" srcOrd="0" destOrd="0" parTransId="{A3A5DFB5-0FD8-4039-943F-5A9CD76E0591}" sibTransId="{F46C28C1-45C2-461A-A6F9-ADCAE4F6F599}"/>
    <dgm:cxn modelId="{7B527764-7F99-434E-B619-0BB01F74AA16}" srcId="{FADA416B-C20A-4B9A-9D92-57D0D78F1AB8}" destId="{21E92876-EFB7-4892-AF02-5F5C1802BF54}" srcOrd="0" destOrd="0" parTransId="{02EBD15E-9B37-4F1B-B8DE-7AF0DED86376}" sibTransId="{C3DF606D-91BE-4095-8D34-43A2ECBC9993}"/>
    <dgm:cxn modelId="{B5D7166F-E817-4541-94E6-4A717772020A}" srcId="{2CE6361B-C3AE-4DB2-B81E-F0A73DD1BA08}" destId="{E754A3F8-A680-4C69-9720-B03F1DE296ED}" srcOrd="0" destOrd="0" parTransId="{C71E2D90-CCA3-46B3-917A-99D91C3BCA4A}" sibTransId="{77C29F92-BA21-46D1-98AA-F4E6A1A2BB53}"/>
    <dgm:cxn modelId="{2E781755-F7C2-4086-ADA3-5CE51FD80DE9}" type="presOf" srcId="{21E92876-EFB7-4892-AF02-5F5C1802BF54}" destId="{1CBED1D5-64A1-42FE-9632-E28DFA49E798}" srcOrd="0" destOrd="0" presId="urn:microsoft.com/office/officeart/2005/8/layout/vList5"/>
    <dgm:cxn modelId="{EDDDFE7B-250F-4F09-8D74-0CC1FAD3B79E}" type="presOf" srcId="{57384917-CB7A-4E32-89C8-6A21BEDB5C45}" destId="{1E82BFCD-5506-4C24-B3C5-FA2C993B6165}" srcOrd="0" destOrd="0" presId="urn:microsoft.com/office/officeart/2005/8/layout/vList5"/>
    <dgm:cxn modelId="{9C460A7F-0DAA-4077-BDD2-31676FC52C21}" type="presOf" srcId="{090CA194-1656-4630-8D4E-50B2FB263059}" destId="{CBE8F9B9-4408-46B1-BA8E-B8112F2D2762}" srcOrd="0" destOrd="0" presId="urn:microsoft.com/office/officeart/2005/8/layout/vList5"/>
    <dgm:cxn modelId="{879543A1-EC5D-437E-8DF7-8ED643389AFB}" srcId="{45067868-A27E-4712-9DBE-648675EF1EAD}" destId="{B9320792-BFC8-4FEB-A9FA-7F0D57ABF012}" srcOrd="0" destOrd="0" parTransId="{E02AECE9-1B3A-42C5-825A-31B487124910}" sibTransId="{5A956C79-E6CB-459E-AE21-2F42EF92DEF5}"/>
    <dgm:cxn modelId="{C6DB05B0-73DA-4AE1-AEFD-FA90DDDD182C}" srcId="{2CE6361B-C3AE-4DB2-B81E-F0A73DD1BA08}" destId="{FADA416B-C20A-4B9A-9D92-57D0D78F1AB8}" srcOrd="3" destOrd="0" parTransId="{01D25280-A0A8-4D9C-8B13-9F099C521D02}" sibTransId="{472C5612-C0E2-4B8E-93CD-80FA7342A702}"/>
    <dgm:cxn modelId="{BDF597B0-439F-4655-A886-19763000FAB6}" type="presOf" srcId="{74E9D9E5-B08F-45C7-BF82-2D962C42261E}" destId="{FE9515F2-21A1-4C25-A33A-EF76C63A26B6}" srcOrd="0" destOrd="0" presId="urn:microsoft.com/office/officeart/2005/8/layout/vList5"/>
    <dgm:cxn modelId="{6CE903C0-9768-4F1F-A05B-74380F28B260}" type="presOf" srcId="{B9320792-BFC8-4FEB-A9FA-7F0D57ABF012}" destId="{B111CCC0-5212-4D9C-A16E-45C45E94EEE2}" srcOrd="0" destOrd="0" presId="urn:microsoft.com/office/officeart/2005/8/layout/vList5"/>
    <dgm:cxn modelId="{CB4873CF-CE26-4294-888D-F6C654482BCA}" srcId="{E754A3F8-A680-4C69-9720-B03F1DE296ED}" destId="{090CA194-1656-4630-8D4E-50B2FB263059}" srcOrd="0" destOrd="0" parTransId="{6A35555D-DCDB-44B7-B6DA-1AE3A4EABB07}" sibTransId="{46552045-81E8-45C4-8E67-8B90BABD19B5}"/>
    <dgm:cxn modelId="{4DC3CACF-4B9E-4E11-9F54-67834C5BC276}" srcId="{2CE6361B-C3AE-4DB2-B81E-F0A73DD1BA08}" destId="{45067868-A27E-4712-9DBE-648675EF1EAD}" srcOrd="1" destOrd="0" parTransId="{C4CA47DF-DF41-4306-BBB7-7690F9F446CE}" sibTransId="{72D0A710-E1B6-4CDB-B09B-C48E9F5C6F1A}"/>
    <dgm:cxn modelId="{1F8E89E7-97A4-46C3-90AF-73B9C3827FA2}" srcId="{2CE6361B-C3AE-4DB2-B81E-F0A73DD1BA08}" destId="{57384917-CB7A-4E32-89C8-6A21BEDB5C45}" srcOrd="2" destOrd="0" parTransId="{B13AE5B0-FD6B-4317-AEB8-7E01AA9A4548}" sibTransId="{79CDABB7-5D90-473D-9569-47ED77388CFC}"/>
    <dgm:cxn modelId="{12C82CE9-FF99-4A9B-867F-972D54049EA2}" type="presOf" srcId="{E754A3F8-A680-4C69-9720-B03F1DE296ED}" destId="{4834DD3E-8768-42FF-B387-E8D0E0C36CF7}" srcOrd="0" destOrd="0" presId="urn:microsoft.com/office/officeart/2005/8/layout/vList5"/>
    <dgm:cxn modelId="{15C32EE9-AD1D-49B8-8A7D-D5F8D2CCADD0}" type="presOf" srcId="{FADA416B-C20A-4B9A-9D92-57D0D78F1AB8}" destId="{D8C0B5C2-0CC1-48CC-8F23-F33229D78320}" srcOrd="0" destOrd="0" presId="urn:microsoft.com/office/officeart/2005/8/layout/vList5"/>
    <dgm:cxn modelId="{96F62EFC-C17C-455D-A616-A5F4392D27C5}" type="presOf" srcId="{45067868-A27E-4712-9DBE-648675EF1EAD}" destId="{77A48009-4201-4020-A3C6-9FA93ABC0F31}" srcOrd="0" destOrd="0" presId="urn:microsoft.com/office/officeart/2005/8/layout/vList5"/>
    <dgm:cxn modelId="{E92AC023-0078-472C-9A4F-E1EB3973969A}" type="presParOf" srcId="{4864FF1D-4842-4C36-A149-2943A1729DC5}" destId="{C011D5F1-B427-4722-9FA7-58DD6EFA554D}" srcOrd="0" destOrd="0" presId="urn:microsoft.com/office/officeart/2005/8/layout/vList5"/>
    <dgm:cxn modelId="{0A6F2353-6E32-49A7-B3E9-83FCC7CC339C}" type="presParOf" srcId="{C011D5F1-B427-4722-9FA7-58DD6EFA554D}" destId="{4834DD3E-8768-42FF-B387-E8D0E0C36CF7}" srcOrd="0" destOrd="0" presId="urn:microsoft.com/office/officeart/2005/8/layout/vList5"/>
    <dgm:cxn modelId="{5FF21554-B408-440C-9EC9-77FD272E5471}" type="presParOf" srcId="{C011D5F1-B427-4722-9FA7-58DD6EFA554D}" destId="{CBE8F9B9-4408-46B1-BA8E-B8112F2D2762}" srcOrd="1" destOrd="0" presId="urn:microsoft.com/office/officeart/2005/8/layout/vList5"/>
    <dgm:cxn modelId="{9BB74C9F-42C2-4A01-9A3F-ACDF3BEF2EF7}" type="presParOf" srcId="{4864FF1D-4842-4C36-A149-2943A1729DC5}" destId="{851F1481-AB63-40FB-B517-5771E26FFC68}" srcOrd="1" destOrd="0" presId="urn:microsoft.com/office/officeart/2005/8/layout/vList5"/>
    <dgm:cxn modelId="{F04BC2D6-76DC-4650-BED3-FBDDB1DCC91A}" type="presParOf" srcId="{4864FF1D-4842-4C36-A149-2943A1729DC5}" destId="{D7EAF893-6E85-43B5-A09E-FF52B8121382}" srcOrd="2" destOrd="0" presId="urn:microsoft.com/office/officeart/2005/8/layout/vList5"/>
    <dgm:cxn modelId="{8654260E-97F4-4390-8AF4-6D97B4AFAEDF}" type="presParOf" srcId="{D7EAF893-6E85-43B5-A09E-FF52B8121382}" destId="{77A48009-4201-4020-A3C6-9FA93ABC0F31}" srcOrd="0" destOrd="0" presId="urn:microsoft.com/office/officeart/2005/8/layout/vList5"/>
    <dgm:cxn modelId="{C8606DC7-CD3C-4260-A8EA-9A6BF1AC212B}" type="presParOf" srcId="{D7EAF893-6E85-43B5-A09E-FF52B8121382}" destId="{B111CCC0-5212-4D9C-A16E-45C45E94EEE2}" srcOrd="1" destOrd="0" presId="urn:microsoft.com/office/officeart/2005/8/layout/vList5"/>
    <dgm:cxn modelId="{BFF56BEF-4984-4B26-9D53-DD23285285C5}" type="presParOf" srcId="{4864FF1D-4842-4C36-A149-2943A1729DC5}" destId="{39AFE3C6-D90D-4691-9230-091B6232977B}" srcOrd="3" destOrd="0" presId="urn:microsoft.com/office/officeart/2005/8/layout/vList5"/>
    <dgm:cxn modelId="{5F73C172-EE49-4D97-AD29-11F02FD1F828}" type="presParOf" srcId="{4864FF1D-4842-4C36-A149-2943A1729DC5}" destId="{5DFFFE55-938B-4F76-907C-CE9885531DCF}" srcOrd="4" destOrd="0" presId="urn:microsoft.com/office/officeart/2005/8/layout/vList5"/>
    <dgm:cxn modelId="{CD085955-0864-4716-8AF3-A06E3AC3B3E1}" type="presParOf" srcId="{5DFFFE55-938B-4F76-907C-CE9885531DCF}" destId="{1E82BFCD-5506-4C24-B3C5-FA2C993B6165}" srcOrd="0" destOrd="0" presId="urn:microsoft.com/office/officeart/2005/8/layout/vList5"/>
    <dgm:cxn modelId="{A83782EC-C2D3-4080-9897-6315998BEC59}" type="presParOf" srcId="{5DFFFE55-938B-4F76-907C-CE9885531DCF}" destId="{FE9515F2-21A1-4C25-A33A-EF76C63A26B6}" srcOrd="1" destOrd="0" presId="urn:microsoft.com/office/officeart/2005/8/layout/vList5"/>
    <dgm:cxn modelId="{AD647A92-1823-4AFB-BBBD-FC0DE314946F}" type="presParOf" srcId="{4864FF1D-4842-4C36-A149-2943A1729DC5}" destId="{5045F99C-48BD-41BC-925D-89264925CA44}" srcOrd="5" destOrd="0" presId="urn:microsoft.com/office/officeart/2005/8/layout/vList5"/>
    <dgm:cxn modelId="{F5D787A3-8AF3-415B-A8AD-D1D3EF0F464D}" type="presParOf" srcId="{4864FF1D-4842-4C36-A149-2943A1729DC5}" destId="{6A8F2C57-F9F0-4D32-A7B4-7357B6885315}" srcOrd="6" destOrd="0" presId="urn:microsoft.com/office/officeart/2005/8/layout/vList5"/>
    <dgm:cxn modelId="{BC98F261-7E30-4CE1-ACBF-FF12D2A7E13E}" type="presParOf" srcId="{6A8F2C57-F9F0-4D32-A7B4-7357B6885315}" destId="{D8C0B5C2-0CC1-48CC-8F23-F33229D78320}" srcOrd="0" destOrd="0" presId="urn:microsoft.com/office/officeart/2005/8/layout/vList5"/>
    <dgm:cxn modelId="{75D1FE5E-9992-4FA4-8E3E-BD6E1305E7CF}" type="presParOf" srcId="{6A8F2C57-F9F0-4D32-A7B4-7357B6885315}" destId="{1CBED1D5-64A1-42FE-9632-E28DFA49E79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913BD8F-A9CB-4032-BFB3-58F308E0BF32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E01B27B-2AED-44ED-9D85-049D1A6A892D}">
      <dgm:prSet phldrT="[Текст]"/>
      <dgm:spPr/>
      <dgm:t>
        <a:bodyPr/>
        <a:lstStyle/>
        <a:p>
          <a:r>
            <a:rPr lang="ru-RU" dirty="0"/>
            <a:t>Дальнейшее развитие управления рисками проекта</a:t>
          </a:r>
        </a:p>
      </dgm:t>
    </dgm:pt>
    <dgm:pt modelId="{FC4992EE-8272-473E-A2A2-124BB01F6C53}" type="parTrans" cxnId="{78FC82F5-6D0C-4394-AE1E-E2F16C66B531}">
      <dgm:prSet/>
      <dgm:spPr/>
      <dgm:t>
        <a:bodyPr/>
        <a:lstStyle/>
        <a:p>
          <a:endParaRPr lang="ru-RU"/>
        </a:p>
      </dgm:t>
    </dgm:pt>
    <dgm:pt modelId="{CAFD6DC7-5E57-48BA-BBC5-DDF3E81DD15C}" type="sibTrans" cxnId="{78FC82F5-6D0C-4394-AE1E-E2F16C66B531}">
      <dgm:prSet/>
      <dgm:spPr/>
      <dgm:t>
        <a:bodyPr/>
        <a:lstStyle/>
        <a:p>
          <a:endParaRPr lang="ru-RU"/>
        </a:p>
      </dgm:t>
    </dgm:pt>
    <dgm:pt modelId="{63AE765F-8B32-4BB7-9FA6-6ACB15B25086}">
      <dgm:prSet phldrT="[Текст]"/>
      <dgm:spPr/>
      <dgm:t>
        <a:bodyPr/>
        <a:lstStyle/>
        <a:p>
          <a:r>
            <a:rPr lang="ru-RU" dirty="0"/>
            <a:t>Совершенствование методов </a:t>
          </a:r>
          <a:r>
            <a:rPr lang="ru-RU" dirty="0" err="1"/>
            <a:t>командообразования</a:t>
          </a:r>
          <a:endParaRPr lang="ru-RU" dirty="0"/>
        </a:p>
      </dgm:t>
    </dgm:pt>
    <dgm:pt modelId="{2144E5E1-0C26-446A-8828-A42E4EF81EA7}" type="parTrans" cxnId="{BEA9B954-1E13-48E8-A9E4-534EA89DA355}">
      <dgm:prSet/>
      <dgm:spPr/>
      <dgm:t>
        <a:bodyPr/>
        <a:lstStyle/>
        <a:p>
          <a:endParaRPr lang="ru-RU"/>
        </a:p>
      </dgm:t>
    </dgm:pt>
    <dgm:pt modelId="{48D2BBFA-83A9-45E8-B663-F562452F9144}" type="sibTrans" cxnId="{BEA9B954-1E13-48E8-A9E4-534EA89DA355}">
      <dgm:prSet/>
      <dgm:spPr/>
      <dgm:t>
        <a:bodyPr/>
        <a:lstStyle/>
        <a:p>
          <a:endParaRPr lang="ru-RU"/>
        </a:p>
      </dgm:t>
    </dgm:pt>
    <dgm:pt modelId="{73ED11C6-0380-400E-8B26-590DA76EEE7A}">
      <dgm:prSet phldrT="[Текст]"/>
      <dgm:spPr/>
      <dgm:t>
        <a:bodyPr/>
        <a:lstStyle/>
        <a:p>
          <a:r>
            <a:rPr lang="ru-RU" dirty="0"/>
            <a:t>Развитие  информационных технологий в области проектного  управления</a:t>
          </a:r>
        </a:p>
      </dgm:t>
    </dgm:pt>
    <dgm:pt modelId="{24116EEA-FB37-42B7-860E-3A32DABAAB07}" type="parTrans" cxnId="{466D8D5B-18C1-4958-AD1D-07A811E83C2C}">
      <dgm:prSet/>
      <dgm:spPr/>
      <dgm:t>
        <a:bodyPr/>
        <a:lstStyle/>
        <a:p>
          <a:endParaRPr lang="ru-RU"/>
        </a:p>
      </dgm:t>
    </dgm:pt>
    <dgm:pt modelId="{CE30F90E-2BAE-40FA-B667-A9A92E9F8727}" type="sibTrans" cxnId="{466D8D5B-18C1-4958-AD1D-07A811E83C2C}">
      <dgm:prSet/>
      <dgm:spPr/>
      <dgm:t>
        <a:bodyPr/>
        <a:lstStyle/>
        <a:p>
          <a:endParaRPr lang="ru-RU"/>
        </a:p>
      </dgm:t>
    </dgm:pt>
    <dgm:pt modelId="{A02CB8B2-065B-409E-9E27-8731CBC1B2E1}">
      <dgm:prSet phldrT="[Текст]"/>
      <dgm:spPr/>
      <dgm:t>
        <a:bodyPr/>
        <a:lstStyle/>
        <a:p>
          <a:r>
            <a:rPr lang="ru-RU" dirty="0"/>
            <a:t>Разработка новых стандартов</a:t>
          </a:r>
        </a:p>
      </dgm:t>
    </dgm:pt>
    <dgm:pt modelId="{7B62D077-CFAC-4D24-BA95-11AA5E486BFE}" type="parTrans" cxnId="{DF48009A-1644-4DEB-9379-54BB29FB6D79}">
      <dgm:prSet/>
      <dgm:spPr/>
      <dgm:t>
        <a:bodyPr/>
        <a:lstStyle/>
        <a:p>
          <a:endParaRPr lang="ru-RU"/>
        </a:p>
      </dgm:t>
    </dgm:pt>
    <dgm:pt modelId="{7E8513ED-35FE-4810-A092-C3DC47C841ED}" type="sibTrans" cxnId="{DF48009A-1644-4DEB-9379-54BB29FB6D79}">
      <dgm:prSet/>
      <dgm:spPr/>
      <dgm:t>
        <a:bodyPr/>
        <a:lstStyle/>
        <a:p>
          <a:endParaRPr lang="ru-RU"/>
        </a:p>
      </dgm:t>
    </dgm:pt>
    <dgm:pt modelId="{B75955FA-A23B-4A77-8765-1D2FBECEE46F}">
      <dgm:prSet phldrT="[Текст]"/>
      <dgm:spPr/>
      <dgm:t>
        <a:bodyPr/>
        <a:lstStyle/>
        <a:p>
          <a:r>
            <a:rPr lang="ru-RU" dirty="0"/>
            <a:t>Формирование национальных и международных программ сертификации</a:t>
          </a:r>
        </a:p>
      </dgm:t>
    </dgm:pt>
    <dgm:pt modelId="{397458DF-4F85-477E-8F04-D4F0495FB51B}" type="parTrans" cxnId="{8AB25263-D121-4CF0-B3E0-622CA8EDC914}">
      <dgm:prSet/>
      <dgm:spPr/>
      <dgm:t>
        <a:bodyPr/>
        <a:lstStyle/>
        <a:p>
          <a:endParaRPr lang="ru-RU"/>
        </a:p>
      </dgm:t>
    </dgm:pt>
    <dgm:pt modelId="{E0373EA3-937F-4BC1-BB15-93EEB8A54F4B}" type="sibTrans" cxnId="{8AB25263-D121-4CF0-B3E0-622CA8EDC914}">
      <dgm:prSet/>
      <dgm:spPr/>
      <dgm:t>
        <a:bodyPr/>
        <a:lstStyle/>
        <a:p>
          <a:endParaRPr lang="ru-RU"/>
        </a:p>
      </dgm:t>
    </dgm:pt>
    <dgm:pt modelId="{2D510586-8E5B-4D02-93AF-8E7A6FE2EC49}" type="pres">
      <dgm:prSet presAssocID="{4913BD8F-A9CB-4032-BFB3-58F308E0BF32}" presName="linear" presStyleCnt="0">
        <dgm:presLayoutVars>
          <dgm:dir/>
          <dgm:animLvl val="lvl"/>
          <dgm:resizeHandles val="exact"/>
        </dgm:presLayoutVars>
      </dgm:prSet>
      <dgm:spPr/>
    </dgm:pt>
    <dgm:pt modelId="{F804E815-447F-4843-AE5C-E1D14FC2DAD6}" type="pres">
      <dgm:prSet presAssocID="{CE01B27B-2AED-44ED-9D85-049D1A6A892D}" presName="parentLin" presStyleCnt="0"/>
      <dgm:spPr/>
    </dgm:pt>
    <dgm:pt modelId="{D2A3702F-AE8C-4608-BD4A-BE5B5B2E8EF1}" type="pres">
      <dgm:prSet presAssocID="{CE01B27B-2AED-44ED-9D85-049D1A6A892D}" presName="parentLeftMargin" presStyleLbl="node1" presStyleIdx="0" presStyleCnt="5"/>
      <dgm:spPr/>
    </dgm:pt>
    <dgm:pt modelId="{360F1017-7C7A-437F-A11F-DBC3A52D1D70}" type="pres">
      <dgm:prSet presAssocID="{CE01B27B-2AED-44ED-9D85-049D1A6A892D}" presName="parentText" presStyleLbl="node1" presStyleIdx="0" presStyleCnt="5" custScaleX="142857">
        <dgm:presLayoutVars>
          <dgm:chMax val="0"/>
          <dgm:bulletEnabled val="1"/>
        </dgm:presLayoutVars>
      </dgm:prSet>
      <dgm:spPr/>
    </dgm:pt>
    <dgm:pt modelId="{9E0F83B0-97D0-4C49-9317-01CA58FE4728}" type="pres">
      <dgm:prSet presAssocID="{CE01B27B-2AED-44ED-9D85-049D1A6A892D}" presName="negativeSpace" presStyleCnt="0"/>
      <dgm:spPr/>
    </dgm:pt>
    <dgm:pt modelId="{4E883CDB-A793-4B2E-A42E-9D6A3BEC0F6B}" type="pres">
      <dgm:prSet presAssocID="{CE01B27B-2AED-44ED-9D85-049D1A6A892D}" presName="childText" presStyleLbl="conFgAcc1" presStyleIdx="0" presStyleCnt="5">
        <dgm:presLayoutVars>
          <dgm:bulletEnabled val="1"/>
        </dgm:presLayoutVars>
      </dgm:prSet>
      <dgm:spPr/>
    </dgm:pt>
    <dgm:pt modelId="{5917E4D7-1455-4A81-A109-E8934BE05D40}" type="pres">
      <dgm:prSet presAssocID="{CAFD6DC7-5E57-48BA-BBC5-DDF3E81DD15C}" presName="spaceBetweenRectangles" presStyleCnt="0"/>
      <dgm:spPr/>
    </dgm:pt>
    <dgm:pt modelId="{1209B7C6-D7C1-4F0D-83A8-3EA1AEC38FB9}" type="pres">
      <dgm:prSet presAssocID="{63AE765F-8B32-4BB7-9FA6-6ACB15B25086}" presName="parentLin" presStyleCnt="0"/>
      <dgm:spPr/>
    </dgm:pt>
    <dgm:pt modelId="{6CC46E40-78A3-4E9A-BCE2-C553726430F8}" type="pres">
      <dgm:prSet presAssocID="{63AE765F-8B32-4BB7-9FA6-6ACB15B25086}" presName="parentLeftMargin" presStyleLbl="node1" presStyleIdx="0" presStyleCnt="5"/>
      <dgm:spPr/>
    </dgm:pt>
    <dgm:pt modelId="{97AF5CDF-6630-466B-BA67-7D78A8B3F25F}" type="pres">
      <dgm:prSet presAssocID="{63AE765F-8B32-4BB7-9FA6-6ACB15B25086}" presName="parentText" presStyleLbl="node1" presStyleIdx="1" presStyleCnt="5" custScaleX="142857">
        <dgm:presLayoutVars>
          <dgm:chMax val="0"/>
          <dgm:bulletEnabled val="1"/>
        </dgm:presLayoutVars>
      </dgm:prSet>
      <dgm:spPr/>
    </dgm:pt>
    <dgm:pt modelId="{02C724F4-0668-451C-85E6-CBD592C8875E}" type="pres">
      <dgm:prSet presAssocID="{63AE765F-8B32-4BB7-9FA6-6ACB15B25086}" presName="negativeSpace" presStyleCnt="0"/>
      <dgm:spPr/>
    </dgm:pt>
    <dgm:pt modelId="{07B4DA5C-8D4D-4BC0-8BB6-B3986FA3C271}" type="pres">
      <dgm:prSet presAssocID="{63AE765F-8B32-4BB7-9FA6-6ACB15B25086}" presName="childText" presStyleLbl="conFgAcc1" presStyleIdx="1" presStyleCnt="5">
        <dgm:presLayoutVars>
          <dgm:bulletEnabled val="1"/>
        </dgm:presLayoutVars>
      </dgm:prSet>
      <dgm:spPr/>
    </dgm:pt>
    <dgm:pt modelId="{192F8998-5D34-4B74-A72D-BE238C5F03CF}" type="pres">
      <dgm:prSet presAssocID="{48D2BBFA-83A9-45E8-B663-F562452F9144}" presName="spaceBetweenRectangles" presStyleCnt="0"/>
      <dgm:spPr/>
    </dgm:pt>
    <dgm:pt modelId="{E33EB4AA-142D-4E51-A25A-8AAD15561625}" type="pres">
      <dgm:prSet presAssocID="{73ED11C6-0380-400E-8B26-590DA76EEE7A}" presName="parentLin" presStyleCnt="0"/>
      <dgm:spPr/>
    </dgm:pt>
    <dgm:pt modelId="{1F5C5E4F-D8BD-43A7-B29C-2A9C3CE8B326}" type="pres">
      <dgm:prSet presAssocID="{73ED11C6-0380-400E-8B26-590DA76EEE7A}" presName="parentLeftMargin" presStyleLbl="node1" presStyleIdx="1" presStyleCnt="5"/>
      <dgm:spPr/>
    </dgm:pt>
    <dgm:pt modelId="{AC910314-C3BB-48FA-81E5-1A97E45490E4}" type="pres">
      <dgm:prSet presAssocID="{73ED11C6-0380-400E-8B26-590DA76EEE7A}" presName="parentText" presStyleLbl="node1" presStyleIdx="2" presStyleCnt="5" custScaleX="138570">
        <dgm:presLayoutVars>
          <dgm:chMax val="0"/>
          <dgm:bulletEnabled val="1"/>
        </dgm:presLayoutVars>
      </dgm:prSet>
      <dgm:spPr/>
    </dgm:pt>
    <dgm:pt modelId="{C68B79A1-9B95-4392-8B44-84FC0A6A8221}" type="pres">
      <dgm:prSet presAssocID="{73ED11C6-0380-400E-8B26-590DA76EEE7A}" presName="negativeSpace" presStyleCnt="0"/>
      <dgm:spPr/>
    </dgm:pt>
    <dgm:pt modelId="{7D31502B-A0A5-46C6-AFAD-A3A2EE119AF8}" type="pres">
      <dgm:prSet presAssocID="{73ED11C6-0380-400E-8B26-590DA76EEE7A}" presName="childText" presStyleLbl="conFgAcc1" presStyleIdx="2" presStyleCnt="5">
        <dgm:presLayoutVars>
          <dgm:bulletEnabled val="1"/>
        </dgm:presLayoutVars>
      </dgm:prSet>
      <dgm:spPr/>
    </dgm:pt>
    <dgm:pt modelId="{DFFE7B2E-9AB1-43C3-8754-A7489A9818CA}" type="pres">
      <dgm:prSet presAssocID="{CE30F90E-2BAE-40FA-B667-A9A92E9F8727}" presName="spaceBetweenRectangles" presStyleCnt="0"/>
      <dgm:spPr/>
    </dgm:pt>
    <dgm:pt modelId="{4E4A9BB7-AB5E-44D9-8662-FF0291D209C3}" type="pres">
      <dgm:prSet presAssocID="{A02CB8B2-065B-409E-9E27-8731CBC1B2E1}" presName="parentLin" presStyleCnt="0"/>
      <dgm:spPr/>
    </dgm:pt>
    <dgm:pt modelId="{6E4B9AA9-F5DD-4BF0-BE08-E540A0CD8365}" type="pres">
      <dgm:prSet presAssocID="{A02CB8B2-065B-409E-9E27-8731CBC1B2E1}" presName="parentLeftMargin" presStyleLbl="node1" presStyleIdx="2" presStyleCnt="5"/>
      <dgm:spPr/>
    </dgm:pt>
    <dgm:pt modelId="{C2CA7FBD-B607-40AE-AA69-539603E1DBF3}" type="pres">
      <dgm:prSet presAssocID="{A02CB8B2-065B-409E-9E27-8731CBC1B2E1}" presName="parentText" presStyleLbl="node1" presStyleIdx="3" presStyleCnt="5" custScaleX="142857">
        <dgm:presLayoutVars>
          <dgm:chMax val="0"/>
          <dgm:bulletEnabled val="1"/>
        </dgm:presLayoutVars>
      </dgm:prSet>
      <dgm:spPr/>
    </dgm:pt>
    <dgm:pt modelId="{087D1D56-F29F-4DBC-90C1-064C16111CD7}" type="pres">
      <dgm:prSet presAssocID="{A02CB8B2-065B-409E-9E27-8731CBC1B2E1}" presName="negativeSpace" presStyleCnt="0"/>
      <dgm:spPr/>
    </dgm:pt>
    <dgm:pt modelId="{BE6C2D45-E241-4C45-AB54-3DADD336CDF9}" type="pres">
      <dgm:prSet presAssocID="{A02CB8B2-065B-409E-9E27-8731CBC1B2E1}" presName="childText" presStyleLbl="conFgAcc1" presStyleIdx="3" presStyleCnt="5" custLinFactNeighborY="28835">
        <dgm:presLayoutVars>
          <dgm:bulletEnabled val="1"/>
        </dgm:presLayoutVars>
      </dgm:prSet>
      <dgm:spPr/>
    </dgm:pt>
    <dgm:pt modelId="{C42B1972-3CDF-4429-93E0-4340A8679902}" type="pres">
      <dgm:prSet presAssocID="{7E8513ED-35FE-4810-A092-C3DC47C841ED}" presName="spaceBetweenRectangles" presStyleCnt="0"/>
      <dgm:spPr/>
    </dgm:pt>
    <dgm:pt modelId="{B5EDD945-7691-4194-9EB3-BB4D082BA95D}" type="pres">
      <dgm:prSet presAssocID="{B75955FA-A23B-4A77-8765-1D2FBECEE46F}" presName="parentLin" presStyleCnt="0"/>
      <dgm:spPr/>
    </dgm:pt>
    <dgm:pt modelId="{C242739B-9BE1-4D7D-B0DF-210244E32C60}" type="pres">
      <dgm:prSet presAssocID="{B75955FA-A23B-4A77-8765-1D2FBECEE46F}" presName="parentLeftMargin" presStyleLbl="node1" presStyleIdx="3" presStyleCnt="5"/>
      <dgm:spPr/>
    </dgm:pt>
    <dgm:pt modelId="{4E15A7A6-68EC-4332-A7A8-F5742C71DC01}" type="pres">
      <dgm:prSet presAssocID="{B75955FA-A23B-4A77-8765-1D2FBECEE46F}" presName="parentText" presStyleLbl="node1" presStyleIdx="4" presStyleCnt="5" custScaleX="142857">
        <dgm:presLayoutVars>
          <dgm:chMax val="0"/>
          <dgm:bulletEnabled val="1"/>
        </dgm:presLayoutVars>
      </dgm:prSet>
      <dgm:spPr/>
    </dgm:pt>
    <dgm:pt modelId="{7767D3C2-0EF9-435A-8207-35FCD5740A63}" type="pres">
      <dgm:prSet presAssocID="{B75955FA-A23B-4A77-8765-1D2FBECEE46F}" presName="negativeSpace" presStyleCnt="0"/>
      <dgm:spPr/>
    </dgm:pt>
    <dgm:pt modelId="{9FCDDA6C-E594-482D-8E15-3CB8889DC949}" type="pres">
      <dgm:prSet presAssocID="{B75955FA-A23B-4A77-8765-1D2FBECEE46F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BEB77D0C-1E58-408E-924B-E708498AA2EB}" type="presOf" srcId="{CE01B27B-2AED-44ED-9D85-049D1A6A892D}" destId="{D2A3702F-AE8C-4608-BD4A-BE5B5B2E8EF1}" srcOrd="0" destOrd="0" presId="urn:microsoft.com/office/officeart/2005/8/layout/list1"/>
    <dgm:cxn modelId="{9DEB6F5B-3139-4CC5-AD28-5ACCF57EDDCE}" type="presOf" srcId="{73ED11C6-0380-400E-8B26-590DA76EEE7A}" destId="{AC910314-C3BB-48FA-81E5-1A97E45490E4}" srcOrd="1" destOrd="0" presId="urn:microsoft.com/office/officeart/2005/8/layout/list1"/>
    <dgm:cxn modelId="{466D8D5B-18C1-4958-AD1D-07A811E83C2C}" srcId="{4913BD8F-A9CB-4032-BFB3-58F308E0BF32}" destId="{73ED11C6-0380-400E-8B26-590DA76EEE7A}" srcOrd="2" destOrd="0" parTransId="{24116EEA-FB37-42B7-860E-3A32DABAAB07}" sibTransId="{CE30F90E-2BAE-40FA-B667-A9A92E9F8727}"/>
    <dgm:cxn modelId="{956C695F-5F32-416F-96C9-0C154FF4D574}" type="presOf" srcId="{B75955FA-A23B-4A77-8765-1D2FBECEE46F}" destId="{C242739B-9BE1-4D7D-B0DF-210244E32C60}" srcOrd="0" destOrd="0" presId="urn:microsoft.com/office/officeart/2005/8/layout/list1"/>
    <dgm:cxn modelId="{8AB25263-D121-4CF0-B3E0-622CA8EDC914}" srcId="{4913BD8F-A9CB-4032-BFB3-58F308E0BF32}" destId="{B75955FA-A23B-4A77-8765-1D2FBECEE46F}" srcOrd="4" destOrd="0" parTransId="{397458DF-4F85-477E-8F04-D4F0495FB51B}" sibTransId="{E0373EA3-937F-4BC1-BB15-93EEB8A54F4B}"/>
    <dgm:cxn modelId="{BEA9B954-1E13-48E8-A9E4-534EA89DA355}" srcId="{4913BD8F-A9CB-4032-BFB3-58F308E0BF32}" destId="{63AE765F-8B32-4BB7-9FA6-6ACB15B25086}" srcOrd="1" destOrd="0" parTransId="{2144E5E1-0C26-446A-8828-A42E4EF81EA7}" sibTransId="{48D2BBFA-83A9-45E8-B663-F562452F9144}"/>
    <dgm:cxn modelId="{DAF1CC81-5289-4372-93F5-34D86180F09A}" type="presOf" srcId="{B75955FA-A23B-4A77-8765-1D2FBECEE46F}" destId="{4E15A7A6-68EC-4332-A7A8-F5742C71DC01}" srcOrd="1" destOrd="0" presId="urn:microsoft.com/office/officeart/2005/8/layout/list1"/>
    <dgm:cxn modelId="{CDC8D887-E1B4-43BE-965D-396866EB395F}" type="presOf" srcId="{63AE765F-8B32-4BB7-9FA6-6ACB15B25086}" destId="{6CC46E40-78A3-4E9A-BCE2-C553726430F8}" srcOrd="0" destOrd="0" presId="urn:microsoft.com/office/officeart/2005/8/layout/list1"/>
    <dgm:cxn modelId="{F3840C90-C779-4F8F-9C5D-97A26D90D421}" type="presOf" srcId="{4913BD8F-A9CB-4032-BFB3-58F308E0BF32}" destId="{2D510586-8E5B-4D02-93AF-8E7A6FE2EC49}" srcOrd="0" destOrd="0" presId="urn:microsoft.com/office/officeart/2005/8/layout/list1"/>
    <dgm:cxn modelId="{2FDC6998-800E-4D60-A392-E62287C9DEE8}" type="presOf" srcId="{63AE765F-8B32-4BB7-9FA6-6ACB15B25086}" destId="{97AF5CDF-6630-466B-BA67-7D78A8B3F25F}" srcOrd="1" destOrd="0" presId="urn:microsoft.com/office/officeart/2005/8/layout/list1"/>
    <dgm:cxn modelId="{DF48009A-1644-4DEB-9379-54BB29FB6D79}" srcId="{4913BD8F-A9CB-4032-BFB3-58F308E0BF32}" destId="{A02CB8B2-065B-409E-9E27-8731CBC1B2E1}" srcOrd="3" destOrd="0" parTransId="{7B62D077-CFAC-4D24-BA95-11AA5E486BFE}" sibTransId="{7E8513ED-35FE-4810-A092-C3DC47C841ED}"/>
    <dgm:cxn modelId="{97C665B0-7D86-4445-9C77-230C9F58CCA8}" type="presOf" srcId="{73ED11C6-0380-400E-8B26-590DA76EEE7A}" destId="{1F5C5E4F-D8BD-43A7-B29C-2A9C3CE8B326}" srcOrd="0" destOrd="0" presId="urn:microsoft.com/office/officeart/2005/8/layout/list1"/>
    <dgm:cxn modelId="{F218C3CE-BB07-4042-B163-0126AC1B11DF}" type="presOf" srcId="{CE01B27B-2AED-44ED-9D85-049D1A6A892D}" destId="{360F1017-7C7A-437F-A11F-DBC3A52D1D70}" srcOrd="1" destOrd="0" presId="urn:microsoft.com/office/officeart/2005/8/layout/list1"/>
    <dgm:cxn modelId="{BD5B30D3-5389-420B-B524-86EC71E9B63C}" type="presOf" srcId="{A02CB8B2-065B-409E-9E27-8731CBC1B2E1}" destId="{C2CA7FBD-B607-40AE-AA69-539603E1DBF3}" srcOrd="1" destOrd="0" presId="urn:microsoft.com/office/officeart/2005/8/layout/list1"/>
    <dgm:cxn modelId="{78FC82F5-6D0C-4394-AE1E-E2F16C66B531}" srcId="{4913BD8F-A9CB-4032-BFB3-58F308E0BF32}" destId="{CE01B27B-2AED-44ED-9D85-049D1A6A892D}" srcOrd="0" destOrd="0" parTransId="{FC4992EE-8272-473E-A2A2-124BB01F6C53}" sibTransId="{CAFD6DC7-5E57-48BA-BBC5-DDF3E81DD15C}"/>
    <dgm:cxn modelId="{834E76F7-C15F-42F3-889F-615F0D19AC40}" type="presOf" srcId="{A02CB8B2-065B-409E-9E27-8731CBC1B2E1}" destId="{6E4B9AA9-F5DD-4BF0-BE08-E540A0CD8365}" srcOrd="0" destOrd="0" presId="urn:microsoft.com/office/officeart/2005/8/layout/list1"/>
    <dgm:cxn modelId="{96388EA1-56EC-43B5-AD39-7680EFB31EDA}" type="presParOf" srcId="{2D510586-8E5B-4D02-93AF-8E7A6FE2EC49}" destId="{F804E815-447F-4843-AE5C-E1D14FC2DAD6}" srcOrd="0" destOrd="0" presId="urn:microsoft.com/office/officeart/2005/8/layout/list1"/>
    <dgm:cxn modelId="{C8FBCB83-74BB-4123-82C8-2DC605C5A873}" type="presParOf" srcId="{F804E815-447F-4843-AE5C-E1D14FC2DAD6}" destId="{D2A3702F-AE8C-4608-BD4A-BE5B5B2E8EF1}" srcOrd="0" destOrd="0" presId="urn:microsoft.com/office/officeart/2005/8/layout/list1"/>
    <dgm:cxn modelId="{12083F58-596D-474C-B6B9-7A17652A07F0}" type="presParOf" srcId="{F804E815-447F-4843-AE5C-E1D14FC2DAD6}" destId="{360F1017-7C7A-437F-A11F-DBC3A52D1D70}" srcOrd="1" destOrd="0" presId="urn:microsoft.com/office/officeart/2005/8/layout/list1"/>
    <dgm:cxn modelId="{AC4C05C2-3EDC-4307-9BCD-50CBFDCBB236}" type="presParOf" srcId="{2D510586-8E5B-4D02-93AF-8E7A6FE2EC49}" destId="{9E0F83B0-97D0-4C49-9317-01CA58FE4728}" srcOrd="1" destOrd="0" presId="urn:microsoft.com/office/officeart/2005/8/layout/list1"/>
    <dgm:cxn modelId="{0CB1324B-F9D3-4D51-B98A-ED6D913F0C7E}" type="presParOf" srcId="{2D510586-8E5B-4D02-93AF-8E7A6FE2EC49}" destId="{4E883CDB-A793-4B2E-A42E-9D6A3BEC0F6B}" srcOrd="2" destOrd="0" presId="urn:microsoft.com/office/officeart/2005/8/layout/list1"/>
    <dgm:cxn modelId="{AA7035C8-73D4-437E-88A7-CF05A4A6579A}" type="presParOf" srcId="{2D510586-8E5B-4D02-93AF-8E7A6FE2EC49}" destId="{5917E4D7-1455-4A81-A109-E8934BE05D40}" srcOrd="3" destOrd="0" presId="urn:microsoft.com/office/officeart/2005/8/layout/list1"/>
    <dgm:cxn modelId="{C96E88E1-ADF8-48F7-980D-44BC24045101}" type="presParOf" srcId="{2D510586-8E5B-4D02-93AF-8E7A6FE2EC49}" destId="{1209B7C6-D7C1-4F0D-83A8-3EA1AEC38FB9}" srcOrd="4" destOrd="0" presId="urn:microsoft.com/office/officeart/2005/8/layout/list1"/>
    <dgm:cxn modelId="{DB24FD7A-0D6B-4260-B28D-DD36780643A9}" type="presParOf" srcId="{1209B7C6-D7C1-4F0D-83A8-3EA1AEC38FB9}" destId="{6CC46E40-78A3-4E9A-BCE2-C553726430F8}" srcOrd="0" destOrd="0" presId="urn:microsoft.com/office/officeart/2005/8/layout/list1"/>
    <dgm:cxn modelId="{EC16348E-3BB2-4053-A61C-6FC42C83B334}" type="presParOf" srcId="{1209B7C6-D7C1-4F0D-83A8-3EA1AEC38FB9}" destId="{97AF5CDF-6630-466B-BA67-7D78A8B3F25F}" srcOrd="1" destOrd="0" presId="urn:microsoft.com/office/officeart/2005/8/layout/list1"/>
    <dgm:cxn modelId="{09BE30CF-77D3-4C1A-BDC3-4287A0C6BD85}" type="presParOf" srcId="{2D510586-8E5B-4D02-93AF-8E7A6FE2EC49}" destId="{02C724F4-0668-451C-85E6-CBD592C8875E}" srcOrd="5" destOrd="0" presId="urn:microsoft.com/office/officeart/2005/8/layout/list1"/>
    <dgm:cxn modelId="{306D46D4-8212-45A9-A9D8-408191FA010E}" type="presParOf" srcId="{2D510586-8E5B-4D02-93AF-8E7A6FE2EC49}" destId="{07B4DA5C-8D4D-4BC0-8BB6-B3986FA3C271}" srcOrd="6" destOrd="0" presId="urn:microsoft.com/office/officeart/2005/8/layout/list1"/>
    <dgm:cxn modelId="{EB917694-6408-4C1E-84BB-6FFB5E169382}" type="presParOf" srcId="{2D510586-8E5B-4D02-93AF-8E7A6FE2EC49}" destId="{192F8998-5D34-4B74-A72D-BE238C5F03CF}" srcOrd="7" destOrd="0" presId="urn:microsoft.com/office/officeart/2005/8/layout/list1"/>
    <dgm:cxn modelId="{41A4F1A9-D266-4892-B104-BB57A3E5E200}" type="presParOf" srcId="{2D510586-8E5B-4D02-93AF-8E7A6FE2EC49}" destId="{E33EB4AA-142D-4E51-A25A-8AAD15561625}" srcOrd="8" destOrd="0" presId="urn:microsoft.com/office/officeart/2005/8/layout/list1"/>
    <dgm:cxn modelId="{814447FD-FE9E-4C88-BE72-1CEFC68239C6}" type="presParOf" srcId="{E33EB4AA-142D-4E51-A25A-8AAD15561625}" destId="{1F5C5E4F-D8BD-43A7-B29C-2A9C3CE8B326}" srcOrd="0" destOrd="0" presId="urn:microsoft.com/office/officeart/2005/8/layout/list1"/>
    <dgm:cxn modelId="{EAC6CD35-F45B-4311-BB78-7EF1F7B1E061}" type="presParOf" srcId="{E33EB4AA-142D-4E51-A25A-8AAD15561625}" destId="{AC910314-C3BB-48FA-81E5-1A97E45490E4}" srcOrd="1" destOrd="0" presId="urn:microsoft.com/office/officeart/2005/8/layout/list1"/>
    <dgm:cxn modelId="{426CCD76-9873-480F-8A4C-ED3380C7DBE3}" type="presParOf" srcId="{2D510586-8E5B-4D02-93AF-8E7A6FE2EC49}" destId="{C68B79A1-9B95-4392-8B44-84FC0A6A8221}" srcOrd="9" destOrd="0" presId="urn:microsoft.com/office/officeart/2005/8/layout/list1"/>
    <dgm:cxn modelId="{BD2CBFFF-6953-4EF8-B29F-6C22BA62D4FA}" type="presParOf" srcId="{2D510586-8E5B-4D02-93AF-8E7A6FE2EC49}" destId="{7D31502B-A0A5-46C6-AFAD-A3A2EE119AF8}" srcOrd="10" destOrd="0" presId="urn:microsoft.com/office/officeart/2005/8/layout/list1"/>
    <dgm:cxn modelId="{21AAC1AE-7C72-4CD0-875A-0A9EB6AF64C0}" type="presParOf" srcId="{2D510586-8E5B-4D02-93AF-8E7A6FE2EC49}" destId="{DFFE7B2E-9AB1-43C3-8754-A7489A9818CA}" srcOrd="11" destOrd="0" presId="urn:microsoft.com/office/officeart/2005/8/layout/list1"/>
    <dgm:cxn modelId="{776EE043-7004-4A70-84DF-7F6B4AB391C8}" type="presParOf" srcId="{2D510586-8E5B-4D02-93AF-8E7A6FE2EC49}" destId="{4E4A9BB7-AB5E-44D9-8662-FF0291D209C3}" srcOrd="12" destOrd="0" presId="urn:microsoft.com/office/officeart/2005/8/layout/list1"/>
    <dgm:cxn modelId="{782069B6-8D22-424E-8579-C0E42D9F3B98}" type="presParOf" srcId="{4E4A9BB7-AB5E-44D9-8662-FF0291D209C3}" destId="{6E4B9AA9-F5DD-4BF0-BE08-E540A0CD8365}" srcOrd="0" destOrd="0" presId="urn:microsoft.com/office/officeart/2005/8/layout/list1"/>
    <dgm:cxn modelId="{F3C5FE06-0F59-4A40-B0A5-81570159D110}" type="presParOf" srcId="{4E4A9BB7-AB5E-44D9-8662-FF0291D209C3}" destId="{C2CA7FBD-B607-40AE-AA69-539603E1DBF3}" srcOrd="1" destOrd="0" presId="urn:microsoft.com/office/officeart/2005/8/layout/list1"/>
    <dgm:cxn modelId="{0DA761A1-2C3B-4EBC-A359-BDF3C368D5A1}" type="presParOf" srcId="{2D510586-8E5B-4D02-93AF-8E7A6FE2EC49}" destId="{087D1D56-F29F-4DBC-90C1-064C16111CD7}" srcOrd="13" destOrd="0" presId="urn:microsoft.com/office/officeart/2005/8/layout/list1"/>
    <dgm:cxn modelId="{DB710E1E-1336-4635-8F42-F803CE166E02}" type="presParOf" srcId="{2D510586-8E5B-4D02-93AF-8E7A6FE2EC49}" destId="{BE6C2D45-E241-4C45-AB54-3DADD336CDF9}" srcOrd="14" destOrd="0" presId="urn:microsoft.com/office/officeart/2005/8/layout/list1"/>
    <dgm:cxn modelId="{94940AA9-4BFA-457F-BE4D-6721E888E1DD}" type="presParOf" srcId="{2D510586-8E5B-4D02-93AF-8E7A6FE2EC49}" destId="{C42B1972-3CDF-4429-93E0-4340A8679902}" srcOrd="15" destOrd="0" presId="urn:microsoft.com/office/officeart/2005/8/layout/list1"/>
    <dgm:cxn modelId="{7241A7C3-4280-44D0-8E43-AF80128926C5}" type="presParOf" srcId="{2D510586-8E5B-4D02-93AF-8E7A6FE2EC49}" destId="{B5EDD945-7691-4194-9EB3-BB4D082BA95D}" srcOrd="16" destOrd="0" presId="urn:microsoft.com/office/officeart/2005/8/layout/list1"/>
    <dgm:cxn modelId="{96AE97B8-4432-4231-B713-6DA47B9EAF90}" type="presParOf" srcId="{B5EDD945-7691-4194-9EB3-BB4D082BA95D}" destId="{C242739B-9BE1-4D7D-B0DF-210244E32C60}" srcOrd="0" destOrd="0" presId="urn:microsoft.com/office/officeart/2005/8/layout/list1"/>
    <dgm:cxn modelId="{6B455ECE-4B3B-49C2-A29A-906B7753DA12}" type="presParOf" srcId="{B5EDD945-7691-4194-9EB3-BB4D082BA95D}" destId="{4E15A7A6-68EC-4332-A7A8-F5742C71DC01}" srcOrd="1" destOrd="0" presId="urn:microsoft.com/office/officeart/2005/8/layout/list1"/>
    <dgm:cxn modelId="{7C4CB3A7-BF8B-4326-ABB7-BAB958128D68}" type="presParOf" srcId="{2D510586-8E5B-4D02-93AF-8E7A6FE2EC49}" destId="{7767D3C2-0EF9-435A-8207-35FCD5740A63}" srcOrd="17" destOrd="0" presId="urn:microsoft.com/office/officeart/2005/8/layout/list1"/>
    <dgm:cxn modelId="{0CD0D6EE-96D5-4734-BABF-18BF92484BBF}" type="presParOf" srcId="{2D510586-8E5B-4D02-93AF-8E7A6FE2EC49}" destId="{9FCDDA6C-E594-482D-8E15-3CB8889DC949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83FD52F-B1BA-4C63-B285-8CE9A3A4C1A9}" type="doc">
      <dgm:prSet loTypeId="urn:microsoft.com/office/officeart/2005/8/layout/hList3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ru-RU"/>
        </a:p>
      </dgm:t>
    </dgm:pt>
    <dgm:pt modelId="{48C94F97-5CDC-479A-B4A5-62F081083C32}">
      <dgm:prSet phldrT="[Текст]">
        <dgm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/>
            <a:t>Проекты обычно инициируются в результате одного или нескольких стратегических соображений:</a:t>
          </a:r>
        </a:p>
      </dgm:t>
    </dgm:pt>
    <dgm:pt modelId="{2D938973-18BF-402F-9D96-AB22A03F1F7D}" type="parTrans" cxnId="{9F63E921-53A0-4908-9E61-69828157B575}">
      <dgm:prSet/>
      <dgm:spPr/>
      <dgm:t>
        <a:bodyPr/>
        <a:lstStyle/>
        <a:p>
          <a:endParaRPr lang="ru-RU"/>
        </a:p>
      </dgm:t>
    </dgm:pt>
    <dgm:pt modelId="{1BA127B3-825C-4296-A9FA-03F31471CFE7}" type="sibTrans" cxnId="{9F63E921-53A0-4908-9E61-69828157B575}">
      <dgm:prSet/>
      <dgm:spPr/>
      <dgm:t>
        <a:bodyPr/>
        <a:lstStyle/>
        <a:p>
          <a:endParaRPr lang="ru-RU"/>
        </a:p>
      </dgm:t>
    </dgm:pt>
    <dgm:pt modelId="{33F24CF7-EFB1-432C-B732-74239B2E232F}">
      <dgm:prSet phldrT="[Текст]" custT="1"/>
      <dgm:spPr/>
      <dgm:t>
        <a:bodyPr/>
        <a:lstStyle/>
        <a:p>
          <a:r>
            <a:rPr lang="ru-RU" sz="1800" b="1" dirty="0"/>
            <a:t> требования рынка </a:t>
          </a:r>
        </a:p>
      </dgm:t>
    </dgm:pt>
    <dgm:pt modelId="{1699E407-EA80-414A-BBC2-064D0C1683D6}" type="parTrans" cxnId="{4C37F4AF-A200-4443-B77B-1F54F83C8A51}">
      <dgm:prSet/>
      <dgm:spPr/>
      <dgm:t>
        <a:bodyPr/>
        <a:lstStyle/>
        <a:p>
          <a:endParaRPr lang="ru-RU"/>
        </a:p>
      </dgm:t>
    </dgm:pt>
    <dgm:pt modelId="{70025E96-9878-4C15-9857-27D5D0CC6166}" type="sibTrans" cxnId="{4C37F4AF-A200-4443-B77B-1F54F83C8A51}">
      <dgm:prSet/>
      <dgm:spPr/>
      <dgm:t>
        <a:bodyPr/>
        <a:lstStyle/>
        <a:p>
          <a:endParaRPr lang="ru-RU"/>
        </a:p>
      </dgm:t>
    </dgm:pt>
    <dgm:pt modelId="{3E3AAC97-8F8F-4418-8D0F-E921FC75E2A2}">
      <dgm:prSet phldrT="[Текст]" custT="1"/>
      <dgm:spPr/>
      <dgm:t>
        <a:bodyPr/>
        <a:lstStyle/>
        <a:p>
          <a:r>
            <a:rPr lang="ru-RU" sz="1800" b="1" dirty="0"/>
            <a:t>нужды организации </a:t>
          </a:r>
        </a:p>
      </dgm:t>
    </dgm:pt>
    <dgm:pt modelId="{4E6796BB-DF20-4884-9795-30D94158A619}" type="parTrans" cxnId="{5723500F-F00B-4F55-AD11-511FBA2A9FD3}">
      <dgm:prSet/>
      <dgm:spPr/>
      <dgm:t>
        <a:bodyPr/>
        <a:lstStyle/>
        <a:p>
          <a:endParaRPr lang="ru-RU"/>
        </a:p>
      </dgm:t>
    </dgm:pt>
    <dgm:pt modelId="{371E2C16-C2E5-4558-9969-28D81006E4DA}" type="sibTrans" cxnId="{5723500F-F00B-4F55-AD11-511FBA2A9FD3}">
      <dgm:prSet/>
      <dgm:spPr/>
      <dgm:t>
        <a:bodyPr/>
        <a:lstStyle/>
        <a:p>
          <a:endParaRPr lang="ru-RU"/>
        </a:p>
      </dgm:t>
    </dgm:pt>
    <dgm:pt modelId="{18C31287-9D0D-4214-8C65-5D423E950F9D}">
      <dgm:prSet phldrT="[Текст]" custT="1"/>
      <dgm:spPr/>
      <dgm:t>
        <a:bodyPr/>
        <a:lstStyle/>
        <a:p>
          <a:r>
            <a:rPr lang="ru-RU" sz="1800" b="1" dirty="0"/>
            <a:t>требования заказчика </a:t>
          </a:r>
        </a:p>
      </dgm:t>
    </dgm:pt>
    <dgm:pt modelId="{53ED554E-C4D1-4424-AB23-A12D5549985F}" type="parTrans" cxnId="{9DFADDDB-6EF1-4C66-AF45-7A13EDA1614C}">
      <dgm:prSet/>
      <dgm:spPr/>
      <dgm:t>
        <a:bodyPr/>
        <a:lstStyle/>
        <a:p>
          <a:endParaRPr lang="ru-RU"/>
        </a:p>
      </dgm:t>
    </dgm:pt>
    <dgm:pt modelId="{7AC079E1-5FD2-44B2-9875-D6B16C2098AA}" type="sibTrans" cxnId="{9DFADDDB-6EF1-4C66-AF45-7A13EDA1614C}">
      <dgm:prSet/>
      <dgm:spPr/>
      <dgm:t>
        <a:bodyPr/>
        <a:lstStyle/>
        <a:p>
          <a:endParaRPr lang="ru-RU"/>
        </a:p>
      </dgm:t>
    </dgm:pt>
    <dgm:pt modelId="{3F3E85B0-6003-496C-9120-9FFC0B3ADBA2}">
      <dgm:prSet phldrT="[Текст]" custT="1"/>
      <dgm:spPr/>
      <dgm:t>
        <a:bodyPr/>
        <a:lstStyle/>
        <a:p>
          <a:pPr>
            <a:spcAft>
              <a:spcPts val="0"/>
            </a:spcAft>
          </a:pPr>
          <a:r>
            <a:rPr lang="ru-RU" sz="1800" b="1" dirty="0"/>
            <a:t>Технологи</a:t>
          </a:r>
        </a:p>
        <a:p>
          <a:pPr>
            <a:spcAft>
              <a:spcPts val="0"/>
            </a:spcAft>
          </a:pPr>
          <a:r>
            <a:rPr lang="ru-RU" sz="1800" b="1" dirty="0" err="1"/>
            <a:t>ческий</a:t>
          </a:r>
          <a:r>
            <a:rPr lang="ru-RU" sz="1800" b="1" dirty="0"/>
            <a:t> </a:t>
          </a:r>
        </a:p>
        <a:p>
          <a:pPr>
            <a:spcAft>
              <a:spcPts val="0"/>
            </a:spcAft>
          </a:pPr>
          <a:r>
            <a:rPr lang="ru-RU" sz="1800" b="1" dirty="0"/>
            <a:t>прогресс </a:t>
          </a:r>
        </a:p>
      </dgm:t>
    </dgm:pt>
    <dgm:pt modelId="{D75C2651-517D-49AC-AB62-E0179603A5E3}" type="parTrans" cxnId="{55FF86AC-F83B-4D6E-87B6-00987BE7CA30}">
      <dgm:prSet/>
      <dgm:spPr/>
      <dgm:t>
        <a:bodyPr/>
        <a:lstStyle/>
        <a:p>
          <a:endParaRPr lang="ru-RU"/>
        </a:p>
      </dgm:t>
    </dgm:pt>
    <dgm:pt modelId="{781D0919-2056-4AAF-A69A-9F780C94F6D6}" type="sibTrans" cxnId="{55FF86AC-F83B-4D6E-87B6-00987BE7CA30}">
      <dgm:prSet/>
      <dgm:spPr/>
      <dgm:t>
        <a:bodyPr/>
        <a:lstStyle/>
        <a:p>
          <a:endParaRPr lang="ru-RU"/>
        </a:p>
      </dgm:t>
    </dgm:pt>
    <dgm:pt modelId="{3D28540F-D3E0-4812-8AD9-E6699D63765F}">
      <dgm:prSet phldrT="[Текст]" custT="1"/>
      <dgm:spPr/>
      <dgm:t>
        <a:bodyPr/>
        <a:lstStyle/>
        <a:p>
          <a:pPr>
            <a:spcAft>
              <a:spcPts val="0"/>
            </a:spcAft>
          </a:pPr>
          <a:r>
            <a:rPr lang="ru-RU" sz="1800" b="1" dirty="0"/>
            <a:t>требования </a:t>
          </a:r>
          <a:r>
            <a:rPr lang="ru-RU" sz="1800" b="1" dirty="0" err="1"/>
            <a:t>законода</a:t>
          </a:r>
          <a:endParaRPr lang="ru-RU" sz="1800" b="1" dirty="0"/>
        </a:p>
        <a:p>
          <a:pPr>
            <a:spcAft>
              <a:spcPts val="0"/>
            </a:spcAft>
          </a:pPr>
          <a:r>
            <a:rPr lang="ru-RU" sz="1800" b="1" dirty="0" err="1"/>
            <a:t>тельства</a:t>
          </a:r>
          <a:r>
            <a:rPr lang="ru-RU" sz="1800" b="1" dirty="0"/>
            <a:t> </a:t>
          </a:r>
        </a:p>
      </dgm:t>
    </dgm:pt>
    <dgm:pt modelId="{59E2A584-5DCB-4C45-8D7A-B9B388B5906E}" type="parTrans" cxnId="{86305ACB-57BF-42FF-9CA1-61DD5743CB69}">
      <dgm:prSet/>
      <dgm:spPr/>
      <dgm:t>
        <a:bodyPr/>
        <a:lstStyle/>
        <a:p>
          <a:endParaRPr lang="ru-RU"/>
        </a:p>
      </dgm:t>
    </dgm:pt>
    <dgm:pt modelId="{FBBC2A6C-674E-4303-B5B6-B5500048DC3D}" type="sibTrans" cxnId="{86305ACB-57BF-42FF-9CA1-61DD5743CB69}">
      <dgm:prSet/>
      <dgm:spPr/>
      <dgm:t>
        <a:bodyPr/>
        <a:lstStyle/>
        <a:p>
          <a:endParaRPr lang="ru-RU"/>
        </a:p>
      </dgm:t>
    </dgm:pt>
    <dgm:pt modelId="{F6E5052D-E7B3-46AB-8F06-2B48210BC798}" type="pres">
      <dgm:prSet presAssocID="{183FD52F-B1BA-4C63-B285-8CE9A3A4C1A9}" presName="composite" presStyleCnt="0">
        <dgm:presLayoutVars>
          <dgm:chMax val="1"/>
          <dgm:dir/>
          <dgm:resizeHandles val="exact"/>
        </dgm:presLayoutVars>
      </dgm:prSet>
      <dgm:spPr/>
    </dgm:pt>
    <dgm:pt modelId="{D5B0672D-1569-47C6-BBAE-5C7B7A8B527A}" type="pres">
      <dgm:prSet presAssocID="{48C94F97-5CDC-479A-B4A5-62F081083C32}" presName="roof" presStyleLbl="dkBgShp" presStyleIdx="0" presStyleCnt="2" custLinFactNeighborY="-1903"/>
      <dgm:spPr/>
    </dgm:pt>
    <dgm:pt modelId="{22E0E1A8-758E-4854-9BE5-84D23D7EAA1B}" type="pres">
      <dgm:prSet presAssocID="{48C94F97-5CDC-479A-B4A5-62F081083C32}" presName="pillars" presStyleCnt="0"/>
      <dgm:spPr/>
    </dgm:pt>
    <dgm:pt modelId="{42A38C54-E728-49E1-BB64-F135182E8CE3}" type="pres">
      <dgm:prSet presAssocID="{48C94F97-5CDC-479A-B4A5-62F081083C32}" presName="pillar1" presStyleLbl="node1" presStyleIdx="0" presStyleCnt="5" custLinFactNeighborX="-1323" custLinFactNeighborY="-504">
        <dgm:presLayoutVars>
          <dgm:bulletEnabled val="1"/>
        </dgm:presLayoutVars>
      </dgm:prSet>
      <dgm:spPr/>
    </dgm:pt>
    <dgm:pt modelId="{C42A7BB1-C4F4-4494-B6E1-966CBF204D83}" type="pres">
      <dgm:prSet presAssocID="{3E3AAC97-8F8F-4418-8D0F-E921FC75E2A2}" presName="pillarX" presStyleLbl="node1" presStyleIdx="1" presStyleCnt="5">
        <dgm:presLayoutVars>
          <dgm:bulletEnabled val="1"/>
        </dgm:presLayoutVars>
      </dgm:prSet>
      <dgm:spPr/>
    </dgm:pt>
    <dgm:pt modelId="{1394B382-C2CD-4DD2-A9B9-785225C63B05}" type="pres">
      <dgm:prSet presAssocID="{18C31287-9D0D-4214-8C65-5D423E950F9D}" presName="pillarX" presStyleLbl="node1" presStyleIdx="2" presStyleCnt="5" custLinFactNeighborX="-12" custLinFactNeighborY="543">
        <dgm:presLayoutVars>
          <dgm:bulletEnabled val="1"/>
        </dgm:presLayoutVars>
      </dgm:prSet>
      <dgm:spPr/>
    </dgm:pt>
    <dgm:pt modelId="{62E954ED-ACCC-4749-B864-A0115CF29F6A}" type="pres">
      <dgm:prSet presAssocID="{3F3E85B0-6003-496C-9120-9FFC0B3ADBA2}" presName="pillarX" presStyleLbl="node1" presStyleIdx="3" presStyleCnt="5" custLinFactNeighborX="12" custLinFactNeighborY="543">
        <dgm:presLayoutVars>
          <dgm:bulletEnabled val="1"/>
        </dgm:presLayoutVars>
      </dgm:prSet>
      <dgm:spPr/>
    </dgm:pt>
    <dgm:pt modelId="{8AA4C930-4F83-47C6-96C9-1CDCF273238D}" type="pres">
      <dgm:prSet presAssocID="{3D28540F-D3E0-4812-8AD9-E6699D63765F}" presName="pillarX" presStyleLbl="node1" presStyleIdx="4" presStyleCnt="5">
        <dgm:presLayoutVars>
          <dgm:bulletEnabled val="1"/>
        </dgm:presLayoutVars>
      </dgm:prSet>
      <dgm:spPr/>
    </dgm:pt>
    <dgm:pt modelId="{FB5915F2-9128-4815-A4F7-09B89581B9EC}" type="pres">
      <dgm:prSet presAssocID="{48C94F97-5CDC-479A-B4A5-62F081083C32}" presName="base" presStyleLbl="dkBgShp" presStyleIdx="1" presStyleCnt="2"/>
      <dgm:spPr/>
    </dgm:pt>
  </dgm:ptLst>
  <dgm:cxnLst>
    <dgm:cxn modelId="{5723500F-F00B-4F55-AD11-511FBA2A9FD3}" srcId="{48C94F97-5CDC-479A-B4A5-62F081083C32}" destId="{3E3AAC97-8F8F-4418-8D0F-E921FC75E2A2}" srcOrd="1" destOrd="0" parTransId="{4E6796BB-DF20-4884-9795-30D94158A619}" sibTransId="{371E2C16-C2E5-4558-9969-28D81006E4DA}"/>
    <dgm:cxn modelId="{12868E10-C86E-47C3-A98F-EEC1A6BCCBA2}" type="presOf" srcId="{3E3AAC97-8F8F-4418-8D0F-E921FC75E2A2}" destId="{C42A7BB1-C4F4-4494-B6E1-966CBF204D83}" srcOrd="0" destOrd="0" presId="urn:microsoft.com/office/officeart/2005/8/layout/hList3"/>
    <dgm:cxn modelId="{9F63E921-53A0-4908-9E61-69828157B575}" srcId="{183FD52F-B1BA-4C63-B285-8CE9A3A4C1A9}" destId="{48C94F97-5CDC-479A-B4A5-62F081083C32}" srcOrd="0" destOrd="0" parTransId="{2D938973-18BF-402F-9D96-AB22A03F1F7D}" sibTransId="{1BA127B3-825C-4296-A9FA-03F31471CFE7}"/>
    <dgm:cxn modelId="{84493F3F-9A28-45D9-BA5B-D8684C9B5AB5}" type="presOf" srcId="{3D28540F-D3E0-4812-8AD9-E6699D63765F}" destId="{8AA4C930-4F83-47C6-96C9-1CDCF273238D}" srcOrd="0" destOrd="0" presId="urn:microsoft.com/office/officeart/2005/8/layout/hList3"/>
    <dgm:cxn modelId="{E589B779-F00D-4B29-AD9B-5D045A1886EA}" type="presOf" srcId="{18C31287-9D0D-4214-8C65-5D423E950F9D}" destId="{1394B382-C2CD-4DD2-A9B9-785225C63B05}" srcOrd="0" destOrd="0" presId="urn:microsoft.com/office/officeart/2005/8/layout/hList3"/>
    <dgm:cxn modelId="{C9C58884-7E26-4B4F-B74C-59A1D52E88A8}" type="presOf" srcId="{183FD52F-B1BA-4C63-B285-8CE9A3A4C1A9}" destId="{F6E5052D-E7B3-46AB-8F06-2B48210BC798}" srcOrd="0" destOrd="0" presId="urn:microsoft.com/office/officeart/2005/8/layout/hList3"/>
    <dgm:cxn modelId="{27D66290-A727-4501-928C-56C3FB42CAF4}" type="presOf" srcId="{3F3E85B0-6003-496C-9120-9FFC0B3ADBA2}" destId="{62E954ED-ACCC-4749-B864-A0115CF29F6A}" srcOrd="0" destOrd="0" presId="urn:microsoft.com/office/officeart/2005/8/layout/hList3"/>
    <dgm:cxn modelId="{55FF86AC-F83B-4D6E-87B6-00987BE7CA30}" srcId="{48C94F97-5CDC-479A-B4A5-62F081083C32}" destId="{3F3E85B0-6003-496C-9120-9FFC0B3ADBA2}" srcOrd="3" destOrd="0" parTransId="{D75C2651-517D-49AC-AB62-E0179603A5E3}" sibTransId="{781D0919-2056-4AAF-A69A-9F780C94F6D6}"/>
    <dgm:cxn modelId="{4C37F4AF-A200-4443-B77B-1F54F83C8A51}" srcId="{48C94F97-5CDC-479A-B4A5-62F081083C32}" destId="{33F24CF7-EFB1-432C-B732-74239B2E232F}" srcOrd="0" destOrd="0" parTransId="{1699E407-EA80-414A-BBC2-064D0C1683D6}" sibTransId="{70025E96-9878-4C15-9857-27D5D0CC6166}"/>
    <dgm:cxn modelId="{86305ACB-57BF-42FF-9CA1-61DD5743CB69}" srcId="{48C94F97-5CDC-479A-B4A5-62F081083C32}" destId="{3D28540F-D3E0-4812-8AD9-E6699D63765F}" srcOrd="4" destOrd="0" parTransId="{59E2A584-5DCB-4C45-8D7A-B9B388B5906E}" sibTransId="{FBBC2A6C-674E-4303-B5B6-B5500048DC3D}"/>
    <dgm:cxn modelId="{682374D9-E5CA-4BF9-9E05-F148DC14385B}" type="presOf" srcId="{33F24CF7-EFB1-432C-B732-74239B2E232F}" destId="{42A38C54-E728-49E1-BB64-F135182E8CE3}" srcOrd="0" destOrd="0" presId="urn:microsoft.com/office/officeart/2005/8/layout/hList3"/>
    <dgm:cxn modelId="{9DFADDDB-6EF1-4C66-AF45-7A13EDA1614C}" srcId="{48C94F97-5CDC-479A-B4A5-62F081083C32}" destId="{18C31287-9D0D-4214-8C65-5D423E950F9D}" srcOrd="2" destOrd="0" parTransId="{53ED554E-C4D1-4424-AB23-A12D5549985F}" sibTransId="{7AC079E1-5FD2-44B2-9875-D6B16C2098AA}"/>
    <dgm:cxn modelId="{174D82FA-1418-4B81-A8AC-2A6BC8FD352F}" type="presOf" srcId="{48C94F97-5CDC-479A-B4A5-62F081083C32}" destId="{D5B0672D-1569-47C6-BBAE-5C7B7A8B527A}" srcOrd="0" destOrd="0" presId="urn:microsoft.com/office/officeart/2005/8/layout/hList3"/>
    <dgm:cxn modelId="{C4399C83-075F-45AB-B955-3EADDD681E84}" type="presParOf" srcId="{F6E5052D-E7B3-46AB-8F06-2B48210BC798}" destId="{D5B0672D-1569-47C6-BBAE-5C7B7A8B527A}" srcOrd="0" destOrd="0" presId="urn:microsoft.com/office/officeart/2005/8/layout/hList3"/>
    <dgm:cxn modelId="{72D5E6B9-307E-4802-95E3-CCA37EA12686}" type="presParOf" srcId="{F6E5052D-E7B3-46AB-8F06-2B48210BC798}" destId="{22E0E1A8-758E-4854-9BE5-84D23D7EAA1B}" srcOrd="1" destOrd="0" presId="urn:microsoft.com/office/officeart/2005/8/layout/hList3"/>
    <dgm:cxn modelId="{785051A5-029A-4C99-96C5-106F77306721}" type="presParOf" srcId="{22E0E1A8-758E-4854-9BE5-84D23D7EAA1B}" destId="{42A38C54-E728-49E1-BB64-F135182E8CE3}" srcOrd="0" destOrd="0" presId="urn:microsoft.com/office/officeart/2005/8/layout/hList3"/>
    <dgm:cxn modelId="{9B020F3E-3E3E-4B06-B162-309B3780D16F}" type="presParOf" srcId="{22E0E1A8-758E-4854-9BE5-84D23D7EAA1B}" destId="{C42A7BB1-C4F4-4494-B6E1-966CBF204D83}" srcOrd="1" destOrd="0" presId="urn:microsoft.com/office/officeart/2005/8/layout/hList3"/>
    <dgm:cxn modelId="{68BB8803-BA68-4FE3-A32F-12FCB774F904}" type="presParOf" srcId="{22E0E1A8-758E-4854-9BE5-84D23D7EAA1B}" destId="{1394B382-C2CD-4DD2-A9B9-785225C63B05}" srcOrd="2" destOrd="0" presId="urn:microsoft.com/office/officeart/2005/8/layout/hList3"/>
    <dgm:cxn modelId="{AD27AC58-CCA7-475A-BC80-44184D110CBE}" type="presParOf" srcId="{22E0E1A8-758E-4854-9BE5-84D23D7EAA1B}" destId="{62E954ED-ACCC-4749-B864-A0115CF29F6A}" srcOrd="3" destOrd="0" presId="urn:microsoft.com/office/officeart/2005/8/layout/hList3"/>
    <dgm:cxn modelId="{D5440B4A-DE21-4370-99F4-4B7B222F8C1A}" type="presParOf" srcId="{22E0E1A8-758E-4854-9BE5-84D23D7EAA1B}" destId="{8AA4C930-4F83-47C6-96C9-1CDCF273238D}" srcOrd="4" destOrd="0" presId="urn:microsoft.com/office/officeart/2005/8/layout/hList3"/>
    <dgm:cxn modelId="{D8A2263D-822B-4327-9059-2CE112642C4A}" type="presParOf" srcId="{F6E5052D-E7B3-46AB-8F06-2B48210BC798}" destId="{FB5915F2-9128-4815-A4F7-09B89581B9EC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0DFB3FD-E347-40DC-99AA-BB4E9E6BCA50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ru-RU"/>
        </a:p>
      </dgm:t>
    </dgm:pt>
    <dgm:pt modelId="{3338F220-C97D-4ECB-B443-DE2277477A01}">
      <dgm:prSet phldrT="[Текст]" custT="1"/>
      <dgm:spPr/>
      <dgm:t>
        <a:bodyPr/>
        <a:lstStyle/>
        <a:p>
          <a:pPr algn="ctr"/>
          <a:r>
            <a:rPr lang="ru-RU" sz="1600" b="1" dirty="0"/>
            <a:t>1.	По типу функциональности</a:t>
          </a:r>
          <a:r>
            <a:rPr lang="ru-RU" sz="1200" dirty="0"/>
            <a:t>:</a:t>
          </a:r>
        </a:p>
      </dgm:t>
    </dgm:pt>
    <dgm:pt modelId="{AE253C4F-BA51-41E7-81FB-AB452D47EA2B}" type="parTrans" cxnId="{A98AC572-2016-454F-BBEC-21B0A8C25D02}">
      <dgm:prSet/>
      <dgm:spPr/>
      <dgm:t>
        <a:bodyPr/>
        <a:lstStyle/>
        <a:p>
          <a:endParaRPr lang="ru-RU"/>
        </a:p>
      </dgm:t>
    </dgm:pt>
    <dgm:pt modelId="{BE45BD37-5E1A-42D8-AC79-ED3D52E33BA4}" type="sibTrans" cxnId="{A98AC572-2016-454F-BBEC-21B0A8C25D02}">
      <dgm:prSet/>
      <dgm:spPr/>
      <dgm:t>
        <a:bodyPr/>
        <a:lstStyle/>
        <a:p>
          <a:endParaRPr lang="ru-RU"/>
        </a:p>
      </dgm:t>
    </dgm:pt>
    <dgm:pt modelId="{6277D5ED-78E0-4996-8086-A2174B321F52}">
      <dgm:prSet phldrT="[Текст]" custT="1"/>
      <dgm:spPr/>
      <dgm:t>
        <a:bodyPr/>
        <a:lstStyle/>
        <a:p>
          <a:pPr algn="ctr"/>
          <a:r>
            <a:rPr lang="ru-RU" sz="1600" dirty="0"/>
            <a:t>Системное программное обеспечение</a:t>
          </a:r>
        </a:p>
      </dgm:t>
    </dgm:pt>
    <dgm:pt modelId="{182142BB-3993-4C6D-98A0-9E51ABB8ABF5}" type="parTrans" cxnId="{68073C9C-35BB-474B-A568-90AE902B6457}">
      <dgm:prSet/>
      <dgm:spPr/>
      <dgm:t>
        <a:bodyPr/>
        <a:lstStyle/>
        <a:p>
          <a:endParaRPr lang="ru-RU"/>
        </a:p>
      </dgm:t>
    </dgm:pt>
    <dgm:pt modelId="{8CF2C324-B7F4-4D0B-8765-191C9290AEB8}" type="sibTrans" cxnId="{68073C9C-35BB-474B-A568-90AE902B6457}">
      <dgm:prSet/>
      <dgm:spPr/>
      <dgm:t>
        <a:bodyPr/>
        <a:lstStyle/>
        <a:p>
          <a:endParaRPr lang="ru-RU"/>
        </a:p>
      </dgm:t>
    </dgm:pt>
    <dgm:pt modelId="{2769BA23-77E4-400C-A0C9-30CAA82CBD44}">
      <dgm:prSet phldrT="[Текст]" custT="1"/>
      <dgm:spPr/>
      <dgm:t>
        <a:bodyPr/>
        <a:lstStyle/>
        <a:p>
          <a:pPr marL="0" indent="0" algn="ctr"/>
          <a:r>
            <a:rPr lang="ru-RU" sz="1600" dirty="0"/>
            <a:t>Бизнес-приложения</a:t>
          </a:r>
        </a:p>
      </dgm:t>
    </dgm:pt>
    <dgm:pt modelId="{093FDE74-DB59-4C63-B279-BC5A743EDB63}" type="parTrans" cxnId="{ADC95888-A72E-4853-B166-6AA4F7E07B6E}">
      <dgm:prSet/>
      <dgm:spPr/>
      <dgm:t>
        <a:bodyPr/>
        <a:lstStyle/>
        <a:p>
          <a:endParaRPr lang="ru-RU"/>
        </a:p>
      </dgm:t>
    </dgm:pt>
    <dgm:pt modelId="{4246BED0-985A-4AF0-8CC0-698FC63E6413}" type="sibTrans" cxnId="{ADC95888-A72E-4853-B166-6AA4F7E07B6E}">
      <dgm:prSet/>
      <dgm:spPr/>
      <dgm:t>
        <a:bodyPr/>
        <a:lstStyle/>
        <a:p>
          <a:endParaRPr lang="ru-RU"/>
        </a:p>
      </dgm:t>
    </dgm:pt>
    <dgm:pt modelId="{C68CB586-E252-45B4-A9C6-02FA62CC74C0}">
      <dgm:prSet phldrT="[Текст]" custT="1"/>
      <dgm:spPr/>
      <dgm:t>
        <a:bodyPr/>
        <a:lstStyle/>
        <a:p>
          <a:pPr algn="ctr"/>
          <a:r>
            <a:rPr lang="ru-RU" sz="1600" b="1" dirty="0"/>
            <a:t>4. По платформе</a:t>
          </a:r>
        </a:p>
      </dgm:t>
    </dgm:pt>
    <dgm:pt modelId="{3587F581-50D0-4D4F-A7E4-43B0EA7BB5C7}" type="parTrans" cxnId="{F92A61AE-8816-4536-B27F-3DCDC33E7DAB}">
      <dgm:prSet/>
      <dgm:spPr/>
      <dgm:t>
        <a:bodyPr/>
        <a:lstStyle/>
        <a:p>
          <a:endParaRPr lang="ru-RU"/>
        </a:p>
      </dgm:t>
    </dgm:pt>
    <dgm:pt modelId="{2428EBBE-94FB-41CD-B54A-F81411BB7A2A}" type="sibTrans" cxnId="{F92A61AE-8816-4536-B27F-3DCDC33E7DAB}">
      <dgm:prSet/>
      <dgm:spPr/>
      <dgm:t>
        <a:bodyPr/>
        <a:lstStyle/>
        <a:p>
          <a:endParaRPr lang="ru-RU"/>
        </a:p>
      </dgm:t>
    </dgm:pt>
    <dgm:pt modelId="{D5A260E7-A87A-46F1-A19C-A248A5FFA589}">
      <dgm:prSet phldrT="[Текст]" custT="1"/>
      <dgm:spPr/>
      <dgm:t>
        <a:bodyPr/>
        <a:lstStyle/>
        <a:p>
          <a:pPr algn="ctr"/>
          <a:r>
            <a:rPr lang="ru-RU" sz="1600" b="0" dirty="0"/>
            <a:t>Для настольных компьютеров </a:t>
          </a:r>
        </a:p>
      </dgm:t>
    </dgm:pt>
    <dgm:pt modelId="{EE68377B-F30A-404A-B6B8-EBFB93DABB66}" type="parTrans" cxnId="{4EF090B7-F4EA-4230-8268-63FFC729C728}">
      <dgm:prSet/>
      <dgm:spPr/>
      <dgm:t>
        <a:bodyPr/>
        <a:lstStyle/>
        <a:p>
          <a:endParaRPr lang="ru-RU"/>
        </a:p>
      </dgm:t>
    </dgm:pt>
    <dgm:pt modelId="{097CF7B9-8694-4E57-9094-DFA51934C804}" type="sibTrans" cxnId="{4EF090B7-F4EA-4230-8268-63FFC729C728}">
      <dgm:prSet/>
      <dgm:spPr/>
      <dgm:t>
        <a:bodyPr/>
        <a:lstStyle/>
        <a:p>
          <a:endParaRPr lang="ru-RU"/>
        </a:p>
      </dgm:t>
    </dgm:pt>
    <dgm:pt modelId="{DAB36256-BA97-4C05-BD27-17C27D3742B2}">
      <dgm:prSet custT="1"/>
      <dgm:spPr/>
      <dgm:t>
        <a:bodyPr/>
        <a:lstStyle/>
        <a:p>
          <a:pPr algn="ctr"/>
          <a:r>
            <a:rPr lang="ru-RU" sz="1600" b="1" dirty="0"/>
            <a:t>5. По уровню доступа к исходному коду</a:t>
          </a:r>
        </a:p>
      </dgm:t>
    </dgm:pt>
    <dgm:pt modelId="{54E84A55-D0A8-4E5E-9E3A-346D463D59E7}" type="parTrans" cxnId="{F4A1B337-8D14-4EF7-AFB4-1E9D910D300B}">
      <dgm:prSet/>
      <dgm:spPr/>
      <dgm:t>
        <a:bodyPr/>
        <a:lstStyle/>
        <a:p>
          <a:endParaRPr lang="ru-RU"/>
        </a:p>
      </dgm:t>
    </dgm:pt>
    <dgm:pt modelId="{0664A0DC-A45C-434B-81B7-A617B67837E0}" type="sibTrans" cxnId="{F4A1B337-8D14-4EF7-AFB4-1E9D910D300B}">
      <dgm:prSet/>
      <dgm:spPr/>
      <dgm:t>
        <a:bodyPr/>
        <a:lstStyle/>
        <a:p>
          <a:endParaRPr lang="ru-RU"/>
        </a:p>
      </dgm:t>
    </dgm:pt>
    <dgm:pt modelId="{9A99DDF2-8200-4CFB-9568-86C5BDF48BF0}">
      <dgm:prSet custT="1"/>
      <dgm:spPr/>
      <dgm:t>
        <a:bodyPr/>
        <a:lstStyle/>
        <a:p>
          <a:pPr algn="ctr"/>
          <a:r>
            <a:rPr lang="ru-RU" sz="1600" dirty="0"/>
            <a:t>Коммерческое программное обеспечение</a:t>
          </a:r>
        </a:p>
      </dgm:t>
    </dgm:pt>
    <dgm:pt modelId="{4854032F-8023-48CF-A7DB-8FF0797C78EB}" type="parTrans" cxnId="{B9A275EF-094A-4B65-88EA-F274E67CA727}">
      <dgm:prSet/>
      <dgm:spPr/>
      <dgm:t>
        <a:bodyPr/>
        <a:lstStyle/>
        <a:p>
          <a:endParaRPr lang="ru-RU"/>
        </a:p>
      </dgm:t>
    </dgm:pt>
    <dgm:pt modelId="{F502C6FC-D3CC-429E-9A91-6670FAD32837}" type="sibTrans" cxnId="{B9A275EF-094A-4B65-88EA-F274E67CA727}">
      <dgm:prSet/>
      <dgm:spPr/>
      <dgm:t>
        <a:bodyPr/>
        <a:lstStyle/>
        <a:p>
          <a:endParaRPr lang="ru-RU"/>
        </a:p>
      </dgm:t>
    </dgm:pt>
    <dgm:pt modelId="{38E121D6-08C3-47F5-9D36-4C5E37BFFD38}">
      <dgm:prSet custT="1"/>
      <dgm:spPr/>
      <dgm:t>
        <a:bodyPr/>
        <a:lstStyle/>
        <a:p>
          <a:pPr algn="ctr"/>
          <a:r>
            <a:rPr lang="ru-RU" sz="1600" dirty="0"/>
            <a:t>Проприетарное программное обеспечение</a:t>
          </a:r>
        </a:p>
      </dgm:t>
    </dgm:pt>
    <dgm:pt modelId="{962D873C-5471-40FC-9E96-9253A4790C08}" type="parTrans" cxnId="{7E851941-02DF-4E95-A49D-0C755261F122}">
      <dgm:prSet/>
      <dgm:spPr/>
      <dgm:t>
        <a:bodyPr/>
        <a:lstStyle/>
        <a:p>
          <a:endParaRPr lang="ru-RU"/>
        </a:p>
      </dgm:t>
    </dgm:pt>
    <dgm:pt modelId="{C8C19565-349B-403B-BB85-13E3BFE2BC28}" type="sibTrans" cxnId="{7E851941-02DF-4E95-A49D-0C755261F122}">
      <dgm:prSet/>
      <dgm:spPr/>
      <dgm:t>
        <a:bodyPr/>
        <a:lstStyle/>
        <a:p>
          <a:endParaRPr lang="ru-RU"/>
        </a:p>
      </dgm:t>
    </dgm:pt>
    <dgm:pt modelId="{2CC49675-EB7B-454F-AA0C-80F21B273BCA}">
      <dgm:prSet custT="1"/>
      <dgm:spPr/>
      <dgm:t>
        <a:bodyPr/>
        <a:lstStyle/>
        <a:p>
          <a:pPr algn="ctr"/>
          <a:r>
            <a:rPr lang="ru-RU" sz="1600" dirty="0"/>
            <a:t>Программное обеспечение для разработки</a:t>
          </a:r>
        </a:p>
      </dgm:t>
    </dgm:pt>
    <dgm:pt modelId="{FFD048E1-1A4E-414C-B6CF-7B423E25299B}" type="parTrans" cxnId="{4F831BAF-9F00-45D1-A4E1-6D7C1AFD219A}">
      <dgm:prSet/>
      <dgm:spPr/>
      <dgm:t>
        <a:bodyPr/>
        <a:lstStyle/>
        <a:p>
          <a:endParaRPr lang="ru-RU"/>
        </a:p>
      </dgm:t>
    </dgm:pt>
    <dgm:pt modelId="{0F9A5481-BE3C-45F4-947C-5C21EEE9DC84}" type="sibTrans" cxnId="{4F831BAF-9F00-45D1-A4E1-6D7C1AFD219A}">
      <dgm:prSet/>
      <dgm:spPr/>
      <dgm:t>
        <a:bodyPr/>
        <a:lstStyle/>
        <a:p>
          <a:endParaRPr lang="ru-RU"/>
        </a:p>
      </dgm:t>
    </dgm:pt>
    <dgm:pt modelId="{8797CE6B-DFA0-4B24-B7E8-B8E1FDCCDE14}">
      <dgm:prSet custT="1"/>
      <dgm:spPr/>
      <dgm:t>
        <a:bodyPr/>
        <a:lstStyle/>
        <a:p>
          <a:pPr algn="ctr"/>
          <a:r>
            <a:rPr lang="ru-RU" sz="1600" dirty="0"/>
            <a:t>Бесплатное программное обеспечение</a:t>
          </a:r>
        </a:p>
      </dgm:t>
    </dgm:pt>
    <dgm:pt modelId="{D1A091B1-14C8-4429-8555-C0A784F57158}" type="parTrans" cxnId="{17C8FAC8-B906-44D2-B732-D01AA72BD7B7}">
      <dgm:prSet/>
      <dgm:spPr/>
      <dgm:t>
        <a:bodyPr/>
        <a:lstStyle/>
        <a:p>
          <a:endParaRPr lang="ru-RU"/>
        </a:p>
      </dgm:t>
    </dgm:pt>
    <dgm:pt modelId="{8F738C57-D8DD-4AE9-BB40-060422E38236}" type="sibTrans" cxnId="{17C8FAC8-B906-44D2-B732-D01AA72BD7B7}">
      <dgm:prSet/>
      <dgm:spPr/>
      <dgm:t>
        <a:bodyPr/>
        <a:lstStyle/>
        <a:p>
          <a:endParaRPr lang="ru-RU"/>
        </a:p>
      </dgm:t>
    </dgm:pt>
    <dgm:pt modelId="{12524B5A-0333-4C60-BF62-44FE3C673625}">
      <dgm:prSet custT="1"/>
      <dgm:spPr/>
      <dgm:t>
        <a:bodyPr/>
        <a:lstStyle/>
        <a:p>
          <a:pPr algn="ctr"/>
          <a:r>
            <a:rPr lang="ru-RU" sz="1600" b="1" dirty="0"/>
            <a:t>2. По способу распространения</a:t>
          </a:r>
        </a:p>
      </dgm:t>
    </dgm:pt>
    <dgm:pt modelId="{2861EF4E-0D9D-43E1-97BA-FA726D964C48}" type="parTrans" cxnId="{CC1EE59C-23D1-49C5-9315-751997CA4FFA}">
      <dgm:prSet/>
      <dgm:spPr/>
      <dgm:t>
        <a:bodyPr/>
        <a:lstStyle/>
        <a:p>
          <a:endParaRPr lang="ru-RU"/>
        </a:p>
      </dgm:t>
    </dgm:pt>
    <dgm:pt modelId="{266CA288-D1C0-4A59-8057-7A224E782097}" type="sibTrans" cxnId="{CC1EE59C-23D1-49C5-9315-751997CA4FFA}">
      <dgm:prSet/>
      <dgm:spPr/>
      <dgm:t>
        <a:bodyPr/>
        <a:lstStyle/>
        <a:p>
          <a:endParaRPr lang="ru-RU"/>
        </a:p>
      </dgm:t>
    </dgm:pt>
    <dgm:pt modelId="{C6F45A25-9B8A-48FF-ACD6-1B323BA25017}">
      <dgm:prSet custT="1"/>
      <dgm:spPr/>
      <dgm:t>
        <a:bodyPr/>
        <a:lstStyle/>
        <a:p>
          <a:pPr marL="0" indent="0" algn="ctr"/>
          <a:r>
            <a:rPr lang="ru-RU" sz="1600" dirty="0"/>
            <a:t>Медиа-приложения</a:t>
          </a:r>
        </a:p>
      </dgm:t>
    </dgm:pt>
    <dgm:pt modelId="{C60D10DF-F08C-4853-88AB-7B4CD68EB11D}" type="parTrans" cxnId="{8136C38A-17D7-4EAA-B99C-794CB169576F}">
      <dgm:prSet/>
      <dgm:spPr/>
      <dgm:t>
        <a:bodyPr/>
        <a:lstStyle/>
        <a:p>
          <a:endParaRPr lang="ru-RU"/>
        </a:p>
      </dgm:t>
    </dgm:pt>
    <dgm:pt modelId="{A5CF96B6-9912-4D56-88A2-E3CE489A5AB3}" type="sibTrans" cxnId="{8136C38A-17D7-4EAA-B99C-794CB169576F}">
      <dgm:prSet/>
      <dgm:spPr/>
      <dgm:t>
        <a:bodyPr/>
        <a:lstStyle/>
        <a:p>
          <a:endParaRPr lang="ru-RU"/>
        </a:p>
      </dgm:t>
    </dgm:pt>
    <dgm:pt modelId="{0A1E47F2-4356-4347-90CF-F52E97830E88}">
      <dgm:prSet custT="1"/>
      <dgm:spPr/>
      <dgm:t>
        <a:bodyPr/>
        <a:lstStyle/>
        <a:p>
          <a:pPr algn="ctr"/>
          <a:r>
            <a:rPr lang="ru-RU" sz="1600" b="0" dirty="0"/>
            <a:t>Для мобильных устройств </a:t>
          </a:r>
        </a:p>
      </dgm:t>
    </dgm:pt>
    <dgm:pt modelId="{724C09FE-EB0D-4A1A-B49A-FF67D37F4275}" type="parTrans" cxnId="{DE54D729-A541-4110-95E6-D5D8A91B50F7}">
      <dgm:prSet/>
      <dgm:spPr/>
      <dgm:t>
        <a:bodyPr/>
        <a:lstStyle/>
        <a:p>
          <a:endParaRPr lang="ru-RU"/>
        </a:p>
      </dgm:t>
    </dgm:pt>
    <dgm:pt modelId="{85981F0B-C02B-4DB4-A5ED-299C86A4E962}" type="sibTrans" cxnId="{DE54D729-A541-4110-95E6-D5D8A91B50F7}">
      <dgm:prSet/>
      <dgm:spPr/>
      <dgm:t>
        <a:bodyPr/>
        <a:lstStyle/>
        <a:p>
          <a:endParaRPr lang="ru-RU"/>
        </a:p>
      </dgm:t>
    </dgm:pt>
    <dgm:pt modelId="{8C9A2046-444B-4505-B12E-B74AB3EE4EC3}">
      <dgm:prSet custT="1"/>
      <dgm:spPr/>
      <dgm:t>
        <a:bodyPr/>
        <a:lstStyle/>
        <a:p>
          <a:pPr algn="ctr"/>
          <a:r>
            <a:rPr lang="ru-RU" sz="1600" b="0" dirty="0"/>
            <a:t>Для веб-браузеров</a:t>
          </a:r>
        </a:p>
      </dgm:t>
    </dgm:pt>
    <dgm:pt modelId="{DACA1910-F34B-4E1C-A3D5-8C91004DE608}" type="parTrans" cxnId="{00726AF4-E4C6-42D0-9686-AA2FE3D75195}">
      <dgm:prSet/>
      <dgm:spPr/>
      <dgm:t>
        <a:bodyPr/>
        <a:lstStyle/>
        <a:p>
          <a:endParaRPr lang="ru-RU"/>
        </a:p>
      </dgm:t>
    </dgm:pt>
    <dgm:pt modelId="{55500DC7-64B0-4AEA-A17A-B4ACE6E3A04A}" type="sibTrans" cxnId="{00726AF4-E4C6-42D0-9686-AA2FE3D75195}">
      <dgm:prSet/>
      <dgm:spPr/>
      <dgm:t>
        <a:bodyPr/>
        <a:lstStyle/>
        <a:p>
          <a:endParaRPr lang="ru-RU"/>
        </a:p>
      </dgm:t>
    </dgm:pt>
    <dgm:pt modelId="{FD77AD03-4101-42FA-8943-FA76CA9F07D7}">
      <dgm:prSet custT="1"/>
      <dgm:spPr/>
      <dgm:t>
        <a:bodyPr/>
        <a:lstStyle/>
        <a:p>
          <a:pPr algn="ctr"/>
          <a:r>
            <a:rPr lang="ru-RU" sz="1600" dirty="0"/>
            <a:t>Открытое программное обеспечение</a:t>
          </a:r>
        </a:p>
      </dgm:t>
    </dgm:pt>
    <dgm:pt modelId="{24551929-C075-447F-AC7F-343424EE5C3D}" type="parTrans" cxnId="{DECEE26F-3ED7-4302-97EE-5D0C89E81D33}">
      <dgm:prSet/>
      <dgm:spPr/>
      <dgm:t>
        <a:bodyPr/>
        <a:lstStyle/>
        <a:p>
          <a:endParaRPr lang="ru-RU"/>
        </a:p>
      </dgm:t>
    </dgm:pt>
    <dgm:pt modelId="{EB070BED-9A7B-43B1-ADB7-7BCEE5ECFF1B}" type="sibTrans" cxnId="{DECEE26F-3ED7-4302-97EE-5D0C89E81D33}">
      <dgm:prSet/>
      <dgm:spPr/>
      <dgm:t>
        <a:bodyPr/>
        <a:lstStyle/>
        <a:p>
          <a:endParaRPr lang="ru-RU"/>
        </a:p>
      </dgm:t>
    </dgm:pt>
    <dgm:pt modelId="{6A4398CC-8978-426E-A67E-1025DF683857}">
      <dgm:prSet phldrT="[Текст]" custT="1"/>
      <dgm:spPr/>
      <dgm:t>
        <a:bodyPr/>
        <a:lstStyle/>
        <a:p>
          <a:pPr algn="ctr"/>
          <a:r>
            <a:rPr lang="ru-RU" sz="1600" dirty="0"/>
            <a:t>Прикладное программное обеспечение</a:t>
          </a:r>
        </a:p>
      </dgm:t>
    </dgm:pt>
    <dgm:pt modelId="{BE83C748-ABA2-4CBA-837C-7A37A5DB268D}" type="parTrans" cxnId="{DF7F80D5-EED6-4FF3-BED6-2C7E46D01F6C}">
      <dgm:prSet/>
      <dgm:spPr/>
      <dgm:t>
        <a:bodyPr/>
        <a:lstStyle/>
        <a:p>
          <a:endParaRPr lang="ru-RU"/>
        </a:p>
      </dgm:t>
    </dgm:pt>
    <dgm:pt modelId="{81E7B2BA-8826-42D1-A6E1-277627C8342B}" type="sibTrans" cxnId="{DF7F80D5-EED6-4FF3-BED6-2C7E46D01F6C}">
      <dgm:prSet/>
      <dgm:spPr/>
      <dgm:t>
        <a:bodyPr/>
        <a:lstStyle/>
        <a:p>
          <a:endParaRPr lang="ru-RU"/>
        </a:p>
      </dgm:t>
    </dgm:pt>
    <dgm:pt modelId="{5F0D5F8D-01D1-4C77-9B9B-92C2DD3D5CD2}">
      <dgm:prSet custT="1"/>
      <dgm:spPr/>
      <dgm:t>
        <a:bodyPr/>
        <a:lstStyle/>
        <a:p>
          <a:pPr algn="ctr"/>
          <a:r>
            <a:rPr lang="ru-RU" sz="1600" dirty="0"/>
            <a:t>Свободное программное обеспечение </a:t>
          </a:r>
        </a:p>
      </dgm:t>
    </dgm:pt>
    <dgm:pt modelId="{3AD77E6D-4EAC-4E48-8D72-183012250B34}" type="parTrans" cxnId="{6CBC4454-C4D4-454C-B4C5-6301B85BE1D5}">
      <dgm:prSet/>
      <dgm:spPr/>
      <dgm:t>
        <a:bodyPr/>
        <a:lstStyle/>
        <a:p>
          <a:endParaRPr lang="ru-RU"/>
        </a:p>
      </dgm:t>
    </dgm:pt>
    <dgm:pt modelId="{E02B1C31-3949-497B-A42E-37A2F07C7B73}" type="sibTrans" cxnId="{6CBC4454-C4D4-454C-B4C5-6301B85BE1D5}">
      <dgm:prSet/>
      <dgm:spPr/>
      <dgm:t>
        <a:bodyPr/>
        <a:lstStyle/>
        <a:p>
          <a:endParaRPr lang="ru-RU"/>
        </a:p>
      </dgm:t>
    </dgm:pt>
    <dgm:pt modelId="{39552126-EB15-43A4-B0CA-8129BA092A66}">
      <dgm:prSet custT="1"/>
      <dgm:spPr/>
      <dgm:t>
        <a:bodyPr/>
        <a:lstStyle/>
        <a:p>
          <a:pPr algn="ctr"/>
          <a:r>
            <a:rPr lang="ru-RU" sz="1600" b="1" dirty="0"/>
            <a:t>3.	По специализации:</a:t>
          </a:r>
        </a:p>
      </dgm:t>
    </dgm:pt>
    <dgm:pt modelId="{A85E849F-B022-4533-82C1-5E1BC875906A}" type="sibTrans" cxnId="{1272F6EB-079C-4493-9370-8289E6EF96BF}">
      <dgm:prSet/>
      <dgm:spPr/>
      <dgm:t>
        <a:bodyPr/>
        <a:lstStyle/>
        <a:p>
          <a:endParaRPr lang="ru-RU"/>
        </a:p>
      </dgm:t>
    </dgm:pt>
    <dgm:pt modelId="{E3BF12B3-4D78-4816-937A-EBC732233149}" type="parTrans" cxnId="{1272F6EB-079C-4493-9370-8289E6EF96BF}">
      <dgm:prSet/>
      <dgm:spPr/>
      <dgm:t>
        <a:bodyPr/>
        <a:lstStyle/>
        <a:p>
          <a:endParaRPr lang="ru-RU"/>
        </a:p>
      </dgm:t>
    </dgm:pt>
    <dgm:pt modelId="{888E4EBB-F268-4EF3-B4B8-741B33EC3AC6}">
      <dgm:prSet custT="1"/>
      <dgm:spPr/>
      <dgm:t>
        <a:bodyPr/>
        <a:lstStyle/>
        <a:p>
          <a:pPr marL="0" indent="0" algn="ctr">
            <a:buFont typeface="Arial" panose="020B0604020202020204" pitchFamily="34" charset="0"/>
            <a:buChar char="•"/>
          </a:pPr>
          <a:r>
            <a:rPr lang="ru-RU" sz="1600" dirty="0"/>
            <a:t>Научные и инженерные приложения Образовательное программное обеспечение</a:t>
          </a:r>
        </a:p>
      </dgm:t>
    </dgm:pt>
    <dgm:pt modelId="{E2A6B6FA-CE30-47D8-A816-D306F986E121}" type="parTrans" cxnId="{02129BA6-DF48-4E8B-9209-26C771F91482}">
      <dgm:prSet/>
      <dgm:spPr/>
      <dgm:t>
        <a:bodyPr/>
        <a:lstStyle/>
        <a:p>
          <a:endParaRPr lang="ru-RU"/>
        </a:p>
      </dgm:t>
    </dgm:pt>
    <dgm:pt modelId="{28BDD820-ECC1-4F15-BE93-DCE660897EA1}" type="sibTrans" cxnId="{02129BA6-DF48-4E8B-9209-26C771F91482}">
      <dgm:prSet/>
      <dgm:spPr/>
      <dgm:t>
        <a:bodyPr/>
        <a:lstStyle/>
        <a:p>
          <a:endParaRPr lang="ru-RU"/>
        </a:p>
      </dgm:t>
    </dgm:pt>
    <dgm:pt modelId="{C6FD6133-DAF9-47EC-80AE-C00AC6919385}">
      <dgm:prSet custT="1"/>
      <dgm:spPr/>
      <dgm:t>
        <a:bodyPr/>
        <a:lstStyle/>
        <a:p>
          <a:pPr algn="ctr"/>
          <a:r>
            <a:rPr lang="ru-RU" sz="1600" dirty="0"/>
            <a:t>Свободное программное обеспечение</a:t>
          </a:r>
        </a:p>
      </dgm:t>
    </dgm:pt>
    <dgm:pt modelId="{084E8072-8541-4966-A5E5-EC01E67D3D1C}" type="parTrans" cxnId="{47E5B5D0-11D3-487D-8848-C02E48BF6CB4}">
      <dgm:prSet/>
      <dgm:spPr/>
      <dgm:t>
        <a:bodyPr/>
        <a:lstStyle/>
        <a:p>
          <a:endParaRPr lang="ru-RU"/>
        </a:p>
      </dgm:t>
    </dgm:pt>
    <dgm:pt modelId="{1ACFBF12-7267-4C97-BB17-DC02E9B0DF4D}" type="sibTrans" cxnId="{47E5B5D0-11D3-487D-8848-C02E48BF6CB4}">
      <dgm:prSet/>
      <dgm:spPr/>
      <dgm:t>
        <a:bodyPr/>
        <a:lstStyle/>
        <a:p>
          <a:endParaRPr lang="ru-RU"/>
        </a:p>
      </dgm:t>
    </dgm:pt>
    <dgm:pt modelId="{F5FA97D4-3639-4548-9AF3-E0CDDE3599A5}" type="pres">
      <dgm:prSet presAssocID="{D0DFB3FD-E347-40DC-99AA-BB4E9E6BCA50}" presName="Name0" presStyleCnt="0">
        <dgm:presLayoutVars>
          <dgm:dir/>
          <dgm:animLvl val="lvl"/>
          <dgm:resizeHandles val="exact"/>
        </dgm:presLayoutVars>
      </dgm:prSet>
      <dgm:spPr/>
    </dgm:pt>
    <dgm:pt modelId="{56E5E8C1-9A2A-4554-B363-26E6A1353481}" type="pres">
      <dgm:prSet presAssocID="{3338F220-C97D-4ECB-B443-DE2277477A01}" presName="linNode" presStyleCnt="0"/>
      <dgm:spPr/>
    </dgm:pt>
    <dgm:pt modelId="{B59C481E-D49A-4D23-BC33-E72CF1343C8B}" type="pres">
      <dgm:prSet presAssocID="{3338F220-C97D-4ECB-B443-DE2277477A01}" presName="parentText" presStyleLbl="node1" presStyleIdx="0" presStyleCnt="5" custLinFactNeighborY="-5220">
        <dgm:presLayoutVars>
          <dgm:chMax val="1"/>
          <dgm:bulletEnabled val="1"/>
        </dgm:presLayoutVars>
      </dgm:prSet>
      <dgm:spPr/>
    </dgm:pt>
    <dgm:pt modelId="{68E44B4B-803E-4AD7-A1F7-347FF6298E52}" type="pres">
      <dgm:prSet presAssocID="{3338F220-C97D-4ECB-B443-DE2277477A01}" presName="descendantText" presStyleLbl="alignAccFollowNode1" presStyleIdx="0" presStyleCnt="5">
        <dgm:presLayoutVars>
          <dgm:bulletEnabled val="1"/>
        </dgm:presLayoutVars>
      </dgm:prSet>
      <dgm:spPr/>
    </dgm:pt>
    <dgm:pt modelId="{1F130AB1-C949-40F5-AB0E-A1B843DE9829}" type="pres">
      <dgm:prSet presAssocID="{BE45BD37-5E1A-42D8-AC79-ED3D52E33BA4}" presName="sp" presStyleCnt="0"/>
      <dgm:spPr/>
    </dgm:pt>
    <dgm:pt modelId="{0AF09B4E-9B9B-4AF1-BCDB-A08654678AC5}" type="pres">
      <dgm:prSet presAssocID="{12524B5A-0333-4C60-BF62-44FE3C673625}" presName="linNode" presStyleCnt="0"/>
      <dgm:spPr/>
    </dgm:pt>
    <dgm:pt modelId="{06970DEB-424D-47A3-AD50-DF159779A3D3}" type="pres">
      <dgm:prSet presAssocID="{12524B5A-0333-4C60-BF62-44FE3C673625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2DF044BF-A3D7-4167-83A8-3F3F8E4DCC99}" type="pres">
      <dgm:prSet presAssocID="{12524B5A-0333-4C60-BF62-44FE3C673625}" presName="descendantText" presStyleLbl="alignAccFollowNode1" presStyleIdx="1" presStyleCnt="5">
        <dgm:presLayoutVars>
          <dgm:bulletEnabled val="1"/>
        </dgm:presLayoutVars>
      </dgm:prSet>
      <dgm:spPr/>
    </dgm:pt>
    <dgm:pt modelId="{35BCCA8A-E6A8-4B7D-A1DC-65BCD2D6E9BC}" type="pres">
      <dgm:prSet presAssocID="{266CA288-D1C0-4A59-8057-7A224E782097}" presName="sp" presStyleCnt="0"/>
      <dgm:spPr/>
    </dgm:pt>
    <dgm:pt modelId="{BE47DB0C-A9B6-4566-9156-BAD8AB73BA6F}" type="pres">
      <dgm:prSet presAssocID="{39552126-EB15-43A4-B0CA-8129BA092A66}" presName="linNode" presStyleCnt="0"/>
      <dgm:spPr/>
    </dgm:pt>
    <dgm:pt modelId="{043E7C66-3309-4C6F-B796-4F2BB3AB231F}" type="pres">
      <dgm:prSet presAssocID="{39552126-EB15-43A4-B0CA-8129BA092A66}" presName="parentText" presStyleLbl="node1" presStyleIdx="2" presStyleCnt="5" custLinFactNeighborY="590">
        <dgm:presLayoutVars>
          <dgm:chMax val="1"/>
          <dgm:bulletEnabled val="1"/>
        </dgm:presLayoutVars>
      </dgm:prSet>
      <dgm:spPr/>
    </dgm:pt>
    <dgm:pt modelId="{82B4CF44-E8D8-487D-941E-6EFE7A80287A}" type="pres">
      <dgm:prSet presAssocID="{39552126-EB15-43A4-B0CA-8129BA092A66}" presName="descendantText" presStyleLbl="alignAccFollowNode1" presStyleIdx="2" presStyleCnt="5" custScaleY="123526">
        <dgm:presLayoutVars>
          <dgm:bulletEnabled val="1"/>
        </dgm:presLayoutVars>
      </dgm:prSet>
      <dgm:spPr/>
    </dgm:pt>
    <dgm:pt modelId="{7E7561F1-FBA6-4FDC-89D0-A85409EF0E9B}" type="pres">
      <dgm:prSet presAssocID="{A85E849F-B022-4533-82C1-5E1BC875906A}" presName="sp" presStyleCnt="0"/>
      <dgm:spPr/>
    </dgm:pt>
    <dgm:pt modelId="{98D49EF6-435D-49C3-8492-652C14489113}" type="pres">
      <dgm:prSet presAssocID="{C68CB586-E252-45B4-A9C6-02FA62CC74C0}" presName="linNode" presStyleCnt="0"/>
      <dgm:spPr/>
    </dgm:pt>
    <dgm:pt modelId="{8EBD77B4-1468-48FC-8B4E-69166426DFFD}" type="pres">
      <dgm:prSet presAssocID="{C68CB586-E252-45B4-A9C6-02FA62CC74C0}" presName="parentText" presStyleLbl="node1" presStyleIdx="3" presStyleCnt="5" custLinFactNeighborY="-8303">
        <dgm:presLayoutVars>
          <dgm:chMax val="1"/>
          <dgm:bulletEnabled val="1"/>
        </dgm:presLayoutVars>
      </dgm:prSet>
      <dgm:spPr/>
    </dgm:pt>
    <dgm:pt modelId="{08626A3A-2629-48C1-B114-49AD878D6BDE}" type="pres">
      <dgm:prSet presAssocID="{C68CB586-E252-45B4-A9C6-02FA62CC74C0}" presName="descendantText" presStyleLbl="alignAccFollowNode1" presStyleIdx="3" presStyleCnt="5">
        <dgm:presLayoutVars>
          <dgm:bulletEnabled val="1"/>
        </dgm:presLayoutVars>
      </dgm:prSet>
      <dgm:spPr/>
    </dgm:pt>
    <dgm:pt modelId="{0B18DBDC-9C79-4D19-81F3-C482CE6021A9}" type="pres">
      <dgm:prSet presAssocID="{2428EBBE-94FB-41CD-B54A-F81411BB7A2A}" presName="sp" presStyleCnt="0"/>
      <dgm:spPr/>
    </dgm:pt>
    <dgm:pt modelId="{406088C7-87D2-4532-8C6E-784376653D54}" type="pres">
      <dgm:prSet presAssocID="{DAB36256-BA97-4C05-BD27-17C27D3742B2}" presName="linNode" presStyleCnt="0"/>
      <dgm:spPr/>
    </dgm:pt>
    <dgm:pt modelId="{52950AFE-3079-4B76-A641-C2C7A74D727C}" type="pres">
      <dgm:prSet presAssocID="{DAB36256-BA97-4C05-BD27-17C27D3742B2}" presName="parentText" presStyleLbl="node1" presStyleIdx="4" presStyleCnt="5" custLinFactNeighborX="-3905" custLinFactNeighborY="-2916">
        <dgm:presLayoutVars>
          <dgm:chMax val="1"/>
          <dgm:bulletEnabled val="1"/>
        </dgm:presLayoutVars>
      </dgm:prSet>
      <dgm:spPr/>
    </dgm:pt>
    <dgm:pt modelId="{166EB011-3549-4D2C-A26F-3D94294480EB}" type="pres">
      <dgm:prSet presAssocID="{DAB36256-BA97-4C05-BD27-17C27D3742B2}" presName="descendantText" presStyleLbl="alignAccFollowNode1" presStyleIdx="4" presStyleCnt="5" custLinFactNeighborX="7292" custLinFactNeighborY="4556">
        <dgm:presLayoutVars>
          <dgm:bulletEnabled val="1"/>
        </dgm:presLayoutVars>
      </dgm:prSet>
      <dgm:spPr/>
    </dgm:pt>
  </dgm:ptLst>
  <dgm:cxnLst>
    <dgm:cxn modelId="{E4573701-5B27-40A4-A3AE-7D645CD6C9A9}" type="presOf" srcId="{8C9A2046-444B-4505-B12E-B74AB3EE4EC3}" destId="{08626A3A-2629-48C1-B114-49AD878D6BDE}" srcOrd="0" destOrd="2" presId="urn:microsoft.com/office/officeart/2005/8/layout/vList5"/>
    <dgm:cxn modelId="{85727409-E372-49E7-AFF9-B68FD5670056}" type="presOf" srcId="{0A1E47F2-4356-4347-90CF-F52E97830E88}" destId="{08626A3A-2629-48C1-B114-49AD878D6BDE}" srcOrd="0" destOrd="1" presId="urn:microsoft.com/office/officeart/2005/8/layout/vList5"/>
    <dgm:cxn modelId="{B4FCB10F-F98B-405A-8915-DAD1772139EC}" type="presOf" srcId="{38E121D6-08C3-47F5-9D36-4C5E37BFFD38}" destId="{166EB011-3549-4D2C-A26F-3D94294480EB}" srcOrd="0" destOrd="0" presId="urn:microsoft.com/office/officeart/2005/8/layout/vList5"/>
    <dgm:cxn modelId="{A6F30E24-DECB-4046-A4A1-94645AA5FAD3}" type="presOf" srcId="{6277D5ED-78E0-4996-8086-A2174B321F52}" destId="{68E44B4B-803E-4AD7-A1F7-347FF6298E52}" srcOrd="0" destOrd="0" presId="urn:microsoft.com/office/officeart/2005/8/layout/vList5"/>
    <dgm:cxn modelId="{DE54D729-A541-4110-95E6-D5D8A91B50F7}" srcId="{C68CB586-E252-45B4-A9C6-02FA62CC74C0}" destId="{0A1E47F2-4356-4347-90CF-F52E97830E88}" srcOrd="1" destOrd="0" parTransId="{724C09FE-EB0D-4A1A-B49A-FF67D37F4275}" sibTransId="{85981F0B-C02B-4DB4-A5ED-299C86A4E962}"/>
    <dgm:cxn modelId="{2F7A522A-3C1B-4353-BAB4-0B65F565178D}" type="presOf" srcId="{39552126-EB15-43A4-B0CA-8129BA092A66}" destId="{043E7C66-3309-4C6F-B796-4F2BB3AB231F}" srcOrd="0" destOrd="0" presId="urn:microsoft.com/office/officeart/2005/8/layout/vList5"/>
    <dgm:cxn modelId="{67C4522F-A1A9-4716-AC94-7585B84689A5}" type="presOf" srcId="{2CC49675-EB7B-454F-AA0C-80F21B273BCA}" destId="{68E44B4B-803E-4AD7-A1F7-347FF6298E52}" srcOrd="0" destOrd="2" presId="urn:microsoft.com/office/officeart/2005/8/layout/vList5"/>
    <dgm:cxn modelId="{93C61433-9793-42FA-A20E-00FDB2905B8E}" type="presOf" srcId="{D5A260E7-A87A-46F1-A19C-A248A5FFA589}" destId="{08626A3A-2629-48C1-B114-49AD878D6BDE}" srcOrd="0" destOrd="0" presId="urn:microsoft.com/office/officeart/2005/8/layout/vList5"/>
    <dgm:cxn modelId="{F4A1B337-8D14-4EF7-AFB4-1E9D910D300B}" srcId="{D0DFB3FD-E347-40DC-99AA-BB4E9E6BCA50}" destId="{DAB36256-BA97-4C05-BD27-17C27D3742B2}" srcOrd="4" destOrd="0" parTransId="{54E84A55-D0A8-4E5E-9E3A-346D463D59E7}" sibTransId="{0664A0DC-A45C-434B-81B7-A617B67837E0}"/>
    <dgm:cxn modelId="{FACECE3C-24E2-4775-A7B2-31839E7F591A}" type="presOf" srcId="{5F0D5F8D-01D1-4C77-9B9B-92C2DD3D5CD2}" destId="{2DF044BF-A3D7-4167-83A8-3F3F8E4DCC99}" srcOrd="0" destOrd="2" presId="urn:microsoft.com/office/officeart/2005/8/layout/vList5"/>
    <dgm:cxn modelId="{7E851941-02DF-4E95-A49D-0C755261F122}" srcId="{DAB36256-BA97-4C05-BD27-17C27D3742B2}" destId="{38E121D6-08C3-47F5-9D36-4C5E37BFFD38}" srcOrd="0" destOrd="0" parTransId="{962D873C-5471-40FC-9E96-9253A4790C08}" sibTransId="{C8C19565-349B-403B-BB85-13E3BFE2BC28}"/>
    <dgm:cxn modelId="{DECEE26F-3ED7-4302-97EE-5D0C89E81D33}" srcId="{DAB36256-BA97-4C05-BD27-17C27D3742B2}" destId="{FD77AD03-4101-42FA-8943-FA76CA9F07D7}" srcOrd="1" destOrd="0" parTransId="{24551929-C075-447F-AC7F-343424EE5C3D}" sibTransId="{EB070BED-9A7B-43B1-ADB7-7BCEE5ECFF1B}"/>
    <dgm:cxn modelId="{386F7272-406B-4EBF-84BE-FE946A5B3131}" type="presOf" srcId="{2769BA23-77E4-400C-A0C9-30CAA82CBD44}" destId="{82B4CF44-E8D8-487D-941E-6EFE7A80287A}" srcOrd="0" destOrd="0" presId="urn:microsoft.com/office/officeart/2005/8/layout/vList5"/>
    <dgm:cxn modelId="{A98AC572-2016-454F-BBEC-21B0A8C25D02}" srcId="{D0DFB3FD-E347-40DC-99AA-BB4E9E6BCA50}" destId="{3338F220-C97D-4ECB-B443-DE2277477A01}" srcOrd="0" destOrd="0" parTransId="{AE253C4F-BA51-41E7-81FB-AB452D47EA2B}" sibTransId="{BE45BD37-5E1A-42D8-AC79-ED3D52E33BA4}"/>
    <dgm:cxn modelId="{22613C53-7C18-4FD4-824F-C584CCA32E30}" type="presOf" srcId="{888E4EBB-F268-4EF3-B4B8-741B33EC3AC6}" destId="{82B4CF44-E8D8-487D-941E-6EFE7A80287A}" srcOrd="0" destOrd="2" presId="urn:microsoft.com/office/officeart/2005/8/layout/vList5"/>
    <dgm:cxn modelId="{6CBC4454-C4D4-454C-B4C5-6301B85BE1D5}" srcId="{12524B5A-0333-4C60-BF62-44FE3C673625}" destId="{5F0D5F8D-01D1-4C77-9B9B-92C2DD3D5CD2}" srcOrd="2" destOrd="0" parTransId="{3AD77E6D-4EAC-4E48-8D72-183012250B34}" sibTransId="{E02B1C31-3949-497B-A42E-37A2F07C7B73}"/>
    <dgm:cxn modelId="{6A6C9B54-D9B5-4106-B078-2DA93C3ADBEC}" type="presOf" srcId="{6A4398CC-8978-426E-A67E-1025DF683857}" destId="{68E44B4B-803E-4AD7-A1F7-347FF6298E52}" srcOrd="0" destOrd="1" presId="urn:microsoft.com/office/officeart/2005/8/layout/vList5"/>
    <dgm:cxn modelId="{7AB49C80-2FA2-47B0-8BC3-A01B88BE2721}" type="presOf" srcId="{9A99DDF2-8200-4CFB-9568-86C5BDF48BF0}" destId="{2DF044BF-A3D7-4167-83A8-3F3F8E4DCC99}" srcOrd="0" destOrd="0" presId="urn:microsoft.com/office/officeart/2005/8/layout/vList5"/>
    <dgm:cxn modelId="{ADC95888-A72E-4853-B166-6AA4F7E07B6E}" srcId="{39552126-EB15-43A4-B0CA-8129BA092A66}" destId="{2769BA23-77E4-400C-A0C9-30CAA82CBD44}" srcOrd="0" destOrd="0" parTransId="{093FDE74-DB59-4C63-B279-BC5A743EDB63}" sibTransId="{4246BED0-985A-4AF0-8CC0-698FC63E6413}"/>
    <dgm:cxn modelId="{8136C38A-17D7-4EAA-B99C-794CB169576F}" srcId="{39552126-EB15-43A4-B0CA-8129BA092A66}" destId="{C6F45A25-9B8A-48FF-ACD6-1B323BA25017}" srcOrd="1" destOrd="0" parTransId="{C60D10DF-F08C-4853-88AB-7B4CD68EB11D}" sibTransId="{A5CF96B6-9912-4D56-88A2-E3CE489A5AB3}"/>
    <dgm:cxn modelId="{68073C9C-35BB-474B-A568-90AE902B6457}" srcId="{3338F220-C97D-4ECB-B443-DE2277477A01}" destId="{6277D5ED-78E0-4996-8086-A2174B321F52}" srcOrd="0" destOrd="0" parTransId="{182142BB-3993-4C6D-98A0-9E51ABB8ABF5}" sibTransId="{8CF2C324-B7F4-4D0B-8765-191C9290AEB8}"/>
    <dgm:cxn modelId="{DC405A9C-3F7B-481A-87CF-ACE5803E49D5}" type="presOf" srcId="{C68CB586-E252-45B4-A9C6-02FA62CC74C0}" destId="{8EBD77B4-1468-48FC-8B4E-69166426DFFD}" srcOrd="0" destOrd="0" presId="urn:microsoft.com/office/officeart/2005/8/layout/vList5"/>
    <dgm:cxn modelId="{CC1EE59C-23D1-49C5-9315-751997CA4FFA}" srcId="{D0DFB3FD-E347-40DC-99AA-BB4E9E6BCA50}" destId="{12524B5A-0333-4C60-BF62-44FE3C673625}" srcOrd="1" destOrd="0" parTransId="{2861EF4E-0D9D-43E1-97BA-FA726D964C48}" sibTransId="{266CA288-D1C0-4A59-8057-7A224E782097}"/>
    <dgm:cxn modelId="{86A22CA0-4E23-40C0-8195-A7B7FB3579DE}" type="presOf" srcId="{C6FD6133-DAF9-47EC-80AE-C00AC6919385}" destId="{166EB011-3549-4D2C-A26F-3D94294480EB}" srcOrd="0" destOrd="2" presId="urn:microsoft.com/office/officeart/2005/8/layout/vList5"/>
    <dgm:cxn modelId="{CA318CA0-5B60-4858-9A81-C8E84FB4C0F8}" type="presOf" srcId="{D0DFB3FD-E347-40DC-99AA-BB4E9E6BCA50}" destId="{F5FA97D4-3639-4548-9AF3-E0CDDE3599A5}" srcOrd="0" destOrd="0" presId="urn:microsoft.com/office/officeart/2005/8/layout/vList5"/>
    <dgm:cxn modelId="{02129BA6-DF48-4E8B-9209-26C771F91482}" srcId="{39552126-EB15-43A4-B0CA-8129BA092A66}" destId="{888E4EBB-F268-4EF3-B4B8-741B33EC3AC6}" srcOrd="2" destOrd="0" parTransId="{E2A6B6FA-CE30-47D8-A816-D306F986E121}" sibTransId="{28BDD820-ECC1-4F15-BE93-DCE660897EA1}"/>
    <dgm:cxn modelId="{F92A61AE-8816-4536-B27F-3DCDC33E7DAB}" srcId="{D0DFB3FD-E347-40DC-99AA-BB4E9E6BCA50}" destId="{C68CB586-E252-45B4-A9C6-02FA62CC74C0}" srcOrd="3" destOrd="0" parTransId="{3587F581-50D0-4D4F-A7E4-43B0EA7BB5C7}" sibTransId="{2428EBBE-94FB-41CD-B54A-F81411BB7A2A}"/>
    <dgm:cxn modelId="{4F831BAF-9F00-45D1-A4E1-6D7C1AFD219A}" srcId="{3338F220-C97D-4ECB-B443-DE2277477A01}" destId="{2CC49675-EB7B-454F-AA0C-80F21B273BCA}" srcOrd="2" destOrd="0" parTransId="{FFD048E1-1A4E-414C-B6CF-7B423E25299B}" sibTransId="{0F9A5481-BE3C-45F4-947C-5C21EEE9DC84}"/>
    <dgm:cxn modelId="{B390C4AF-FBBA-4FC8-B1E9-C75A07B78FBB}" type="presOf" srcId="{FD77AD03-4101-42FA-8943-FA76CA9F07D7}" destId="{166EB011-3549-4D2C-A26F-3D94294480EB}" srcOrd="0" destOrd="1" presId="urn:microsoft.com/office/officeart/2005/8/layout/vList5"/>
    <dgm:cxn modelId="{0C201CB5-2A7F-427E-B429-C2777A1785F9}" type="presOf" srcId="{8797CE6B-DFA0-4B24-B7E8-B8E1FDCCDE14}" destId="{2DF044BF-A3D7-4167-83A8-3F3F8E4DCC99}" srcOrd="0" destOrd="1" presId="urn:microsoft.com/office/officeart/2005/8/layout/vList5"/>
    <dgm:cxn modelId="{4EF090B7-F4EA-4230-8268-63FFC729C728}" srcId="{C68CB586-E252-45B4-A9C6-02FA62CC74C0}" destId="{D5A260E7-A87A-46F1-A19C-A248A5FFA589}" srcOrd="0" destOrd="0" parTransId="{EE68377B-F30A-404A-B6B8-EBFB93DABB66}" sibTransId="{097CF7B9-8694-4E57-9094-DFA51934C804}"/>
    <dgm:cxn modelId="{69B172B8-1A52-47EF-9F23-47A5420673B0}" type="presOf" srcId="{12524B5A-0333-4C60-BF62-44FE3C673625}" destId="{06970DEB-424D-47A3-AD50-DF159779A3D3}" srcOrd="0" destOrd="0" presId="urn:microsoft.com/office/officeart/2005/8/layout/vList5"/>
    <dgm:cxn modelId="{9A963CC4-5659-49DC-972D-B85A669A2586}" type="presOf" srcId="{C6F45A25-9B8A-48FF-ACD6-1B323BA25017}" destId="{82B4CF44-E8D8-487D-941E-6EFE7A80287A}" srcOrd="0" destOrd="1" presId="urn:microsoft.com/office/officeart/2005/8/layout/vList5"/>
    <dgm:cxn modelId="{17C8FAC8-B906-44D2-B732-D01AA72BD7B7}" srcId="{12524B5A-0333-4C60-BF62-44FE3C673625}" destId="{8797CE6B-DFA0-4B24-B7E8-B8E1FDCCDE14}" srcOrd="1" destOrd="0" parTransId="{D1A091B1-14C8-4429-8555-C0A784F57158}" sibTransId="{8F738C57-D8DD-4AE9-BB40-060422E38236}"/>
    <dgm:cxn modelId="{47E5B5D0-11D3-487D-8848-C02E48BF6CB4}" srcId="{DAB36256-BA97-4C05-BD27-17C27D3742B2}" destId="{C6FD6133-DAF9-47EC-80AE-C00AC6919385}" srcOrd="2" destOrd="0" parTransId="{084E8072-8541-4966-A5E5-EC01E67D3D1C}" sibTransId="{1ACFBF12-7267-4C97-BB17-DC02E9B0DF4D}"/>
    <dgm:cxn modelId="{DF7F80D5-EED6-4FF3-BED6-2C7E46D01F6C}" srcId="{3338F220-C97D-4ECB-B443-DE2277477A01}" destId="{6A4398CC-8978-426E-A67E-1025DF683857}" srcOrd="1" destOrd="0" parTransId="{BE83C748-ABA2-4CBA-837C-7A37A5DB268D}" sibTransId="{81E7B2BA-8826-42D1-A6E1-277627C8342B}"/>
    <dgm:cxn modelId="{4A5699D7-3AA0-4574-B89E-41121208F74F}" type="presOf" srcId="{DAB36256-BA97-4C05-BD27-17C27D3742B2}" destId="{52950AFE-3079-4B76-A641-C2C7A74D727C}" srcOrd="0" destOrd="0" presId="urn:microsoft.com/office/officeart/2005/8/layout/vList5"/>
    <dgm:cxn modelId="{F8C98DE1-5425-4DC0-8ED2-68135025E619}" type="presOf" srcId="{3338F220-C97D-4ECB-B443-DE2277477A01}" destId="{B59C481E-D49A-4D23-BC33-E72CF1343C8B}" srcOrd="0" destOrd="0" presId="urn:microsoft.com/office/officeart/2005/8/layout/vList5"/>
    <dgm:cxn modelId="{1272F6EB-079C-4493-9370-8289E6EF96BF}" srcId="{D0DFB3FD-E347-40DC-99AA-BB4E9E6BCA50}" destId="{39552126-EB15-43A4-B0CA-8129BA092A66}" srcOrd="2" destOrd="0" parTransId="{E3BF12B3-4D78-4816-937A-EBC732233149}" sibTransId="{A85E849F-B022-4533-82C1-5E1BC875906A}"/>
    <dgm:cxn modelId="{B9A275EF-094A-4B65-88EA-F274E67CA727}" srcId="{12524B5A-0333-4C60-BF62-44FE3C673625}" destId="{9A99DDF2-8200-4CFB-9568-86C5BDF48BF0}" srcOrd="0" destOrd="0" parTransId="{4854032F-8023-48CF-A7DB-8FF0797C78EB}" sibTransId="{F502C6FC-D3CC-429E-9A91-6670FAD32837}"/>
    <dgm:cxn modelId="{00726AF4-E4C6-42D0-9686-AA2FE3D75195}" srcId="{C68CB586-E252-45B4-A9C6-02FA62CC74C0}" destId="{8C9A2046-444B-4505-B12E-B74AB3EE4EC3}" srcOrd="2" destOrd="0" parTransId="{DACA1910-F34B-4E1C-A3D5-8C91004DE608}" sibTransId="{55500DC7-64B0-4AEA-A17A-B4ACE6E3A04A}"/>
    <dgm:cxn modelId="{450629CD-AAA0-40EF-B537-803D5A28C710}" type="presParOf" srcId="{F5FA97D4-3639-4548-9AF3-E0CDDE3599A5}" destId="{56E5E8C1-9A2A-4554-B363-26E6A1353481}" srcOrd="0" destOrd="0" presId="urn:microsoft.com/office/officeart/2005/8/layout/vList5"/>
    <dgm:cxn modelId="{FD0C5ACC-8C1C-45DD-9851-13E3CE808624}" type="presParOf" srcId="{56E5E8C1-9A2A-4554-B363-26E6A1353481}" destId="{B59C481E-D49A-4D23-BC33-E72CF1343C8B}" srcOrd="0" destOrd="0" presId="urn:microsoft.com/office/officeart/2005/8/layout/vList5"/>
    <dgm:cxn modelId="{FC9C3581-0A13-4F04-BBC6-A6732AC41E6F}" type="presParOf" srcId="{56E5E8C1-9A2A-4554-B363-26E6A1353481}" destId="{68E44B4B-803E-4AD7-A1F7-347FF6298E52}" srcOrd="1" destOrd="0" presId="urn:microsoft.com/office/officeart/2005/8/layout/vList5"/>
    <dgm:cxn modelId="{10699AA2-C600-4074-8EC3-C3C40E2296DB}" type="presParOf" srcId="{F5FA97D4-3639-4548-9AF3-E0CDDE3599A5}" destId="{1F130AB1-C949-40F5-AB0E-A1B843DE9829}" srcOrd="1" destOrd="0" presId="urn:microsoft.com/office/officeart/2005/8/layout/vList5"/>
    <dgm:cxn modelId="{A4DBEC31-026B-45ED-84F2-DBD22C51238C}" type="presParOf" srcId="{F5FA97D4-3639-4548-9AF3-E0CDDE3599A5}" destId="{0AF09B4E-9B9B-4AF1-BCDB-A08654678AC5}" srcOrd="2" destOrd="0" presId="urn:microsoft.com/office/officeart/2005/8/layout/vList5"/>
    <dgm:cxn modelId="{B465C284-FD96-495A-8F1F-DE8375E8A1ED}" type="presParOf" srcId="{0AF09B4E-9B9B-4AF1-BCDB-A08654678AC5}" destId="{06970DEB-424D-47A3-AD50-DF159779A3D3}" srcOrd="0" destOrd="0" presId="urn:microsoft.com/office/officeart/2005/8/layout/vList5"/>
    <dgm:cxn modelId="{924E28AA-D018-49F4-B691-5FD4B35FA062}" type="presParOf" srcId="{0AF09B4E-9B9B-4AF1-BCDB-A08654678AC5}" destId="{2DF044BF-A3D7-4167-83A8-3F3F8E4DCC99}" srcOrd="1" destOrd="0" presId="urn:microsoft.com/office/officeart/2005/8/layout/vList5"/>
    <dgm:cxn modelId="{ADA6829D-0286-4476-8DF3-0B4E2C3FDC97}" type="presParOf" srcId="{F5FA97D4-3639-4548-9AF3-E0CDDE3599A5}" destId="{35BCCA8A-E6A8-4B7D-A1DC-65BCD2D6E9BC}" srcOrd="3" destOrd="0" presId="urn:microsoft.com/office/officeart/2005/8/layout/vList5"/>
    <dgm:cxn modelId="{67DB683C-BA72-41B0-B0CE-63B5E2A40063}" type="presParOf" srcId="{F5FA97D4-3639-4548-9AF3-E0CDDE3599A5}" destId="{BE47DB0C-A9B6-4566-9156-BAD8AB73BA6F}" srcOrd="4" destOrd="0" presId="urn:microsoft.com/office/officeart/2005/8/layout/vList5"/>
    <dgm:cxn modelId="{1243DC6A-E95C-4093-86F3-7CA12E100120}" type="presParOf" srcId="{BE47DB0C-A9B6-4566-9156-BAD8AB73BA6F}" destId="{043E7C66-3309-4C6F-B796-4F2BB3AB231F}" srcOrd="0" destOrd="0" presId="urn:microsoft.com/office/officeart/2005/8/layout/vList5"/>
    <dgm:cxn modelId="{EB0365D1-1459-4C6B-945B-9141B7799B7A}" type="presParOf" srcId="{BE47DB0C-A9B6-4566-9156-BAD8AB73BA6F}" destId="{82B4CF44-E8D8-487D-941E-6EFE7A80287A}" srcOrd="1" destOrd="0" presId="urn:microsoft.com/office/officeart/2005/8/layout/vList5"/>
    <dgm:cxn modelId="{7BB569E7-262B-4732-BD9C-734F4F701B4D}" type="presParOf" srcId="{F5FA97D4-3639-4548-9AF3-E0CDDE3599A5}" destId="{7E7561F1-FBA6-4FDC-89D0-A85409EF0E9B}" srcOrd="5" destOrd="0" presId="urn:microsoft.com/office/officeart/2005/8/layout/vList5"/>
    <dgm:cxn modelId="{D0B49297-F09A-4717-9D5D-088BD982A67C}" type="presParOf" srcId="{F5FA97D4-3639-4548-9AF3-E0CDDE3599A5}" destId="{98D49EF6-435D-49C3-8492-652C14489113}" srcOrd="6" destOrd="0" presId="urn:microsoft.com/office/officeart/2005/8/layout/vList5"/>
    <dgm:cxn modelId="{0E8E5539-F0EE-489A-9B94-BD486892F134}" type="presParOf" srcId="{98D49EF6-435D-49C3-8492-652C14489113}" destId="{8EBD77B4-1468-48FC-8B4E-69166426DFFD}" srcOrd="0" destOrd="0" presId="urn:microsoft.com/office/officeart/2005/8/layout/vList5"/>
    <dgm:cxn modelId="{F8196472-1ADB-4AE4-BCE2-D306A8116FBB}" type="presParOf" srcId="{98D49EF6-435D-49C3-8492-652C14489113}" destId="{08626A3A-2629-48C1-B114-49AD878D6BDE}" srcOrd="1" destOrd="0" presId="urn:microsoft.com/office/officeart/2005/8/layout/vList5"/>
    <dgm:cxn modelId="{EFCF5100-9300-411B-AAD4-E381E41A57F4}" type="presParOf" srcId="{F5FA97D4-3639-4548-9AF3-E0CDDE3599A5}" destId="{0B18DBDC-9C79-4D19-81F3-C482CE6021A9}" srcOrd="7" destOrd="0" presId="urn:microsoft.com/office/officeart/2005/8/layout/vList5"/>
    <dgm:cxn modelId="{D4C33699-02A9-4ECD-8C8C-BCA6FD182E1D}" type="presParOf" srcId="{F5FA97D4-3639-4548-9AF3-E0CDDE3599A5}" destId="{406088C7-87D2-4532-8C6E-784376653D54}" srcOrd="8" destOrd="0" presId="urn:microsoft.com/office/officeart/2005/8/layout/vList5"/>
    <dgm:cxn modelId="{529FC490-646E-4BB8-93D0-80740E66641A}" type="presParOf" srcId="{406088C7-87D2-4532-8C6E-784376653D54}" destId="{52950AFE-3079-4B76-A641-C2C7A74D727C}" srcOrd="0" destOrd="0" presId="urn:microsoft.com/office/officeart/2005/8/layout/vList5"/>
    <dgm:cxn modelId="{9781F170-DA52-4863-8EC7-DE1453E7860F}" type="presParOf" srcId="{406088C7-87D2-4532-8C6E-784376653D54}" destId="{166EB011-3549-4D2C-A26F-3D94294480E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D7A5D99-266C-4F6F-A058-0CBBE8E06C88}" type="doc">
      <dgm:prSet loTypeId="urn:microsoft.com/office/officeart/2005/8/layout/list1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ru-BY"/>
        </a:p>
      </dgm:t>
    </dgm:pt>
    <dgm:pt modelId="{D7C0EAF7-FFC9-46BF-ADDD-D016B22B8CA5}">
      <dgm:prSet phldrT="[Текст]" custT="1"/>
      <dgm:spPr/>
      <dgm:t>
        <a:bodyPr/>
        <a:lstStyle/>
        <a:p>
          <a:r>
            <a:rPr lang="ru-RU" sz="1600" b="1"/>
            <a:t>Сложность оценки эффективности: Трудно точно измерить результаты и влияние проектов.</a:t>
          </a:r>
          <a:endParaRPr lang="ru-BY" sz="1600" b="1" dirty="0"/>
        </a:p>
      </dgm:t>
    </dgm:pt>
    <dgm:pt modelId="{9B85038A-E082-4A24-A6F7-1FD31F1F67DC}" type="parTrans" cxnId="{2C487803-7936-4CFD-AAC7-63B2621F9E85}">
      <dgm:prSet/>
      <dgm:spPr/>
      <dgm:t>
        <a:bodyPr/>
        <a:lstStyle/>
        <a:p>
          <a:endParaRPr lang="ru-BY"/>
        </a:p>
      </dgm:t>
    </dgm:pt>
    <dgm:pt modelId="{DEB8802E-D96D-4748-859D-3515282D8888}" type="sibTrans" cxnId="{2C487803-7936-4CFD-AAC7-63B2621F9E85}">
      <dgm:prSet/>
      <dgm:spPr/>
      <dgm:t>
        <a:bodyPr/>
        <a:lstStyle/>
        <a:p>
          <a:endParaRPr lang="ru-BY"/>
        </a:p>
      </dgm:t>
    </dgm:pt>
    <dgm:pt modelId="{3AEFA133-C08F-4C8C-B441-FC6373B0F234}">
      <dgm:prSet custT="1"/>
      <dgm:spPr/>
      <dgm:t>
        <a:bodyPr/>
        <a:lstStyle/>
        <a:p>
          <a:r>
            <a:rPr lang="ru-RU" sz="1600" b="1"/>
            <a:t>Высокий уровень риска: Неопределенности могут привести к значительным проблемам.</a:t>
          </a:r>
          <a:endParaRPr lang="ru-BY" sz="1600" b="1" dirty="0"/>
        </a:p>
      </dgm:t>
    </dgm:pt>
    <dgm:pt modelId="{17D25D2B-DBF7-4EAA-9557-6C0047D74FAE}" type="parTrans" cxnId="{3368C15B-2E15-44FD-9023-545FCD96ABB1}">
      <dgm:prSet/>
      <dgm:spPr/>
      <dgm:t>
        <a:bodyPr/>
        <a:lstStyle/>
        <a:p>
          <a:endParaRPr lang="ru-BY"/>
        </a:p>
      </dgm:t>
    </dgm:pt>
    <dgm:pt modelId="{96FBC2FA-EA08-4DBE-A5B0-22870CEF2853}" type="sibTrans" cxnId="{3368C15B-2E15-44FD-9023-545FCD96ABB1}">
      <dgm:prSet/>
      <dgm:spPr/>
      <dgm:t>
        <a:bodyPr/>
        <a:lstStyle/>
        <a:p>
          <a:endParaRPr lang="ru-BY"/>
        </a:p>
      </dgm:t>
    </dgm:pt>
    <dgm:pt modelId="{84DE2ACA-59F7-452F-ABAC-D51C63F2B9AE}">
      <dgm:prSet custT="1"/>
      <dgm:spPr/>
      <dgm:t>
        <a:bodyPr/>
        <a:lstStyle/>
        <a:p>
          <a:r>
            <a:rPr lang="ru-RU" sz="1600" b="1"/>
            <a:t>Широкая огласка ошибок: Любые просчёты становятся известны большой аудитории.</a:t>
          </a:r>
          <a:endParaRPr lang="ru-BY" sz="1600" b="1" dirty="0"/>
        </a:p>
      </dgm:t>
    </dgm:pt>
    <dgm:pt modelId="{BF57A656-824E-42E3-B9E8-0B8B293C3621}" type="parTrans" cxnId="{6F4D3572-C58D-4464-B495-CC85A3976862}">
      <dgm:prSet/>
      <dgm:spPr/>
      <dgm:t>
        <a:bodyPr/>
        <a:lstStyle/>
        <a:p>
          <a:endParaRPr lang="ru-BY"/>
        </a:p>
      </dgm:t>
    </dgm:pt>
    <dgm:pt modelId="{7D843974-9053-4380-A101-28E662158D37}" type="sibTrans" cxnId="{6F4D3572-C58D-4464-B495-CC85A3976862}">
      <dgm:prSet/>
      <dgm:spPr/>
      <dgm:t>
        <a:bodyPr/>
        <a:lstStyle/>
        <a:p>
          <a:endParaRPr lang="ru-BY"/>
        </a:p>
      </dgm:t>
    </dgm:pt>
    <dgm:pt modelId="{624FF0B2-D8E1-48A0-915A-462AEEBF367D}">
      <dgm:prSet custT="1"/>
      <dgm:spPr/>
      <dgm:t>
        <a:bodyPr/>
        <a:lstStyle/>
        <a:p>
          <a:r>
            <a:rPr lang="ru-RU" sz="1600" b="1"/>
            <a:t>Значительные бюджеты: Часто требуются большие финансовые ресурсы.</a:t>
          </a:r>
          <a:endParaRPr lang="ru-BY" sz="1600" b="1" dirty="0"/>
        </a:p>
      </dgm:t>
    </dgm:pt>
    <dgm:pt modelId="{67364C38-8EFC-48FE-B678-B5A90E05AB7E}" type="parTrans" cxnId="{15DA4818-C426-4342-8900-1B569239B84A}">
      <dgm:prSet/>
      <dgm:spPr/>
      <dgm:t>
        <a:bodyPr/>
        <a:lstStyle/>
        <a:p>
          <a:endParaRPr lang="ru-BY"/>
        </a:p>
      </dgm:t>
    </dgm:pt>
    <dgm:pt modelId="{042FA29E-4AAA-48D4-B9B9-509C1ED1FA1A}" type="sibTrans" cxnId="{15DA4818-C426-4342-8900-1B569239B84A}">
      <dgm:prSet/>
      <dgm:spPr/>
      <dgm:t>
        <a:bodyPr/>
        <a:lstStyle/>
        <a:p>
          <a:endParaRPr lang="ru-BY"/>
        </a:p>
      </dgm:t>
    </dgm:pt>
    <dgm:pt modelId="{3DED0198-A7F1-48ED-AF99-720EF74A4414}">
      <dgm:prSet custT="1"/>
      <dgm:spPr/>
      <dgm:t>
        <a:bodyPr/>
        <a:lstStyle/>
        <a:p>
          <a:r>
            <a:rPr lang="ru-RU" sz="1600" b="1" dirty="0"/>
            <a:t>Специфичное разделение ролей: Четкое разграничение между заказчиком и исполнителем</a:t>
          </a:r>
          <a:r>
            <a:rPr lang="ru-RU" sz="900" dirty="0"/>
            <a:t>.</a:t>
          </a:r>
          <a:endParaRPr lang="ru-BY" sz="900" dirty="0"/>
        </a:p>
      </dgm:t>
    </dgm:pt>
    <dgm:pt modelId="{1C6FE72B-48B8-4FA9-A5E8-9DFB2A81FC47}" type="parTrans" cxnId="{D2424838-EDFB-43B0-84CB-B3E286FEB7B6}">
      <dgm:prSet/>
      <dgm:spPr/>
      <dgm:t>
        <a:bodyPr/>
        <a:lstStyle/>
        <a:p>
          <a:endParaRPr lang="ru-BY"/>
        </a:p>
      </dgm:t>
    </dgm:pt>
    <dgm:pt modelId="{D311AB2E-7375-441A-99E9-CFA0E6D9C35B}" type="sibTrans" cxnId="{D2424838-EDFB-43B0-84CB-B3E286FEB7B6}">
      <dgm:prSet/>
      <dgm:spPr/>
      <dgm:t>
        <a:bodyPr/>
        <a:lstStyle/>
        <a:p>
          <a:endParaRPr lang="ru-BY"/>
        </a:p>
      </dgm:t>
    </dgm:pt>
    <dgm:pt modelId="{FB6DFCC0-4650-40C5-B51E-825327DD9BCD}" type="pres">
      <dgm:prSet presAssocID="{2D7A5D99-266C-4F6F-A058-0CBBE8E06C88}" presName="linear" presStyleCnt="0">
        <dgm:presLayoutVars>
          <dgm:dir/>
          <dgm:animLvl val="lvl"/>
          <dgm:resizeHandles val="exact"/>
        </dgm:presLayoutVars>
      </dgm:prSet>
      <dgm:spPr/>
    </dgm:pt>
    <dgm:pt modelId="{2CF4B368-5F83-46D5-9B2A-D446BFF56217}" type="pres">
      <dgm:prSet presAssocID="{D7C0EAF7-FFC9-46BF-ADDD-D016B22B8CA5}" presName="parentLin" presStyleCnt="0"/>
      <dgm:spPr/>
    </dgm:pt>
    <dgm:pt modelId="{253745E1-80F7-4E2F-8CEC-993EB0B6794A}" type="pres">
      <dgm:prSet presAssocID="{D7C0EAF7-FFC9-46BF-ADDD-D016B22B8CA5}" presName="parentLeftMargin" presStyleLbl="node1" presStyleIdx="0" presStyleCnt="5"/>
      <dgm:spPr/>
    </dgm:pt>
    <dgm:pt modelId="{332B8C57-1B9D-44DA-8238-478AF0E676E6}" type="pres">
      <dgm:prSet presAssocID="{D7C0EAF7-FFC9-46BF-ADDD-D016B22B8CA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B5FF12E-B312-4F06-8963-FA80893EDDC4}" type="pres">
      <dgm:prSet presAssocID="{D7C0EAF7-FFC9-46BF-ADDD-D016B22B8CA5}" presName="negativeSpace" presStyleCnt="0"/>
      <dgm:spPr/>
    </dgm:pt>
    <dgm:pt modelId="{8EDF1CEC-3B5D-4BDC-BF8E-7F109D7E3084}" type="pres">
      <dgm:prSet presAssocID="{D7C0EAF7-FFC9-46BF-ADDD-D016B22B8CA5}" presName="childText" presStyleLbl="conFgAcc1" presStyleIdx="0" presStyleCnt="5">
        <dgm:presLayoutVars>
          <dgm:bulletEnabled val="1"/>
        </dgm:presLayoutVars>
      </dgm:prSet>
      <dgm:spPr/>
    </dgm:pt>
    <dgm:pt modelId="{C9CC8140-784D-4AF7-981E-2DB76ABFB18F}" type="pres">
      <dgm:prSet presAssocID="{DEB8802E-D96D-4748-859D-3515282D8888}" presName="spaceBetweenRectangles" presStyleCnt="0"/>
      <dgm:spPr/>
    </dgm:pt>
    <dgm:pt modelId="{5D300554-2252-4722-B1BB-0C6DEB4B1BA3}" type="pres">
      <dgm:prSet presAssocID="{3AEFA133-C08F-4C8C-B441-FC6373B0F234}" presName="parentLin" presStyleCnt="0"/>
      <dgm:spPr/>
    </dgm:pt>
    <dgm:pt modelId="{77F66508-28FA-4740-9CE3-4E14488613DA}" type="pres">
      <dgm:prSet presAssocID="{3AEFA133-C08F-4C8C-B441-FC6373B0F234}" presName="parentLeftMargin" presStyleLbl="node1" presStyleIdx="0" presStyleCnt="5"/>
      <dgm:spPr/>
    </dgm:pt>
    <dgm:pt modelId="{8A406310-F00A-4A6C-A0B5-CC063123155B}" type="pres">
      <dgm:prSet presAssocID="{3AEFA133-C08F-4C8C-B441-FC6373B0F23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CEF4432-C42C-43EC-838F-72168D4B450D}" type="pres">
      <dgm:prSet presAssocID="{3AEFA133-C08F-4C8C-B441-FC6373B0F234}" presName="negativeSpace" presStyleCnt="0"/>
      <dgm:spPr/>
    </dgm:pt>
    <dgm:pt modelId="{C3D7D0DB-5991-46E1-B620-81DFFEFD0CA0}" type="pres">
      <dgm:prSet presAssocID="{3AEFA133-C08F-4C8C-B441-FC6373B0F234}" presName="childText" presStyleLbl="conFgAcc1" presStyleIdx="1" presStyleCnt="5">
        <dgm:presLayoutVars>
          <dgm:bulletEnabled val="1"/>
        </dgm:presLayoutVars>
      </dgm:prSet>
      <dgm:spPr/>
    </dgm:pt>
    <dgm:pt modelId="{BD691381-987F-4D5B-9AF3-B24DABC8168A}" type="pres">
      <dgm:prSet presAssocID="{96FBC2FA-EA08-4DBE-A5B0-22870CEF2853}" presName="spaceBetweenRectangles" presStyleCnt="0"/>
      <dgm:spPr/>
    </dgm:pt>
    <dgm:pt modelId="{C4C272A7-D663-415D-BA6E-12851AA6745D}" type="pres">
      <dgm:prSet presAssocID="{84DE2ACA-59F7-452F-ABAC-D51C63F2B9AE}" presName="parentLin" presStyleCnt="0"/>
      <dgm:spPr/>
    </dgm:pt>
    <dgm:pt modelId="{82489D8D-B602-4CE2-913D-CA9E26D41E47}" type="pres">
      <dgm:prSet presAssocID="{84DE2ACA-59F7-452F-ABAC-D51C63F2B9AE}" presName="parentLeftMargin" presStyleLbl="node1" presStyleIdx="1" presStyleCnt="5"/>
      <dgm:spPr/>
    </dgm:pt>
    <dgm:pt modelId="{78CD93DC-2A42-430B-AA3A-3C29C8FD083A}" type="pres">
      <dgm:prSet presAssocID="{84DE2ACA-59F7-452F-ABAC-D51C63F2B9A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2A7C6F5-BF54-4707-A2C1-26D95D773638}" type="pres">
      <dgm:prSet presAssocID="{84DE2ACA-59F7-452F-ABAC-D51C63F2B9AE}" presName="negativeSpace" presStyleCnt="0"/>
      <dgm:spPr/>
    </dgm:pt>
    <dgm:pt modelId="{4B53FC32-660F-4075-80C8-5953C72DA81B}" type="pres">
      <dgm:prSet presAssocID="{84DE2ACA-59F7-452F-ABAC-D51C63F2B9AE}" presName="childText" presStyleLbl="conFgAcc1" presStyleIdx="2" presStyleCnt="5">
        <dgm:presLayoutVars>
          <dgm:bulletEnabled val="1"/>
        </dgm:presLayoutVars>
      </dgm:prSet>
      <dgm:spPr/>
    </dgm:pt>
    <dgm:pt modelId="{15891B3F-E791-4B4E-B21D-31106A2DE892}" type="pres">
      <dgm:prSet presAssocID="{7D843974-9053-4380-A101-28E662158D37}" presName="spaceBetweenRectangles" presStyleCnt="0"/>
      <dgm:spPr/>
    </dgm:pt>
    <dgm:pt modelId="{A8A1186D-07D2-4EF5-B52C-2E0A6B90C204}" type="pres">
      <dgm:prSet presAssocID="{624FF0B2-D8E1-48A0-915A-462AEEBF367D}" presName="parentLin" presStyleCnt="0"/>
      <dgm:spPr/>
    </dgm:pt>
    <dgm:pt modelId="{0A2FB048-BDC3-4BB2-A2BE-C18CB4577B10}" type="pres">
      <dgm:prSet presAssocID="{624FF0B2-D8E1-48A0-915A-462AEEBF367D}" presName="parentLeftMargin" presStyleLbl="node1" presStyleIdx="2" presStyleCnt="5"/>
      <dgm:spPr/>
    </dgm:pt>
    <dgm:pt modelId="{965208DB-645C-418F-BDAF-400E741C1D7B}" type="pres">
      <dgm:prSet presAssocID="{624FF0B2-D8E1-48A0-915A-462AEEBF367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F88C90E-DC03-46BC-AEF9-F42F78966653}" type="pres">
      <dgm:prSet presAssocID="{624FF0B2-D8E1-48A0-915A-462AEEBF367D}" presName="negativeSpace" presStyleCnt="0"/>
      <dgm:spPr/>
    </dgm:pt>
    <dgm:pt modelId="{B48D3C0B-ABEC-4821-88B4-F092A3CB6EE3}" type="pres">
      <dgm:prSet presAssocID="{624FF0B2-D8E1-48A0-915A-462AEEBF367D}" presName="childText" presStyleLbl="conFgAcc1" presStyleIdx="3" presStyleCnt="5">
        <dgm:presLayoutVars>
          <dgm:bulletEnabled val="1"/>
        </dgm:presLayoutVars>
      </dgm:prSet>
      <dgm:spPr/>
    </dgm:pt>
    <dgm:pt modelId="{55230E41-6A67-448A-93B1-82875DD3980E}" type="pres">
      <dgm:prSet presAssocID="{042FA29E-4AAA-48D4-B9B9-509C1ED1FA1A}" presName="spaceBetweenRectangles" presStyleCnt="0"/>
      <dgm:spPr/>
    </dgm:pt>
    <dgm:pt modelId="{0DC69C77-7FD6-4853-BA57-57635F8BDFD2}" type="pres">
      <dgm:prSet presAssocID="{3DED0198-A7F1-48ED-AF99-720EF74A4414}" presName="parentLin" presStyleCnt="0"/>
      <dgm:spPr/>
    </dgm:pt>
    <dgm:pt modelId="{69BD02EE-266C-4FEE-B65A-E1FE78AE865A}" type="pres">
      <dgm:prSet presAssocID="{3DED0198-A7F1-48ED-AF99-720EF74A4414}" presName="parentLeftMargin" presStyleLbl="node1" presStyleIdx="3" presStyleCnt="5"/>
      <dgm:spPr/>
    </dgm:pt>
    <dgm:pt modelId="{A3A2946E-BF50-4C2C-9316-33699F710A31}" type="pres">
      <dgm:prSet presAssocID="{3DED0198-A7F1-48ED-AF99-720EF74A4414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A6D90649-536E-4D68-834E-477B7F11C08D}" type="pres">
      <dgm:prSet presAssocID="{3DED0198-A7F1-48ED-AF99-720EF74A4414}" presName="negativeSpace" presStyleCnt="0"/>
      <dgm:spPr/>
    </dgm:pt>
    <dgm:pt modelId="{E700AE8E-B8FD-4AB5-A97A-F2AAC6FF2DB2}" type="pres">
      <dgm:prSet presAssocID="{3DED0198-A7F1-48ED-AF99-720EF74A4414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2C487803-7936-4CFD-AAC7-63B2621F9E85}" srcId="{2D7A5D99-266C-4F6F-A058-0CBBE8E06C88}" destId="{D7C0EAF7-FFC9-46BF-ADDD-D016B22B8CA5}" srcOrd="0" destOrd="0" parTransId="{9B85038A-E082-4A24-A6F7-1FD31F1F67DC}" sibTransId="{DEB8802E-D96D-4748-859D-3515282D8888}"/>
    <dgm:cxn modelId="{15DA4818-C426-4342-8900-1B569239B84A}" srcId="{2D7A5D99-266C-4F6F-A058-0CBBE8E06C88}" destId="{624FF0B2-D8E1-48A0-915A-462AEEBF367D}" srcOrd="3" destOrd="0" parTransId="{67364C38-8EFC-48FE-B678-B5A90E05AB7E}" sibTransId="{042FA29E-4AAA-48D4-B9B9-509C1ED1FA1A}"/>
    <dgm:cxn modelId="{D2424838-EDFB-43B0-84CB-B3E286FEB7B6}" srcId="{2D7A5D99-266C-4F6F-A058-0CBBE8E06C88}" destId="{3DED0198-A7F1-48ED-AF99-720EF74A4414}" srcOrd="4" destOrd="0" parTransId="{1C6FE72B-48B8-4FA9-A5E8-9DFB2A81FC47}" sibTransId="{D311AB2E-7375-441A-99E9-CFA0E6D9C35B}"/>
    <dgm:cxn modelId="{3368C15B-2E15-44FD-9023-545FCD96ABB1}" srcId="{2D7A5D99-266C-4F6F-A058-0CBBE8E06C88}" destId="{3AEFA133-C08F-4C8C-B441-FC6373B0F234}" srcOrd="1" destOrd="0" parTransId="{17D25D2B-DBF7-4EAA-9557-6C0047D74FAE}" sibTransId="{96FBC2FA-EA08-4DBE-A5B0-22870CEF2853}"/>
    <dgm:cxn modelId="{8089DD6A-8A23-43BA-AB25-0C01D452C4EA}" type="presOf" srcId="{D7C0EAF7-FFC9-46BF-ADDD-D016B22B8CA5}" destId="{332B8C57-1B9D-44DA-8238-478AF0E676E6}" srcOrd="1" destOrd="0" presId="urn:microsoft.com/office/officeart/2005/8/layout/list1"/>
    <dgm:cxn modelId="{E4DCB74D-CF28-4535-88CD-12057D4F5B64}" type="presOf" srcId="{84DE2ACA-59F7-452F-ABAC-D51C63F2B9AE}" destId="{82489D8D-B602-4CE2-913D-CA9E26D41E47}" srcOrd="0" destOrd="0" presId="urn:microsoft.com/office/officeart/2005/8/layout/list1"/>
    <dgm:cxn modelId="{6F4D3572-C58D-4464-B495-CC85A3976862}" srcId="{2D7A5D99-266C-4F6F-A058-0CBBE8E06C88}" destId="{84DE2ACA-59F7-452F-ABAC-D51C63F2B9AE}" srcOrd="2" destOrd="0" parTransId="{BF57A656-824E-42E3-B9E8-0B8B293C3621}" sibTransId="{7D843974-9053-4380-A101-28E662158D37}"/>
    <dgm:cxn modelId="{5C149554-043D-4E03-881A-B93952A3BF8B}" type="presOf" srcId="{2D7A5D99-266C-4F6F-A058-0CBBE8E06C88}" destId="{FB6DFCC0-4650-40C5-B51E-825327DD9BCD}" srcOrd="0" destOrd="0" presId="urn:microsoft.com/office/officeart/2005/8/layout/list1"/>
    <dgm:cxn modelId="{07B2FA80-D9C1-4182-AF69-1ABBE91E85A8}" type="presOf" srcId="{84DE2ACA-59F7-452F-ABAC-D51C63F2B9AE}" destId="{78CD93DC-2A42-430B-AA3A-3C29C8FD083A}" srcOrd="1" destOrd="0" presId="urn:microsoft.com/office/officeart/2005/8/layout/list1"/>
    <dgm:cxn modelId="{87245BBF-228E-48F5-8DE2-C55C7E8AA05E}" type="presOf" srcId="{624FF0B2-D8E1-48A0-915A-462AEEBF367D}" destId="{0A2FB048-BDC3-4BB2-A2BE-C18CB4577B10}" srcOrd="0" destOrd="0" presId="urn:microsoft.com/office/officeart/2005/8/layout/list1"/>
    <dgm:cxn modelId="{A24F10C1-21FE-4466-BBD0-55B2C5AD15EA}" type="presOf" srcId="{3DED0198-A7F1-48ED-AF99-720EF74A4414}" destId="{A3A2946E-BF50-4C2C-9316-33699F710A31}" srcOrd="1" destOrd="0" presId="urn:microsoft.com/office/officeart/2005/8/layout/list1"/>
    <dgm:cxn modelId="{3803F7C5-B04F-4A8F-A116-2CFCC32749CB}" type="presOf" srcId="{3DED0198-A7F1-48ED-AF99-720EF74A4414}" destId="{69BD02EE-266C-4FEE-B65A-E1FE78AE865A}" srcOrd="0" destOrd="0" presId="urn:microsoft.com/office/officeart/2005/8/layout/list1"/>
    <dgm:cxn modelId="{1BCCBDD9-D3C8-462D-B3DF-1352B704EE9D}" type="presOf" srcId="{624FF0B2-D8E1-48A0-915A-462AEEBF367D}" destId="{965208DB-645C-418F-BDAF-400E741C1D7B}" srcOrd="1" destOrd="0" presId="urn:microsoft.com/office/officeart/2005/8/layout/list1"/>
    <dgm:cxn modelId="{E721BAE1-A076-4343-B7BB-56AF105FA9CF}" type="presOf" srcId="{3AEFA133-C08F-4C8C-B441-FC6373B0F234}" destId="{77F66508-28FA-4740-9CE3-4E14488613DA}" srcOrd="0" destOrd="0" presId="urn:microsoft.com/office/officeart/2005/8/layout/list1"/>
    <dgm:cxn modelId="{166DFEE6-305C-45D6-BEC3-270DBA9BFDF1}" type="presOf" srcId="{3AEFA133-C08F-4C8C-B441-FC6373B0F234}" destId="{8A406310-F00A-4A6C-A0B5-CC063123155B}" srcOrd="1" destOrd="0" presId="urn:microsoft.com/office/officeart/2005/8/layout/list1"/>
    <dgm:cxn modelId="{9903A0F6-9DEE-444B-BBB5-17F9CBC0FBC9}" type="presOf" srcId="{D7C0EAF7-FFC9-46BF-ADDD-D016B22B8CA5}" destId="{253745E1-80F7-4E2F-8CEC-993EB0B6794A}" srcOrd="0" destOrd="0" presId="urn:microsoft.com/office/officeart/2005/8/layout/list1"/>
    <dgm:cxn modelId="{BB99A824-7FA1-4E90-B7F1-EDE7FE5588DA}" type="presParOf" srcId="{FB6DFCC0-4650-40C5-B51E-825327DD9BCD}" destId="{2CF4B368-5F83-46D5-9B2A-D446BFF56217}" srcOrd="0" destOrd="0" presId="urn:microsoft.com/office/officeart/2005/8/layout/list1"/>
    <dgm:cxn modelId="{C5733BBD-55BB-4114-A047-C0430D641E1D}" type="presParOf" srcId="{2CF4B368-5F83-46D5-9B2A-D446BFF56217}" destId="{253745E1-80F7-4E2F-8CEC-993EB0B6794A}" srcOrd="0" destOrd="0" presId="urn:microsoft.com/office/officeart/2005/8/layout/list1"/>
    <dgm:cxn modelId="{4100B3F5-C7AD-41A1-B0C5-B6FA2C508FAC}" type="presParOf" srcId="{2CF4B368-5F83-46D5-9B2A-D446BFF56217}" destId="{332B8C57-1B9D-44DA-8238-478AF0E676E6}" srcOrd="1" destOrd="0" presId="urn:microsoft.com/office/officeart/2005/8/layout/list1"/>
    <dgm:cxn modelId="{AAF485A8-D657-4FD7-8C97-7B8FEDF88437}" type="presParOf" srcId="{FB6DFCC0-4650-40C5-B51E-825327DD9BCD}" destId="{3B5FF12E-B312-4F06-8963-FA80893EDDC4}" srcOrd="1" destOrd="0" presId="urn:microsoft.com/office/officeart/2005/8/layout/list1"/>
    <dgm:cxn modelId="{9EE41E64-11FA-445A-B060-D4509B404FE2}" type="presParOf" srcId="{FB6DFCC0-4650-40C5-B51E-825327DD9BCD}" destId="{8EDF1CEC-3B5D-4BDC-BF8E-7F109D7E3084}" srcOrd="2" destOrd="0" presId="urn:microsoft.com/office/officeart/2005/8/layout/list1"/>
    <dgm:cxn modelId="{8C6C3D0F-F6AC-462B-94D9-894828C29449}" type="presParOf" srcId="{FB6DFCC0-4650-40C5-B51E-825327DD9BCD}" destId="{C9CC8140-784D-4AF7-981E-2DB76ABFB18F}" srcOrd="3" destOrd="0" presId="urn:microsoft.com/office/officeart/2005/8/layout/list1"/>
    <dgm:cxn modelId="{2993EC05-165D-4879-B1D0-904D6CA2E788}" type="presParOf" srcId="{FB6DFCC0-4650-40C5-B51E-825327DD9BCD}" destId="{5D300554-2252-4722-B1BB-0C6DEB4B1BA3}" srcOrd="4" destOrd="0" presId="urn:microsoft.com/office/officeart/2005/8/layout/list1"/>
    <dgm:cxn modelId="{F0803527-6D65-4982-83FC-6C20E5BEB08F}" type="presParOf" srcId="{5D300554-2252-4722-B1BB-0C6DEB4B1BA3}" destId="{77F66508-28FA-4740-9CE3-4E14488613DA}" srcOrd="0" destOrd="0" presId="urn:microsoft.com/office/officeart/2005/8/layout/list1"/>
    <dgm:cxn modelId="{DE9E3A9B-9359-4D23-B2E1-58051244476C}" type="presParOf" srcId="{5D300554-2252-4722-B1BB-0C6DEB4B1BA3}" destId="{8A406310-F00A-4A6C-A0B5-CC063123155B}" srcOrd="1" destOrd="0" presId="urn:microsoft.com/office/officeart/2005/8/layout/list1"/>
    <dgm:cxn modelId="{7422CE33-52BD-4DAC-B441-0C8E9762DE7B}" type="presParOf" srcId="{FB6DFCC0-4650-40C5-B51E-825327DD9BCD}" destId="{5CEF4432-C42C-43EC-838F-72168D4B450D}" srcOrd="5" destOrd="0" presId="urn:microsoft.com/office/officeart/2005/8/layout/list1"/>
    <dgm:cxn modelId="{AF8CB579-2487-4506-BCAE-ADF7F6BA5DCF}" type="presParOf" srcId="{FB6DFCC0-4650-40C5-B51E-825327DD9BCD}" destId="{C3D7D0DB-5991-46E1-B620-81DFFEFD0CA0}" srcOrd="6" destOrd="0" presId="urn:microsoft.com/office/officeart/2005/8/layout/list1"/>
    <dgm:cxn modelId="{583A13DE-D783-4AD8-B5A8-2B4D88FCFE4F}" type="presParOf" srcId="{FB6DFCC0-4650-40C5-B51E-825327DD9BCD}" destId="{BD691381-987F-4D5B-9AF3-B24DABC8168A}" srcOrd="7" destOrd="0" presId="urn:microsoft.com/office/officeart/2005/8/layout/list1"/>
    <dgm:cxn modelId="{3881EAC8-E859-4CB6-AF17-7D957ED85DE8}" type="presParOf" srcId="{FB6DFCC0-4650-40C5-B51E-825327DD9BCD}" destId="{C4C272A7-D663-415D-BA6E-12851AA6745D}" srcOrd="8" destOrd="0" presId="urn:microsoft.com/office/officeart/2005/8/layout/list1"/>
    <dgm:cxn modelId="{66E43C86-BCC9-4D4E-8217-118471F21880}" type="presParOf" srcId="{C4C272A7-D663-415D-BA6E-12851AA6745D}" destId="{82489D8D-B602-4CE2-913D-CA9E26D41E47}" srcOrd="0" destOrd="0" presId="urn:microsoft.com/office/officeart/2005/8/layout/list1"/>
    <dgm:cxn modelId="{470EB3BA-A6F5-4F68-B0B7-8F73C2411DCB}" type="presParOf" srcId="{C4C272A7-D663-415D-BA6E-12851AA6745D}" destId="{78CD93DC-2A42-430B-AA3A-3C29C8FD083A}" srcOrd="1" destOrd="0" presId="urn:microsoft.com/office/officeart/2005/8/layout/list1"/>
    <dgm:cxn modelId="{BACEB52A-29A1-4018-ABF2-B66A5BED7DEA}" type="presParOf" srcId="{FB6DFCC0-4650-40C5-B51E-825327DD9BCD}" destId="{52A7C6F5-BF54-4707-A2C1-26D95D773638}" srcOrd="9" destOrd="0" presId="urn:microsoft.com/office/officeart/2005/8/layout/list1"/>
    <dgm:cxn modelId="{C2A7E6B6-AA37-4BAA-B41B-227133F27F9B}" type="presParOf" srcId="{FB6DFCC0-4650-40C5-B51E-825327DD9BCD}" destId="{4B53FC32-660F-4075-80C8-5953C72DA81B}" srcOrd="10" destOrd="0" presId="urn:microsoft.com/office/officeart/2005/8/layout/list1"/>
    <dgm:cxn modelId="{11C6066A-542A-4327-8DE5-D1E526B03D96}" type="presParOf" srcId="{FB6DFCC0-4650-40C5-B51E-825327DD9BCD}" destId="{15891B3F-E791-4B4E-B21D-31106A2DE892}" srcOrd="11" destOrd="0" presId="urn:microsoft.com/office/officeart/2005/8/layout/list1"/>
    <dgm:cxn modelId="{E15B681D-B685-4995-91A9-0ED861EC0068}" type="presParOf" srcId="{FB6DFCC0-4650-40C5-B51E-825327DD9BCD}" destId="{A8A1186D-07D2-4EF5-B52C-2E0A6B90C204}" srcOrd="12" destOrd="0" presId="urn:microsoft.com/office/officeart/2005/8/layout/list1"/>
    <dgm:cxn modelId="{A755C13D-0910-422D-848B-173BE402F661}" type="presParOf" srcId="{A8A1186D-07D2-4EF5-B52C-2E0A6B90C204}" destId="{0A2FB048-BDC3-4BB2-A2BE-C18CB4577B10}" srcOrd="0" destOrd="0" presId="urn:microsoft.com/office/officeart/2005/8/layout/list1"/>
    <dgm:cxn modelId="{B7C39693-9A57-4C86-A09D-A6AE57732EFA}" type="presParOf" srcId="{A8A1186D-07D2-4EF5-B52C-2E0A6B90C204}" destId="{965208DB-645C-418F-BDAF-400E741C1D7B}" srcOrd="1" destOrd="0" presId="urn:microsoft.com/office/officeart/2005/8/layout/list1"/>
    <dgm:cxn modelId="{A6C3438C-D938-4336-B79D-E751F1CD9CAC}" type="presParOf" srcId="{FB6DFCC0-4650-40C5-B51E-825327DD9BCD}" destId="{1F88C90E-DC03-46BC-AEF9-F42F78966653}" srcOrd="13" destOrd="0" presId="urn:microsoft.com/office/officeart/2005/8/layout/list1"/>
    <dgm:cxn modelId="{BCD8FDB7-2AFA-44F7-AF24-CF39FB205E52}" type="presParOf" srcId="{FB6DFCC0-4650-40C5-B51E-825327DD9BCD}" destId="{B48D3C0B-ABEC-4821-88B4-F092A3CB6EE3}" srcOrd="14" destOrd="0" presId="urn:microsoft.com/office/officeart/2005/8/layout/list1"/>
    <dgm:cxn modelId="{88A4618B-963C-48FD-9C87-2EDCA01CD549}" type="presParOf" srcId="{FB6DFCC0-4650-40C5-B51E-825327DD9BCD}" destId="{55230E41-6A67-448A-93B1-82875DD3980E}" srcOrd="15" destOrd="0" presId="urn:microsoft.com/office/officeart/2005/8/layout/list1"/>
    <dgm:cxn modelId="{6E402E5D-2156-46C7-99EE-F4604EBF0EB4}" type="presParOf" srcId="{FB6DFCC0-4650-40C5-B51E-825327DD9BCD}" destId="{0DC69C77-7FD6-4853-BA57-57635F8BDFD2}" srcOrd="16" destOrd="0" presId="urn:microsoft.com/office/officeart/2005/8/layout/list1"/>
    <dgm:cxn modelId="{53EECF37-93F4-49F3-8243-CFB781E7D252}" type="presParOf" srcId="{0DC69C77-7FD6-4853-BA57-57635F8BDFD2}" destId="{69BD02EE-266C-4FEE-B65A-E1FE78AE865A}" srcOrd="0" destOrd="0" presId="urn:microsoft.com/office/officeart/2005/8/layout/list1"/>
    <dgm:cxn modelId="{84A33F00-E7FF-4334-A79B-2925C79ACF84}" type="presParOf" srcId="{0DC69C77-7FD6-4853-BA57-57635F8BDFD2}" destId="{A3A2946E-BF50-4C2C-9316-33699F710A31}" srcOrd="1" destOrd="0" presId="urn:microsoft.com/office/officeart/2005/8/layout/list1"/>
    <dgm:cxn modelId="{7F889041-2581-480A-842E-89D233B660B5}" type="presParOf" srcId="{FB6DFCC0-4650-40C5-B51E-825327DD9BCD}" destId="{A6D90649-536E-4D68-834E-477B7F11C08D}" srcOrd="17" destOrd="0" presId="urn:microsoft.com/office/officeart/2005/8/layout/list1"/>
    <dgm:cxn modelId="{BBCD25E0-B08D-49DA-A9E3-F86386B14118}" type="presParOf" srcId="{FB6DFCC0-4650-40C5-B51E-825327DD9BCD}" destId="{E700AE8E-B8FD-4AB5-A97A-F2AAC6FF2DB2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AB6BC7D-35F5-417F-BBC7-E22628D4A87D}" type="doc">
      <dgm:prSet loTypeId="urn:microsoft.com/office/officeart/2005/8/layout/vList2" loCatId="list" qsTypeId="urn:microsoft.com/office/officeart/2005/8/quickstyle/simple4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6E84C793-CE48-4078-AFB5-ACAA0431E4B4}">
      <dgm:prSet/>
      <dgm:spPr/>
      <dgm:t>
        <a:bodyPr/>
        <a:lstStyle/>
        <a:p>
          <a:pPr rtl="0"/>
          <a:r>
            <a:rPr lang="ru-RU" dirty="0"/>
            <a:t>Приложение знаний, навыков, инструментов и методов к работам проекта для удовлетворения требований, предъявляемых к проекту </a:t>
          </a:r>
        </a:p>
      </dgm:t>
    </dgm:pt>
    <dgm:pt modelId="{04A60FEB-C886-45BA-B593-132BDE948C75}" type="parTrans" cxnId="{E9690DAB-462B-4A9A-A124-ACA63E251CA0}">
      <dgm:prSet/>
      <dgm:spPr/>
      <dgm:t>
        <a:bodyPr/>
        <a:lstStyle/>
        <a:p>
          <a:endParaRPr lang="ru-RU" dirty="0"/>
        </a:p>
      </dgm:t>
    </dgm:pt>
    <dgm:pt modelId="{51898A56-6331-40D9-8682-A25593A7CFA5}" type="sibTrans" cxnId="{E9690DAB-462B-4A9A-A124-ACA63E251CA0}">
      <dgm:prSet/>
      <dgm:spPr/>
      <dgm:t>
        <a:bodyPr/>
        <a:lstStyle/>
        <a:p>
          <a:endParaRPr lang="ru-RU" dirty="0"/>
        </a:p>
      </dgm:t>
    </dgm:pt>
    <dgm:pt modelId="{4AF88AA4-8FAD-4D0E-A809-FC6A73B276ED}">
      <dgm:prSet/>
      <dgm:spPr/>
      <dgm:t>
        <a:bodyPr/>
        <a:lstStyle/>
        <a:p>
          <a:r>
            <a:rPr lang="ru-RU" dirty="0"/>
            <a:t> Создание временной динамичной организационной структуры для выполнения работ проекта, привлечение ресурсов и технологий, а также применение управленческих знаний и компетенций</a:t>
          </a:r>
        </a:p>
      </dgm:t>
    </dgm:pt>
    <dgm:pt modelId="{C3097750-D31A-445D-B3B9-4C3D9775D374}" type="parTrans" cxnId="{90D4A77E-C6E7-428B-9AAE-15C6354D1D15}">
      <dgm:prSet/>
      <dgm:spPr/>
      <dgm:t>
        <a:bodyPr/>
        <a:lstStyle/>
        <a:p>
          <a:endParaRPr lang="ru-RU" dirty="0"/>
        </a:p>
      </dgm:t>
    </dgm:pt>
    <dgm:pt modelId="{8546D5E6-CB7F-4641-8975-DB33D6709BEB}" type="sibTrans" cxnId="{90D4A77E-C6E7-428B-9AAE-15C6354D1D15}">
      <dgm:prSet/>
      <dgm:spPr/>
      <dgm:t>
        <a:bodyPr/>
        <a:lstStyle/>
        <a:p>
          <a:endParaRPr lang="ru-RU" dirty="0"/>
        </a:p>
      </dgm:t>
    </dgm:pt>
    <dgm:pt modelId="{CB734855-6878-46DA-8155-97FAB56886C0}">
      <dgm:prSet/>
      <dgm:spPr/>
      <dgm:t>
        <a:bodyPr/>
        <a:lstStyle/>
        <a:p>
          <a:pPr rtl="0"/>
          <a:r>
            <a:rPr lang="ru-RU" dirty="0"/>
            <a:t>Управленческая деятельность, направленная на достижение определенных результатов в условиях заданных  параметров (срок, бюджет, ресурсы и др.)</a:t>
          </a:r>
        </a:p>
      </dgm:t>
    </dgm:pt>
    <dgm:pt modelId="{C9394E58-A60A-4841-B84A-DA877DB7721C}" type="parTrans" cxnId="{9E835E49-030D-41D4-A8D5-20ED82475AFE}">
      <dgm:prSet/>
      <dgm:spPr/>
      <dgm:t>
        <a:bodyPr/>
        <a:lstStyle/>
        <a:p>
          <a:endParaRPr lang="ru-RU"/>
        </a:p>
      </dgm:t>
    </dgm:pt>
    <dgm:pt modelId="{46DC0C0B-3EBF-45FE-A8B5-462EDB728C37}" type="sibTrans" cxnId="{9E835E49-030D-41D4-A8D5-20ED82475AFE}">
      <dgm:prSet/>
      <dgm:spPr/>
      <dgm:t>
        <a:bodyPr/>
        <a:lstStyle/>
        <a:p>
          <a:endParaRPr lang="ru-RU"/>
        </a:p>
      </dgm:t>
    </dgm:pt>
    <dgm:pt modelId="{E43DCC66-E88A-4DD4-80B3-01B1AE2712A6}" type="pres">
      <dgm:prSet presAssocID="{CAB6BC7D-35F5-417F-BBC7-E22628D4A87D}" presName="linear" presStyleCnt="0">
        <dgm:presLayoutVars>
          <dgm:animLvl val="lvl"/>
          <dgm:resizeHandles val="exact"/>
        </dgm:presLayoutVars>
      </dgm:prSet>
      <dgm:spPr/>
    </dgm:pt>
    <dgm:pt modelId="{516B3532-5048-4530-8FB7-0C366425C1A2}" type="pres">
      <dgm:prSet presAssocID="{CB734855-6878-46DA-8155-97FAB56886C0}" presName="parentText" presStyleLbl="node1" presStyleIdx="0" presStyleCnt="3" custLinFactY="-30542" custLinFactNeighborX="-348" custLinFactNeighborY="-100000">
        <dgm:presLayoutVars>
          <dgm:chMax val="0"/>
          <dgm:bulletEnabled val="1"/>
        </dgm:presLayoutVars>
      </dgm:prSet>
      <dgm:spPr/>
    </dgm:pt>
    <dgm:pt modelId="{E6B30F4E-86CE-4661-BB39-B163E70B8AEE}" type="pres">
      <dgm:prSet presAssocID="{46DC0C0B-3EBF-45FE-A8B5-462EDB728C37}" presName="spacer" presStyleCnt="0"/>
      <dgm:spPr/>
    </dgm:pt>
    <dgm:pt modelId="{05D1D5AE-BD65-4BF6-BE01-C9E45992A01D}" type="pres">
      <dgm:prSet presAssocID="{6E84C793-CE48-4078-AFB5-ACAA0431E4B4}" presName="parentText" presStyleLbl="node1" presStyleIdx="1" presStyleCnt="3" custLinFactY="-5868" custLinFactNeighborX="-348" custLinFactNeighborY="-100000">
        <dgm:presLayoutVars>
          <dgm:chMax val="0"/>
          <dgm:bulletEnabled val="1"/>
        </dgm:presLayoutVars>
      </dgm:prSet>
      <dgm:spPr/>
    </dgm:pt>
    <dgm:pt modelId="{D0E3E78B-882F-4621-AAF9-B13B8BA4397E}" type="pres">
      <dgm:prSet presAssocID="{51898A56-6331-40D9-8682-A25593A7CFA5}" presName="spacer" presStyleCnt="0"/>
      <dgm:spPr/>
    </dgm:pt>
    <dgm:pt modelId="{E2331BF4-D34B-4EC2-A55A-E4806CFB5D32}" type="pres">
      <dgm:prSet presAssocID="{4AF88AA4-8FAD-4D0E-A809-FC6A73B276ED}" presName="parentText" presStyleLbl="node1" presStyleIdx="2" presStyleCnt="3" custLinFactY="14517" custLinFactNeighborX="520" custLinFactNeighborY="100000">
        <dgm:presLayoutVars>
          <dgm:chMax val="0"/>
          <dgm:bulletEnabled val="1"/>
        </dgm:presLayoutVars>
      </dgm:prSet>
      <dgm:spPr/>
    </dgm:pt>
  </dgm:ptLst>
  <dgm:cxnLst>
    <dgm:cxn modelId="{9E835E49-030D-41D4-A8D5-20ED82475AFE}" srcId="{CAB6BC7D-35F5-417F-BBC7-E22628D4A87D}" destId="{CB734855-6878-46DA-8155-97FAB56886C0}" srcOrd="0" destOrd="0" parTransId="{C9394E58-A60A-4841-B84A-DA877DB7721C}" sibTransId="{46DC0C0B-3EBF-45FE-A8B5-462EDB728C37}"/>
    <dgm:cxn modelId="{855B1C4A-877A-4037-90A7-A3D2EB3277EC}" type="presOf" srcId="{CB734855-6878-46DA-8155-97FAB56886C0}" destId="{516B3532-5048-4530-8FB7-0C366425C1A2}" srcOrd="0" destOrd="0" presId="urn:microsoft.com/office/officeart/2005/8/layout/vList2"/>
    <dgm:cxn modelId="{82A8FD77-363D-4E77-9E72-C7FD8B9F58B4}" type="presOf" srcId="{6E84C793-CE48-4078-AFB5-ACAA0431E4B4}" destId="{05D1D5AE-BD65-4BF6-BE01-C9E45992A01D}" srcOrd="0" destOrd="0" presId="urn:microsoft.com/office/officeart/2005/8/layout/vList2"/>
    <dgm:cxn modelId="{90D4A77E-C6E7-428B-9AAE-15C6354D1D15}" srcId="{CAB6BC7D-35F5-417F-BBC7-E22628D4A87D}" destId="{4AF88AA4-8FAD-4D0E-A809-FC6A73B276ED}" srcOrd="2" destOrd="0" parTransId="{C3097750-D31A-445D-B3B9-4C3D9775D374}" sibTransId="{8546D5E6-CB7F-4641-8975-DB33D6709BEB}"/>
    <dgm:cxn modelId="{E9690DAB-462B-4A9A-A124-ACA63E251CA0}" srcId="{CAB6BC7D-35F5-417F-BBC7-E22628D4A87D}" destId="{6E84C793-CE48-4078-AFB5-ACAA0431E4B4}" srcOrd="1" destOrd="0" parTransId="{04A60FEB-C886-45BA-B593-132BDE948C75}" sibTransId="{51898A56-6331-40D9-8682-A25593A7CFA5}"/>
    <dgm:cxn modelId="{5BC987D8-A7CA-43EF-8B8A-10BB8645C185}" type="presOf" srcId="{CAB6BC7D-35F5-417F-BBC7-E22628D4A87D}" destId="{E43DCC66-E88A-4DD4-80B3-01B1AE2712A6}" srcOrd="0" destOrd="0" presId="urn:microsoft.com/office/officeart/2005/8/layout/vList2"/>
    <dgm:cxn modelId="{23316DE2-6F01-4CEB-B8C6-1A00F31E97F4}" type="presOf" srcId="{4AF88AA4-8FAD-4D0E-A809-FC6A73B276ED}" destId="{E2331BF4-D34B-4EC2-A55A-E4806CFB5D32}" srcOrd="0" destOrd="0" presId="urn:microsoft.com/office/officeart/2005/8/layout/vList2"/>
    <dgm:cxn modelId="{8E32A354-D4B6-4325-A626-4D73E056FCF3}" type="presParOf" srcId="{E43DCC66-E88A-4DD4-80B3-01B1AE2712A6}" destId="{516B3532-5048-4530-8FB7-0C366425C1A2}" srcOrd="0" destOrd="0" presId="urn:microsoft.com/office/officeart/2005/8/layout/vList2"/>
    <dgm:cxn modelId="{77A36F72-FD1A-4B75-9FFB-D2A3ED9935CC}" type="presParOf" srcId="{E43DCC66-E88A-4DD4-80B3-01B1AE2712A6}" destId="{E6B30F4E-86CE-4661-BB39-B163E70B8AEE}" srcOrd="1" destOrd="0" presId="urn:microsoft.com/office/officeart/2005/8/layout/vList2"/>
    <dgm:cxn modelId="{AF7DF623-3EE6-4461-B583-AA5221661160}" type="presParOf" srcId="{E43DCC66-E88A-4DD4-80B3-01B1AE2712A6}" destId="{05D1D5AE-BD65-4BF6-BE01-C9E45992A01D}" srcOrd="2" destOrd="0" presId="urn:microsoft.com/office/officeart/2005/8/layout/vList2"/>
    <dgm:cxn modelId="{0653A9B6-8ADA-48FA-A080-FECB144BF606}" type="presParOf" srcId="{E43DCC66-E88A-4DD4-80B3-01B1AE2712A6}" destId="{D0E3E78B-882F-4621-AAF9-B13B8BA4397E}" srcOrd="3" destOrd="0" presId="urn:microsoft.com/office/officeart/2005/8/layout/vList2"/>
    <dgm:cxn modelId="{8A1F3FD5-7768-47DF-9425-CAA92D1A92C3}" type="presParOf" srcId="{E43DCC66-E88A-4DD4-80B3-01B1AE2712A6}" destId="{E2331BF4-D34B-4EC2-A55A-E4806CFB5D3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BFCCA14-4A18-44BF-8EBA-A1048C4CA7DF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CB41775-121D-46F5-BB67-BD38E19BE6B8}">
      <dgm:prSet phldrT="[Текст]"/>
      <dgm:spPr/>
      <dgm:t>
        <a:bodyPr/>
        <a:lstStyle/>
        <a:p>
          <a:r>
            <a:rPr lang="ru-RU" dirty="0"/>
            <a:t>Предметные цели / качество </a:t>
          </a:r>
        </a:p>
      </dgm:t>
    </dgm:pt>
    <dgm:pt modelId="{8DB80245-87B7-4738-AA69-C581A04898C7}" type="parTrans" cxnId="{BC28CB0A-312B-44E1-9234-A40E60807B2D}">
      <dgm:prSet/>
      <dgm:spPr/>
      <dgm:t>
        <a:bodyPr/>
        <a:lstStyle/>
        <a:p>
          <a:endParaRPr lang="ru-RU"/>
        </a:p>
      </dgm:t>
    </dgm:pt>
    <dgm:pt modelId="{74679E51-7F5A-4D34-9930-0FF6A55AF7C3}" type="sibTrans" cxnId="{BC28CB0A-312B-44E1-9234-A40E60807B2D}">
      <dgm:prSet/>
      <dgm:spPr/>
      <dgm:t>
        <a:bodyPr/>
        <a:lstStyle/>
        <a:p>
          <a:endParaRPr lang="ru-RU"/>
        </a:p>
      </dgm:t>
    </dgm:pt>
    <dgm:pt modelId="{F187BA90-F10E-4AA5-A6DF-FB3842A75CC0}">
      <dgm:prSet phldrT="[Текст]"/>
      <dgm:spPr/>
      <dgm:t>
        <a:bodyPr/>
        <a:lstStyle/>
        <a:p>
          <a:r>
            <a:rPr lang="ru-RU" dirty="0"/>
            <a:t>Предметная цель задает, по возможности, точно сформулированное задание, которое должно быть выполнено, и указывает определенные признаки качества, которые при этом должны быть достигнут</a:t>
          </a:r>
        </a:p>
      </dgm:t>
    </dgm:pt>
    <dgm:pt modelId="{2EC421B2-5A8B-4A96-96D6-CD9EDBDC7130}" type="parTrans" cxnId="{DC7C7AF6-F88E-4827-B10F-FCC1BD102119}">
      <dgm:prSet/>
      <dgm:spPr/>
      <dgm:t>
        <a:bodyPr/>
        <a:lstStyle/>
        <a:p>
          <a:endParaRPr lang="ru-RU"/>
        </a:p>
      </dgm:t>
    </dgm:pt>
    <dgm:pt modelId="{CAFE8A44-AC08-48D4-8DDE-572BE490C870}" type="sibTrans" cxnId="{DC7C7AF6-F88E-4827-B10F-FCC1BD102119}">
      <dgm:prSet/>
      <dgm:spPr/>
      <dgm:t>
        <a:bodyPr/>
        <a:lstStyle/>
        <a:p>
          <a:endParaRPr lang="ru-RU"/>
        </a:p>
      </dgm:t>
    </dgm:pt>
    <dgm:pt modelId="{BD836AA3-0ACD-45D7-91DE-9B6A5AFB6A60}">
      <dgm:prSet phldrT="[Текст]"/>
      <dgm:spPr/>
      <dgm:t>
        <a:bodyPr/>
        <a:lstStyle/>
        <a:p>
          <a:r>
            <a:rPr lang="ru-RU" dirty="0"/>
            <a:t>Цели по срокам </a:t>
          </a:r>
        </a:p>
      </dgm:t>
    </dgm:pt>
    <dgm:pt modelId="{A702B085-EEB4-4EA2-B4CB-6C10E9FF4E15}" type="parTrans" cxnId="{38E27C16-3CA8-46C9-8B09-CE33B31F86EA}">
      <dgm:prSet/>
      <dgm:spPr/>
      <dgm:t>
        <a:bodyPr/>
        <a:lstStyle/>
        <a:p>
          <a:endParaRPr lang="ru-RU"/>
        </a:p>
      </dgm:t>
    </dgm:pt>
    <dgm:pt modelId="{0AB974E3-FFC1-4CEB-9895-AF210A750E13}" type="sibTrans" cxnId="{38E27C16-3CA8-46C9-8B09-CE33B31F86EA}">
      <dgm:prSet/>
      <dgm:spPr/>
      <dgm:t>
        <a:bodyPr/>
        <a:lstStyle/>
        <a:p>
          <a:endParaRPr lang="ru-RU"/>
        </a:p>
      </dgm:t>
    </dgm:pt>
    <dgm:pt modelId="{B1F0D2B5-A843-47EE-9EDE-5D6444387B8F}">
      <dgm:prSet phldrT="[Текст]"/>
      <dgm:spPr/>
      <dgm:t>
        <a:bodyPr/>
        <a:lstStyle/>
        <a:p>
          <a:r>
            <a:rPr lang="ru-RU" dirty="0"/>
            <a:t>Рамки времени, в течение которого проект должен быть успешно завершен. </a:t>
          </a:r>
        </a:p>
      </dgm:t>
    </dgm:pt>
    <dgm:pt modelId="{451B9C31-2876-46E0-ABB9-4D769F46D4F8}" type="parTrans" cxnId="{8E53D835-62A5-4FD9-9670-E1CAF44CB506}">
      <dgm:prSet/>
      <dgm:spPr/>
      <dgm:t>
        <a:bodyPr/>
        <a:lstStyle/>
        <a:p>
          <a:endParaRPr lang="ru-RU"/>
        </a:p>
      </dgm:t>
    </dgm:pt>
    <dgm:pt modelId="{A5C49C0F-E809-4239-A979-5DB491A06470}" type="sibTrans" cxnId="{8E53D835-62A5-4FD9-9670-E1CAF44CB506}">
      <dgm:prSet/>
      <dgm:spPr/>
      <dgm:t>
        <a:bodyPr/>
        <a:lstStyle/>
        <a:p>
          <a:endParaRPr lang="ru-RU"/>
        </a:p>
      </dgm:t>
    </dgm:pt>
    <dgm:pt modelId="{F5E7DFDF-108C-4C1C-8ADA-89361F610098}">
      <dgm:prSet phldrT="[Текст]"/>
      <dgm:spPr/>
      <dgm:t>
        <a:bodyPr/>
        <a:lstStyle/>
        <a:p>
          <a:r>
            <a:rPr lang="be-BY" dirty="0"/>
            <a:t>Цели по расходам</a:t>
          </a:r>
          <a:endParaRPr lang="ru-RU" dirty="0"/>
        </a:p>
      </dgm:t>
    </dgm:pt>
    <dgm:pt modelId="{8EFB62FC-7FCE-44E2-A2F5-EF4E768545B7}" type="parTrans" cxnId="{66FEDDE0-50CA-40C5-A51B-B59D56E08E50}">
      <dgm:prSet/>
      <dgm:spPr/>
      <dgm:t>
        <a:bodyPr/>
        <a:lstStyle/>
        <a:p>
          <a:endParaRPr lang="ru-RU"/>
        </a:p>
      </dgm:t>
    </dgm:pt>
    <dgm:pt modelId="{B272F45F-0E27-4394-9A9A-E8537564CE81}" type="sibTrans" cxnId="{66FEDDE0-50CA-40C5-A51B-B59D56E08E50}">
      <dgm:prSet/>
      <dgm:spPr/>
      <dgm:t>
        <a:bodyPr/>
        <a:lstStyle/>
        <a:p>
          <a:endParaRPr lang="ru-RU"/>
        </a:p>
      </dgm:t>
    </dgm:pt>
    <dgm:pt modelId="{2DD2D97F-7820-4E64-8126-8B6EB09B1807}">
      <dgm:prSet phldrT="[Текст]"/>
      <dgm:spPr/>
      <dgm:t>
        <a:bodyPr/>
        <a:lstStyle/>
        <a:p>
          <a:r>
            <a:rPr lang="ru-RU" dirty="0"/>
            <a:t>Реализация проекта не должна превышать рамки заданных расходов</a:t>
          </a:r>
        </a:p>
      </dgm:t>
    </dgm:pt>
    <dgm:pt modelId="{2971BDA9-84F7-406A-B2E6-1F2115CDFC7C}" type="parTrans" cxnId="{CAC86A36-6C4B-40D1-BE7B-039B95DD77A7}">
      <dgm:prSet/>
      <dgm:spPr/>
      <dgm:t>
        <a:bodyPr/>
        <a:lstStyle/>
        <a:p>
          <a:endParaRPr lang="ru-RU"/>
        </a:p>
      </dgm:t>
    </dgm:pt>
    <dgm:pt modelId="{1D54C3FD-4FFE-4214-96F5-B2DC19BFDB5A}" type="sibTrans" cxnId="{CAC86A36-6C4B-40D1-BE7B-039B95DD77A7}">
      <dgm:prSet/>
      <dgm:spPr/>
      <dgm:t>
        <a:bodyPr/>
        <a:lstStyle/>
        <a:p>
          <a:endParaRPr lang="ru-RU"/>
        </a:p>
      </dgm:t>
    </dgm:pt>
    <dgm:pt modelId="{BA0904E1-DC10-4526-AF6C-A0B9F958BBC8}">
      <dgm:prSet phldrT="[Текст]"/>
      <dgm:spPr/>
      <dgm:t>
        <a:bodyPr/>
        <a:lstStyle/>
        <a:p>
          <a:r>
            <a:rPr lang="ru-RU" dirty="0"/>
            <a:t>Особые цели</a:t>
          </a:r>
        </a:p>
      </dgm:t>
    </dgm:pt>
    <dgm:pt modelId="{CF9315B0-2DF9-4F3F-BE1C-1FACC3CC6C25}" type="parTrans" cxnId="{8288D4DE-7F49-4F3B-A507-7E9CBAFD503D}">
      <dgm:prSet/>
      <dgm:spPr/>
      <dgm:t>
        <a:bodyPr/>
        <a:lstStyle/>
        <a:p>
          <a:endParaRPr lang="ru-RU"/>
        </a:p>
      </dgm:t>
    </dgm:pt>
    <dgm:pt modelId="{F5DBE2E0-6B37-4451-9535-EF72CA4DBDFB}" type="sibTrans" cxnId="{8288D4DE-7F49-4F3B-A507-7E9CBAFD503D}">
      <dgm:prSet/>
      <dgm:spPr/>
      <dgm:t>
        <a:bodyPr/>
        <a:lstStyle/>
        <a:p>
          <a:endParaRPr lang="ru-RU"/>
        </a:p>
      </dgm:t>
    </dgm:pt>
    <dgm:pt modelId="{E9ACCE2A-E1B0-4B4B-BF96-F00F6EBC7FAB}" type="pres">
      <dgm:prSet presAssocID="{4BFCCA14-4A18-44BF-8EBA-A1048C4CA7DF}" presName="Name0" presStyleCnt="0">
        <dgm:presLayoutVars>
          <dgm:dir/>
          <dgm:animLvl val="lvl"/>
          <dgm:resizeHandles val="exact"/>
        </dgm:presLayoutVars>
      </dgm:prSet>
      <dgm:spPr/>
    </dgm:pt>
    <dgm:pt modelId="{7D23F978-DB10-4E85-9FA8-603BB7860656}" type="pres">
      <dgm:prSet presAssocID="{CCB41775-121D-46F5-BB67-BD38E19BE6B8}" presName="linNode" presStyleCnt="0"/>
      <dgm:spPr/>
    </dgm:pt>
    <dgm:pt modelId="{A9089F99-9308-4B0A-B32E-0766DB89F22E}" type="pres">
      <dgm:prSet presAssocID="{CCB41775-121D-46F5-BB67-BD38E19BE6B8}" presName="parentText" presStyleLbl="node1" presStyleIdx="0" presStyleCnt="4" custScaleX="62852">
        <dgm:presLayoutVars>
          <dgm:chMax val="1"/>
          <dgm:bulletEnabled val="1"/>
        </dgm:presLayoutVars>
      </dgm:prSet>
      <dgm:spPr/>
    </dgm:pt>
    <dgm:pt modelId="{F2CFBCCD-8685-406C-9ED0-FC4A8E2956FA}" type="pres">
      <dgm:prSet presAssocID="{CCB41775-121D-46F5-BB67-BD38E19BE6B8}" presName="descendantText" presStyleLbl="alignAccFollowNode1" presStyleIdx="0" presStyleCnt="3" custScaleX="151780">
        <dgm:presLayoutVars>
          <dgm:bulletEnabled val="1"/>
        </dgm:presLayoutVars>
      </dgm:prSet>
      <dgm:spPr/>
    </dgm:pt>
    <dgm:pt modelId="{0C8A4344-BC0A-4EBF-BF1F-9B66652BDA89}" type="pres">
      <dgm:prSet presAssocID="{74679E51-7F5A-4D34-9930-0FF6A55AF7C3}" presName="sp" presStyleCnt="0"/>
      <dgm:spPr/>
    </dgm:pt>
    <dgm:pt modelId="{ED8B7A1A-09FF-4329-8D6D-D5B2C312CFF7}" type="pres">
      <dgm:prSet presAssocID="{BD836AA3-0ACD-45D7-91DE-9B6A5AFB6A60}" presName="linNode" presStyleCnt="0"/>
      <dgm:spPr/>
    </dgm:pt>
    <dgm:pt modelId="{0D2A8931-F141-4B7A-BA2D-5E370A8D14A6}" type="pres">
      <dgm:prSet presAssocID="{BD836AA3-0ACD-45D7-91DE-9B6A5AFB6A60}" presName="parentText" presStyleLbl="node1" presStyleIdx="1" presStyleCnt="4" custScaleX="49463">
        <dgm:presLayoutVars>
          <dgm:chMax val="1"/>
          <dgm:bulletEnabled val="1"/>
        </dgm:presLayoutVars>
      </dgm:prSet>
      <dgm:spPr/>
    </dgm:pt>
    <dgm:pt modelId="{18D1ADD2-13CF-4294-A519-368ACC4A036B}" type="pres">
      <dgm:prSet presAssocID="{BD836AA3-0ACD-45D7-91DE-9B6A5AFB6A60}" presName="descendantText" presStyleLbl="alignAccFollowNode1" presStyleIdx="1" presStyleCnt="3" custScaleX="109797">
        <dgm:presLayoutVars>
          <dgm:bulletEnabled val="1"/>
        </dgm:presLayoutVars>
      </dgm:prSet>
      <dgm:spPr/>
    </dgm:pt>
    <dgm:pt modelId="{213DB8C4-6EC8-4546-B4A0-86397551C438}" type="pres">
      <dgm:prSet presAssocID="{0AB974E3-FFC1-4CEB-9895-AF210A750E13}" presName="sp" presStyleCnt="0"/>
      <dgm:spPr/>
    </dgm:pt>
    <dgm:pt modelId="{22207A7A-4B04-4386-88A2-F973F321D6FB}" type="pres">
      <dgm:prSet presAssocID="{F5E7DFDF-108C-4C1C-8ADA-89361F610098}" presName="linNode" presStyleCnt="0"/>
      <dgm:spPr/>
    </dgm:pt>
    <dgm:pt modelId="{E5071FC7-C162-4B42-9D0C-CF89221C4A9B}" type="pres">
      <dgm:prSet presAssocID="{F5E7DFDF-108C-4C1C-8ADA-89361F610098}" presName="parentText" presStyleLbl="node1" presStyleIdx="2" presStyleCnt="4" custScaleX="49322" custLinFactNeighborX="1172" custLinFactNeighborY="1277">
        <dgm:presLayoutVars>
          <dgm:chMax val="1"/>
          <dgm:bulletEnabled val="1"/>
        </dgm:presLayoutVars>
      </dgm:prSet>
      <dgm:spPr/>
    </dgm:pt>
    <dgm:pt modelId="{A109AF05-DD16-4AF4-81BA-367A5BEDA489}" type="pres">
      <dgm:prSet presAssocID="{F5E7DFDF-108C-4C1C-8ADA-89361F610098}" presName="descendantText" presStyleLbl="alignAccFollowNode1" presStyleIdx="2" presStyleCnt="3" custScaleX="113351">
        <dgm:presLayoutVars>
          <dgm:bulletEnabled val="1"/>
        </dgm:presLayoutVars>
      </dgm:prSet>
      <dgm:spPr/>
    </dgm:pt>
    <dgm:pt modelId="{F7E11730-B828-4756-BE2C-F5F17DED0F99}" type="pres">
      <dgm:prSet presAssocID="{B272F45F-0E27-4394-9A9A-E8537564CE81}" presName="sp" presStyleCnt="0"/>
      <dgm:spPr/>
    </dgm:pt>
    <dgm:pt modelId="{6222C052-54BC-47CA-B745-2233D88D8F69}" type="pres">
      <dgm:prSet presAssocID="{BA0904E1-DC10-4526-AF6C-A0B9F958BBC8}" presName="linNode" presStyleCnt="0"/>
      <dgm:spPr/>
    </dgm:pt>
    <dgm:pt modelId="{1A52C53A-0A52-4F15-AC0C-2D5154FD141A}" type="pres">
      <dgm:prSet presAssocID="{BA0904E1-DC10-4526-AF6C-A0B9F958BBC8}" presName="parentText" presStyleLbl="node1" presStyleIdx="3" presStyleCnt="4" custScaleX="55374" custLinFactNeighborX="-148" custLinFactNeighborY="7834">
        <dgm:presLayoutVars>
          <dgm:chMax val="1"/>
          <dgm:bulletEnabled val="1"/>
        </dgm:presLayoutVars>
      </dgm:prSet>
      <dgm:spPr/>
    </dgm:pt>
  </dgm:ptLst>
  <dgm:cxnLst>
    <dgm:cxn modelId="{BC28CB0A-312B-44E1-9234-A40E60807B2D}" srcId="{4BFCCA14-4A18-44BF-8EBA-A1048C4CA7DF}" destId="{CCB41775-121D-46F5-BB67-BD38E19BE6B8}" srcOrd="0" destOrd="0" parTransId="{8DB80245-87B7-4738-AA69-C581A04898C7}" sibTransId="{74679E51-7F5A-4D34-9930-0FF6A55AF7C3}"/>
    <dgm:cxn modelId="{38E27C16-3CA8-46C9-8B09-CE33B31F86EA}" srcId="{4BFCCA14-4A18-44BF-8EBA-A1048C4CA7DF}" destId="{BD836AA3-0ACD-45D7-91DE-9B6A5AFB6A60}" srcOrd="1" destOrd="0" parTransId="{A702B085-EEB4-4EA2-B4CB-6C10E9FF4E15}" sibTransId="{0AB974E3-FFC1-4CEB-9895-AF210A750E13}"/>
    <dgm:cxn modelId="{7AED8A2A-2031-4391-A3EA-EA3EADE77436}" type="presOf" srcId="{BD836AA3-0ACD-45D7-91DE-9B6A5AFB6A60}" destId="{0D2A8931-F141-4B7A-BA2D-5E370A8D14A6}" srcOrd="0" destOrd="0" presId="urn:microsoft.com/office/officeart/2005/8/layout/vList5"/>
    <dgm:cxn modelId="{8E53D835-62A5-4FD9-9670-E1CAF44CB506}" srcId="{BD836AA3-0ACD-45D7-91DE-9B6A5AFB6A60}" destId="{B1F0D2B5-A843-47EE-9EDE-5D6444387B8F}" srcOrd="0" destOrd="0" parTransId="{451B9C31-2876-46E0-ABB9-4D769F46D4F8}" sibTransId="{A5C49C0F-E809-4239-A979-5DB491A06470}"/>
    <dgm:cxn modelId="{CAC86A36-6C4B-40D1-BE7B-039B95DD77A7}" srcId="{F5E7DFDF-108C-4C1C-8ADA-89361F610098}" destId="{2DD2D97F-7820-4E64-8126-8B6EB09B1807}" srcOrd="0" destOrd="0" parTransId="{2971BDA9-84F7-406A-B2E6-1F2115CDFC7C}" sibTransId="{1D54C3FD-4FFE-4214-96F5-B2DC19BFDB5A}"/>
    <dgm:cxn modelId="{F8A4C294-14EC-47E4-88E1-87279A6C4AA3}" type="presOf" srcId="{F5E7DFDF-108C-4C1C-8ADA-89361F610098}" destId="{E5071FC7-C162-4B42-9D0C-CF89221C4A9B}" srcOrd="0" destOrd="0" presId="urn:microsoft.com/office/officeart/2005/8/layout/vList5"/>
    <dgm:cxn modelId="{7DC2CFA7-4187-4C3C-A006-5596E74BD494}" type="presOf" srcId="{4BFCCA14-4A18-44BF-8EBA-A1048C4CA7DF}" destId="{E9ACCE2A-E1B0-4B4B-BF96-F00F6EBC7FAB}" srcOrd="0" destOrd="0" presId="urn:microsoft.com/office/officeart/2005/8/layout/vList5"/>
    <dgm:cxn modelId="{8288D4DE-7F49-4F3B-A507-7E9CBAFD503D}" srcId="{4BFCCA14-4A18-44BF-8EBA-A1048C4CA7DF}" destId="{BA0904E1-DC10-4526-AF6C-A0B9F958BBC8}" srcOrd="3" destOrd="0" parTransId="{CF9315B0-2DF9-4F3F-BE1C-1FACC3CC6C25}" sibTransId="{F5DBE2E0-6B37-4451-9535-EF72CA4DBDFB}"/>
    <dgm:cxn modelId="{66FEDDE0-50CA-40C5-A51B-B59D56E08E50}" srcId="{4BFCCA14-4A18-44BF-8EBA-A1048C4CA7DF}" destId="{F5E7DFDF-108C-4C1C-8ADA-89361F610098}" srcOrd="2" destOrd="0" parTransId="{8EFB62FC-7FCE-44E2-A2F5-EF4E768545B7}" sibTransId="{B272F45F-0E27-4394-9A9A-E8537564CE81}"/>
    <dgm:cxn modelId="{5CED30E8-8AA9-4B0C-A196-F57D73B650E0}" type="presOf" srcId="{CCB41775-121D-46F5-BB67-BD38E19BE6B8}" destId="{A9089F99-9308-4B0A-B32E-0766DB89F22E}" srcOrd="0" destOrd="0" presId="urn:microsoft.com/office/officeart/2005/8/layout/vList5"/>
    <dgm:cxn modelId="{681294E9-DE59-44D9-9C6B-C88E1797353C}" type="presOf" srcId="{B1F0D2B5-A843-47EE-9EDE-5D6444387B8F}" destId="{18D1ADD2-13CF-4294-A519-368ACC4A036B}" srcOrd="0" destOrd="0" presId="urn:microsoft.com/office/officeart/2005/8/layout/vList5"/>
    <dgm:cxn modelId="{76F62BEA-EEB0-4F8A-BFB4-DFADFC59D214}" type="presOf" srcId="{2DD2D97F-7820-4E64-8126-8B6EB09B1807}" destId="{A109AF05-DD16-4AF4-81BA-367A5BEDA489}" srcOrd="0" destOrd="0" presId="urn:microsoft.com/office/officeart/2005/8/layout/vList5"/>
    <dgm:cxn modelId="{DC7C7AF6-F88E-4827-B10F-FCC1BD102119}" srcId="{CCB41775-121D-46F5-BB67-BD38E19BE6B8}" destId="{F187BA90-F10E-4AA5-A6DF-FB3842A75CC0}" srcOrd="0" destOrd="0" parTransId="{2EC421B2-5A8B-4A96-96D6-CD9EDBDC7130}" sibTransId="{CAFE8A44-AC08-48D4-8DDE-572BE490C870}"/>
    <dgm:cxn modelId="{E8E4ADF8-DB96-4F22-98D9-FFA84B1BD64B}" type="presOf" srcId="{BA0904E1-DC10-4526-AF6C-A0B9F958BBC8}" destId="{1A52C53A-0A52-4F15-AC0C-2D5154FD141A}" srcOrd="0" destOrd="0" presId="urn:microsoft.com/office/officeart/2005/8/layout/vList5"/>
    <dgm:cxn modelId="{22D9EFF8-7571-4EDC-A297-AB55ED430184}" type="presOf" srcId="{F187BA90-F10E-4AA5-A6DF-FB3842A75CC0}" destId="{F2CFBCCD-8685-406C-9ED0-FC4A8E2956FA}" srcOrd="0" destOrd="0" presId="urn:microsoft.com/office/officeart/2005/8/layout/vList5"/>
    <dgm:cxn modelId="{ADF52258-DA99-4D35-BD23-C90D838C06A7}" type="presParOf" srcId="{E9ACCE2A-E1B0-4B4B-BF96-F00F6EBC7FAB}" destId="{7D23F978-DB10-4E85-9FA8-603BB7860656}" srcOrd="0" destOrd="0" presId="urn:microsoft.com/office/officeart/2005/8/layout/vList5"/>
    <dgm:cxn modelId="{17988B20-761B-4F38-AE9F-0ECFB30CEB8D}" type="presParOf" srcId="{7D23F978-DB10-4E85-9FA8-603BB7860656}" destId="{A9089F99-9308-4B0A-B32E-0766DB89F22E}" srcOrd="0" destOrd="0" presId="urn:microsoft.com/office/officeart/2005/8/layout/vList5"/>
    <dgm:cxn modelId="{EFBA4E38-5644-4B79-909C-D810C1642222}" type="presParOf" srcId="{7D23F978-DB10-4E85-9FA8-603BB7860656}" destId="{F2CFBCCD-8685-406C-9ED0-FC4A8E2956FA}" srcOrd="1" destOrd="0" presId="urn:microsoft.com/office/officeart/2005/8/layout/vList5"/>
    <dgm:cxn modelId="{2DFE5B8A-120F-45A8-A327-7E25986749BD}" type="presParOf" srcId="{E9ACCE2A-E1B0-4B4B-BF96-F00F6EBC7FAB}" destId="{0C8A4344-BC0A-4EBF-BF1F-9B66652BDA89}" srcOrd="1" destOrd="0" presId="urn:microsoft.com/office/officeart/2005/8/layout/vList5"/>
    <dgm:cxn modelId="{68C032C0-1755-4552-98B9-DA00E78A5285}" type="presParOf" srcId="{E9ACCE2A-E1B0-4B4B-BF96-F00F6EBC7FAB}" destId="{ED8B7A1A-09FF-4329-8D6D-D5B2C312CFF7}" srcOrd="2" destOrd="0" presId="urn:microsoft.com/office/officeart/2005/8/layout/vList5"/>
    <dgm:cxn modelId="{EF45CD6C-1AAA-4A64-B787-CBA1EF7C76D7}" type="presParOf" srcId="{ED8B7A1A-09FF-4329-8D6D-D5B2C312CFF7}" destId="{0D2A8931-F141-4B7A-BA2D-5E370A8D14A6}" srcOrd="0" destOrd="0" presId="urn:microsoft.com/office/officeart/2005/8/layout/vList5"/>
    <dgm:cxn modelId="{EEB13D6C-C07E-47BB-A93F-58443734A2E2}" type="presParOf" srcId="{ED8B7A1A-09FF-4329-8D6D-D5B2C312CFF7}" destId="{18D1ADD2-13CF-4294-A519-368ACC4A036B}" srcOrd="1" destOrd="0" presId="urn:microsoft.com/office/officeart/2005/8/layout/vList5"/>
    <dgm:cxn modelId="{8CFADFD3-8CCA-4D63-ACF6-E059E03016A4}" type="presParOf" srcId="{E9ACCE2A-E1B0-4B4B-BF96-F00F6EBC7FAB}" destId="{213DB8C4-6EC8-4546-B4A0-86397551C438}" srcOrd="3" destOrd="0" presId="urn:microsoft.com/office/officeart/2005/8/layout/vList5"/>
    <dgm:cxn modelId="{FFC46F26-604B-4519-86BE-56BFC3B072F0}" type="presParOf" srcId="{E9ACCE2A-E1B0-4B4B-BF96-F00F6EBC7FAB}" destId="{22207A7A-4B04-4386-88A2-F973F321D6FB}" srcOrd="4" destOrd="0" presId="urn:microsoft.com/office/officeart/2005/8/layout/vList5"/>
    <dgm:cxn modelId="{72B8A599-094A-49B2-8084-4E9FBCC07DC8}" type="presParOf" srcId="{22207A7A-4B04-4386-88A2-F973F321D6FB}" destId="{E5071FC7-C162-4B42-9D0C-CF89221C4A9B}" srcOrd="0" destOrd="0" presId="urn:microsoft.com/office/officeart/2005/8/layout/vList5"/>
    <dgm:cxn modelId="{FF6BDF3B-3027-499D-820A-2B662EC02A4B}" type="presParOf" srcId="{22207A7A-4B04-4386-88A2-F973F321D6FB}" destId="{A109AF05-DD16-4AF4-81BA-367A5BEDA489}" srcOrd="1" destOrd="0" presId="urn:microsoft.com/office/officeart/2005/8/layout/vList5"/>
    <dgm:cxn modelId="{5FB59F41-234E-44DD-A9D1-3F192E35221C}" type="presParOf" srcId="{E9ACCE2A-E1B0-4B4B-BF96-F00F6EBC7FAB}" destId="{F7E11730-B828-4756-BE2C-F5F17DED0F99}" srcOrd="5" destOrd="0" presId="urn:microsoft.com/office/officeart/2005/8/layout/vList5"/>
    <dgm:cxn modelId="{F3E1C2BE-C636-4EE5-A5A4-A4BA85EE98B7}" type="presParOf" srcId="{E9ACCE2A-E1B0-4B4B-BF96-F00F6EBC7FAB}" destId="{6222C052-54BC-47CA-B745-2233D88D8F69}" srcOrd="6" destOrd="0" presId="urn:microsoft.com/office/officeart/2005/8/layout/vList5"/>
    <dgm:cxn modelId="{988CFDF0-6B8A-460C-BDE7-BC8D9188A826}" type="presParOf" srcId="{6222C052-54BC-47CA-B745-2233D88D8F69}" destId="{1A52C53A-0A52-4F15-AC0C-2D5154FD141A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F82169B-EECA-4D10-8329-D5B41F6D2B1D}" type="doc">
      <dgm:prSet loTypeId="urn:microsoft.com/office/officeart/2005/8/layout/vList2" loCatId="list" qsTypeId="urn:microsoft.com/office/officeart/2005/8/quickstyle/simple1" qsCatId="simple" csTypeId="urn:microsoft.com/office/officeart/2005/8/colors/accent4_4" csCatId="accent4" phldr="1"/>
      <dgm:spPr/>
      <dgm:t>
        <a:bodyPr/>
        <a:lstStyle/>
        <a:p>
          <a:endParaRPr lang="ru-BY"/>
        </a:p>
      </dgm:t>
    </dgm:pt>
    <dgm:pt modelId="{9B2425A1-8B1F-4E2B-9757-58256D2ABF3D}">
      <dgm:prSet phldrT="[Текст]"/>
      <dgm:spPr/>
      <dgm:t>
        <a:bodyPr/>
        <a:lstStyle/>
        <a:p>
          <a:r>
            <a:rPr lang="ru-RU" dirty="0"/>
            <a:t>Введение</a:t>
          </a:r>
          <a:endParaRPr lang="ru-BY" dirty="0"/>
        </a:p>
      </dgm:t>
    </dgm:pt>
    <dgm:pt modelId="{674879BD-966F-4DF7-9940-63CCC74B7447}" type="parTrans" cxnId="{A47EA538-D531-4C0F-873A-509D4DD5EF90}">
      <dgm:prSet/>
      <dgm:spPr/>
      <dgm:t>
        <a:bodyPr/>
        <a:lstStyle/>
        <a:p>
          <a:endParaRPr lang="ru-BY"/>
        </a:p>
      </dgm:t>
    </dgm:pt>
    <dgm:pt modelId="{F4FCF00D-8D9B-4928-B37B-46C9EA46E3E4}" type="sibTrans" cxnId="{A47EA538-D531-4C0F-873A-509D4DD5EF90}">
      <dgm:prSet/>
      <dgm:spPr/>
      <dgm:t>
        <a:bodyPr/>
        <a:lstStyle/>
        <a:p>
          <a:endParaRPr lang="ru-BY"/>
        </a:p>
      </dgm:t>
    </dgm:pt>
    <dgm:pt modelId="{5C7E837E-5D25-4560-A7FA-E55032068693}">
      <dgm:prSet phldrT="[Текст]"/>
      <dgm:spPr/>
      <dgm:t>
        <a:bodyPr/>
        <a:lstStyle/>
        <a:p>
          <a:r>
            <a:rPr lang="ru-RU" dirty="0"/>
            <a:t>Процессы управления проектами</a:t>
          </a:r>
          <a:endParaRPr lang="ru-BY" dirty="0"/>
        </a:p>
      </dgm:t>
    </dgm:pt>
    <dgm:pt modelId="{9108AC5A-69B8-4FC4-AD1E-9E8327AF0973}" type="parTrans" cxnId="{CC2011B5-BFF0-4FE4-9827-AF79C55B7234}">
      <dgm:prSet/>
      <dgm:spPr/>
      <dgm:t>
        <a:bodyPr/>
        <a:lstStyle/>
        <a:p>
          <a:endParaRPr lang="ru-BY"/>
        </a:p>
      </dgm:t>
    </dgm:pt>
    <dgm:pt modelId="{EAC71AFB-1E30-472C-85B0-C59E29E274CA}" type="sibTrans" cxnId="{CC2011B5-BFF0-4FE4-9827-AF79C55B7234}">
      <dgm:prSet/>
      <dgm:spPr/>
      <dgm:t>
        <a:bodyPr/>
        <a:lstStyle/>
        <a:p>
          <a:endParaRPr lang="ru-BY"/>
        </a:p>
      </dgm:t>
    </dgm:pt>
    <dgm:pt modelId="{B9699477-0936-45CB-B56F-79F3A5A17B15}">
      <dgm:prSet phldrT="[Текст]"/>
      <dgm:spPr/>
      <dgm:t>
        <a:bodyPr/>
        <a:lstStyle/>
        <a:p>
          <a:r>
            <a:rPr lang="ru-RU" dirty="0"/>
            <a:t>Области знаний управления проектами</a:t>
          </a:r>
          <a:endParaRPr lang="ru-BY" dirty="0"/>
        </a:p>
      </dgm:t>
    </dgm:pt>
    <dgm:pt modelId="{D1237ADA-46ED-495E-8D91-C827C0AD7376}" type="parTrans" cxnId="{489CA874-5A93-4B1C-8C9F-76EDAE09F6E8}">
      <dgm:prSet/>
      <dgm:spPr/>
      <dgm:t>
        <a:bodyPr/>
        <a:lstStyle/>
        <a:p>
          <a:endParaRPr lang="ru-BY"/>
        </a:p>
      </dgm:t>
    </dgm:pt>
    <dgm:pt modelId="{2B5F3B05-B5CE-4AA2-8B08-78E22F91A07E}" type="sibTrans" cxnId="{489CA874-5A93-4B1C-8C9F-76EDAE09F6E8}">
      <dgm:prSet/>
      <dgm:spPr/>
      <dgm:t>
        <a:bodyPr/>
        <a:lstStyle/>
        <a:p>
          <a:endParaRPr lang="ru-BY"/>
        </a:p>
      </dgm:t>
    </dgm:pt>
    <dgm:pt modelId="{A84E1F7E-1628-49DA-A30B-1144B515C9C3}">
      <dgm:prSet phldrT="[Текст]"/>
      <dgm:spPr/>
      <dgm:t>
        <a:bodyPr/>
        <a:lstStyle/>
        <a:p>
          <a:pPr algn="just"/>
          <a:r>
            <a:rPr lang="ru-RU" dirty="0"/>
            <a:t>Роль проектного менеджера</a:t>
          </a:r>
          <a:endParaRPr lang="ru-BY" dirty="0"/>
        </a:p>
      </dgm:t>
    </dgm:pt>
    <dgm:pt modelId="{FC6FC45F-A802-4F0B-BDEB-24298E0AFCE6}" type="parTrans" cxnId="{387B316E-182A-49B2-8EB5-B4B4E24D9BDC}">
      <dgm:prSet/>
      <dgm:spPr/>
      <dgm:t>
        <a:bodyPr/>
        <a:lstStyle/>
        <a:p>
          <a:endParaRPr lang="ru-BY"/>
        </a:p>
      </dgm:t>
    </dgm:pt>
    <dgm:pt modelId="{85046856-A1BF-46D4-BED6-29D425CCD615}" type="sibTrans" cxnId="{387B316E-182A-49B2-8EB5-B4B4E24D9BDC}">
      <dgm:prSet/>
      <dgm:spPr/>
      <dgm:t>
        <a:bodyPr/>
        <a:lstStyle/>
        <a:p>
          <a:endParaRPr lang="ru-BY"/>
        </a:p>
      </dgm:t>
    </dgm:pt>
    <dgm:pt modelId="{37792817-B7FF-471E-B355-EF4D1E5A0BF3}">
      <dgm:prSet phldrT="[Текст]"/>
      <dgm:spPr/>
      <dgm:t>
        <a:bodyPr/>
        <a:lstStyle/>
        <a:p>
          <a:r>
            <a:rPr lang="ru-RU" dirty="0"/>
            <a:t>Каркас управления проектами</a:t>
          </a:r>
          <a:endParaRPr lang="ru-BY" dirty="0"/>
        </a:p>
      </dgm:t>
    </dgm:pt>
    <dgm:pt modelId="{524C56F4-307B-412F-958F-9D6885FF23A2}" type="parTrans" cxnId="{900D1424-D2BE-4277-B1E2-A837A01C288C}">
      <dgm:prSet/>
      <dgm:spPr/>
      <dgm:t>
        <a:bodyPr/>
        <a:lstStyle/>
        <a:p>
          <a:endParaRPr lang="ru-BY"/>
        </a:p>
      </dgm:t>
    </dgm:pt>
    <dgm:pt modelId="{83C64DFD-A6BE-42F0-8E9B-0BCB0056FF52}" type="sibTrans" cxnId="{900D1424-D2BE-4277-B1E2-A837A01C288C}">
      <dgm:prSet/>
      <dgm:spPr/>
      <dgm:t>
        <a:bodyPr/>
        <a:lstStyle/>
        <a:p>
          <a:endParaRPr lang="ru-BY"/>
        </a:p>
      </dgm:t>
    </dgm:pt>
    <dgm:pt modelId="{6F8625E8-4984-442D-A424-5A234B860D01}" type="pres">
      <dgm:prSet presAssocID="{3F82169B-EECA-4D10-8329-D5B41F6D2B1D}" presName="linear" presStyleCnt="0">
        <dgm:presLayoutVars>
          <dgm:animLvl val="lvl"/>
          <dgm:resizeHandles val="exact"/>
        </dgm:presLayoutVars>
      </dgm:prSet>
      <dgm:spPr/>
    </dgm:pt>
    <dgm:pt modelId="{04F6F18E-204A-4BEE-815B-51C5B9A1C1CC}" type="pres">
      <dgm:prSet presAssocID="{9B2425A1-8B1F-4E2B-9757-58256D2ABF3D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8E1C698-72BF-402A-B0A7-387EBA640996}" type="pres">
      <dgm:prSet presAssocID="{F4FCF00D-8D9B-4928-B37B-46C9EA46E3E4}" presName="spacer" presStyleCnt="0"/>
      <dgm:spPr/>
    </dgm:pt>
    <dgm:pt modelId="{3BFCF3F9-5468-46F8-9F26-438DF3F33FC4}" type="pres">
      <dgm:prSet presAssocID="{37792817-B7FF-471E-B355-EF4D1E5A0BF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39C8B83-8FF5-481F-A221-43499CF58981}" type="pres">
      <dgm:prSet presAssocID="{83C64DFD-A6BE-42F0-8E9B-0BCB0056FF52}" presName="spacer" presStyleCnt="0"/>
      <dgm:spPr/>
    </dgm:pt>
    <dgm:pt modelId="{F4341C59-38FF-4C1D-B217-BFD0C3D5E4F3}" type="pres">
      <dgm:prSet presAssocID="{B9699477-0936-45CB-B56F-79F3A5A17B1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8B65146-F1C5-4BC5-8385-2080E41BEB58}" type="pres">
      <dgm:prSet presAssocID="{2B5F3B05-B5CE-4AA2-8B08-78E22F91A07E}" presName="spacer" presStyleCnt="0"/>
      <dgm:spPr/>
    </dgm:pt>
    <dgm:pt modelId="{ECC4616C-01FF-4B4A-9386-8802106F5282}" type="pres">
      <dgm:prSet presAssocID="{5C7E837E-5D25-4560-A7FA-E5503206869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4136130-946F-41F7-9BE0-6CB92417F1FC}" type="pres">
      <dgm:prSet presAssocID="{EAC71AFB-1E30-472C-85B0-C59E29E274CA}" presName="spacer" presStyleCnt="0"/>
      <dgm:spPr/>
    </dgm:pt>
    <dgm:pt modelId="{8A2509AA-B793-45DB-B1D9-AF8F649A83A9}" type="pres">
      <dgm:prSet presAssocID="{A84E1F7E-1628-49DA-A30B-1144B515C9C3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00D1424-D2BE-4277-B1E2-A837A01C288C}" srcId="{3F82169B-EECA-4D10-8329-D5B41F6D2B1D}" destId="{37792817-B7FF-471E-B355-EF4D1E5A0BF3}" srcOrd="1" destOrd="0" parTransId="{524C56F4-307B-412F-958F-9D6885FF23A2}" sibTransId="{83C64DFD-A6BE-42F0-8E9B-0BCB0056FF52}"/>
    <dgm:cxn modelId="{A47EA538-D531-4C0F-873A-509D4DD5EF90}" srcId="{3F82169B-EECA-4D10-8329-D5B41F6D2B1D}" destId="{9B2425A1-8B1F-4E2B-9757-58256D2ABF3D}" srcOrd="0" destOrd="0" parTransId="{674879BD-966F-4DF7-9940-63CCC74B7447}" sibTransId="{F4FCF00D-8D9B-4928-B37B-46C9EA46E3E4}"/>
    <dgm:cxn modelId="{FF13C340-A26F-457C-A812-88C8CAC76A17}" type="presOf" srcId="{9B2425A1-8B1F-4E2B-9757-58256D2ABF3D}" destId="{04F6F18E-204A-4BEE-815B-51C5B9A1C1CC}" srcOrd="0" destOrd="0" presId="urn:microsoft.com/office/officeart/2005/8/layout/vList2"/>
    <dgm:cxn modelId="{387B316E-182A-49B2-8EB5-B4B4E24D9BDC}" srcId="{3F82169B-EECA-4D10-8329-D5B41F6D2B1D}" destId="{A84E1F7E-1628-49DA-A30B-1144B515C9C3}" srcOrd="4" destOrd="0" parTransId="{FC6FC45F-A802-4F0B-BDEB-24298E0AFCE6}" sibTransId="{85046856-A1BF-46D4-BED6-29D425CCD615}"/>
    <dgm:cxn modelId="{5E578E51-C5C8-4465-A101-502436CB0F72}" type="presOf" srcId="{A84E1F7E-1628-49DA-A30B-1144B515C9C3}" destId="{8A2509AA-B793-45DB-B1D9-AF8F649A83A9}" srcOrd="0" destOrd="0" presId="urn:microsoft.com/office/officeart/2005/8/layout/vList2"/>
    <dgm:cxn modelId="{489CA874-5A93-4B1C-8C9F-76EDAE09F6E8}" srcId="{3F82169B-EECA-4D10-8329-D5B41F6D2B1D}" destId="{B9699477-0936-45CB-B56F-79F3A5A17B15}" srcOrd="2" destOrd="0" parTransId="{D1237ADA-46ED-495E-8D91-C827C0AD7376}" sibTransId="{2B5F3B05-B5CE-4AA2-8B08-78E22F91A07E}"/>
    <dgm:cxn modelId="{CC2011B5-BFF0-4FE4-9827-AF79C55B7234}" srcId="{3F82169B-EECA-4D10-8329-D5B41F6D2B1D}" destId="{5C7E837E-5D25-4560-A7FA-E55032068693}" srcOrd="3" destOrd="0" parTransId="{9108AC5A-69B8-4FC4-AD1E-9E8327AF0973}" sibTransId="{EAC71AFB-1E30-472C-85B0-C59E29E274CA}"/>
    <dgm:cxn modelId="{383E9ACD-9895-4F6D-9C6C-14E443E9F50B}" type="presOf" srcId="{37792817-B7FF-471E-B355-EF4D1E5A0BF3}" destId="{3BFCF3F9-5468-46F8-9F26-438DF3F33FC4}" srcOrd="0" destOrd="0" presId="urn:microsoft.com/office/officeart/2005/8/layout/vList2"/>
    <dgm:cxn modelId="{D8858DCF-6600-4684-B302-EC74547A067C}" type="presOf" srcId="{B9699477-0936-45CB-B56F-79F3A5A17B15}" destId="{F4341C59-38FF-4C1D-B217-BFD0C3D5E4F3}" srcOrd="0" destOrd="0" presId="urn:microsoft.com/office/officeart/2005/8/layout/vList2"/>
    <dgm:cxn modelId="{FB2A37D0-94B6-44D6-97B1-67A30902F2DE}" type="presOf" srcId="{3F82169B-EECA-4D10-8329-D5B41F6D2B1D}" destId="{6F8625E8-4984-442D-A424-5A234B860D01}" srcOrd="0" destOrd="0" presId="urn:microsoft.com/office/officeart/2005/8/layout/vList2"/>
    <dgm:cxn modelId="{2534D7E6-3D2D-4477-BB5C-12C36753DEC1}" type="presOf" srcId="{5C7E837E-5D25-4560-A7FA-E55032068693}" destId="{ECC4616C-01FF-4B4A-9386-8802106F5282}" srcOrd="0" destOrd="0" presId="urn:microsoft.com/office/officeart/2005/8/layout/vList2"/>
    <dgm:cxn modelId="{EB6A9720-017D-4B05-9317-C5E7F4EBB635}" type="presParOf" srcId="{6F8625E8-4984-442D-A424-5A234B860D01}" destId="{04F6F18E-204A-4BEE-815B-51C5B9A1C1CC}" srcOrd="0" destOrd="0" presId="urn:microsoft.com/office/officeart/2005/8/layout/vList2"/>
    <dgm:cxn modelId="{D04F5963-5264-45FE-98DC-9532FC089ED4}" type="presParOf" srcId="{6F8625E8-4984-442D-A424-5A234B860D01}" destId="{28E1C698-72BF-402A-B0A7-387EBA640996}" srcOrd="1" destOrd="0" presId="urn:microsoft.com/office/officeart/2005/8/layout/vList2"/>
    <dgm:cxn modelId="{E12E5F62-3623-4A72-A66A-B95F738259F8}" type="presParOf" srcId="{6F8625E8-4984-442D-A424-5A234B860D01}" destId="{3BFCF3F9-5468-46F8-9F26-438DF3F33FC4}" srcOrd="2" destOrd="0" presId="urn:microsoft.com/office/officeart/2005/8/layout/vList2"/>
    <dgm:cxn modelId="{90F2980F-D4BA-49E8-8B96-D638CA1701C6}" type="presParOf" srcId="{6F8625E8-4984-442D-A424-5A234B860D01}" destId="{D39C8B83-8FF5-481F-A221-43499CF58981}" srcOrd="3" destOrd="0" presId="urn:microsoft.com/office/officeart/2005/8/layout/vList2"/>
    <dgm:cxn modelId="{78157DFA-1A7E-4103-BAEF-EA14274FF46A}" type="presParOf" srcId="{6F8625E8-4984-442D-A424-5A234B860D01}" destId="{F4341C59-38FF-4C1D-B217-BFD0C3D5E4F3}" srcOrd="4" destOrd="0" presId="urn:microsoft.com/office/officeart/2005/8/layout/vList2"/>
    <dgm:cxn modelId="{8F8B3786-EE13-43FD-AC48-EC9B03808FC1}" type="presParOf" srcId="{6F8625E8-4984-442D-A424-5A234B860D01}" destId="{68B65146-F1C5-4BC5-8385-2080E41BEB58}" srcOrd="5" destOrd="0" presId="urn:microsoft.com/office/officeart/2005/8/layout/vList2"/>
    <dgm:cxn modelId="{394858E7-49E1-4E65-A9EF-69C258129AFC}" type="presParOf" srcId="{6F8625E8-4984-442D-A424-5A234B860D01}" destId="{ECC4616C-01FF-4B4A-9386-8802106F5282}" srcOrd="6" destOrd="0" presId="urn:microsoft.com/office/officeart/2005/8/layout/vList2"/>
    <dgm:cxn modelId="{85708888-C4D0-4615-AFA2-5A4A45334499}" type="presParOf" srcId="{6F8625E8-4984-442D-A424-5A234B860D01}" destId="{74136130-946F-41F7-9BE0-6CB92417F1FC}" srcOrd="7" destOrd="0" presId="urn:microsoft.com/office/officeart/2005/8/layout/vList2"/>
    <dgm:cxn modelId="{04218860-1D45-4171-A6FB-6B2A5B805E45}" type="presParOf" srcId="{6F8625E8-4984-442D-A424-5A234B860D01}" destId="{8A2509AA-B793-45DB-B1D9-AF8F649A83A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F82169B-EECA-4D10-8329-D5B41F6D2B1D}" type="doc">
      <dgm:prSet loTypeId="urn:microsoft.com/office/officeart/2005/8/layout/vList2" loCatId="list" qsTypeId="urn:microsoft.com/office/officeart/2005/8/quickstyle/simple1" qsCatId="simple" csTypeId="urn:microsoft.com/office/officeart/2005/8/colors/accent4_4" csCatId="accent4" phldr="1"/>
      <dgm:spPr/>
      <dgm:t>
        <a:bodyPr/>
        <a:lstStyle/>
        <a:p>
          <a:endParaRPr lang="ru-BY"/>
        </a:p>
      </dgm:t>
    </dgm:pt>
    <dgm:pt modelId="{9B2425A1-8B1F-4E2B-9757-58256D2ABF3D}">
      <dgm:prSet phldrT="[Текст]"/>
      <dgm:spPr/>
      <dgm:t>
        <a:bodyPr/>
        <a:lstStyle/>
        <a:p>
          <a:r>
            <a:rPr lang="ru-RU" dirty="0"/>
            <a:t>Управление интеграцией проекта</a:t>
          </a:r>
          <a:endParaRPr lang="ru-BY" dirty="0"/>
        </a:p>
      </dgm:t>
    </dgm:pt>
    <dgm:pt modelId="{674879BD-966F-4DF7-9940-63CCC74B7447}" type="parTrans" cxnId="{A47EA538-D531-4C0F-873A-509D4DD5EF90}">
      <dgm:prSet/>
      <dgm:spPr/>
      <dgm:t>
        <a:bodyPr/>
        <a:lstStyle/>
        <a:p>
          <a:endParaRPr lang="ru-BY"/>
        </a:p>
      </dgm:t>
    </dgm:pt>
    <dgm:pt modelId="{F4FCF00D-8D9B-4928-B37B-46C9EA46E3E4}" type="sibTrans" cxnId="{A47EA538-D531-4C0F-873A-509D4DD5EF90}">
      <dgm:prSet/>
      <dgm:spPr/>
      <dgm:t>
        <a:bodyPr/>
        <a:lstStyle/>
        <a:p>
          <a:endParaRPr lang="ru-BY"/>
        </a:p>
      </dgm:t>
    </dgm:pt>
    <dgm:pt modelId="{68ACE7BF-3C1C-4110-84F7-AE9BDC87777F}">
      <dgm:prSet phldrT="[Текст]"/>
      <dgm:spPr/>
      <dgm:t>
        <a:bodyPr/>
        <a:lstStyle/>
        <a:p>
          <a:r>
            <a:rPr lang="ru-RU" dirty="0"/>
            <a:t>Управление содержанием проекта</a:t>
          </a:r>
          <a:endParaRPr lang="ru-BY" dirty="0"/>
        </a:p>
      </dgm:t>
    </dgm:pt>
    <dgm:pt modelId="{258A46DC-4587-41A0-912D-0FB2A8CE07A2}" type="parTrans" cxnId="{A633D51D-D4E7-40CA-919A-E9EB3C60711B}">
      <dgm:prSet/>
      <dgm:spPr/>
      <dgm:t>
        <a:bodyPr/>
        <a:lstStyle/>
        <a:p>
          <a:endParaRPr lang="ru-BY"/>
        </a:p>
      </dgm:t>
    </dgm:pt>
    <dgm:pt modelId="{BFDC8F28-94B2-4009-917B-3B9F4FE19B5A}" type="sibTrans" cxnId="{A633D51D-D4E7-40CA-919A-E9EB3C60711B}">
      <dgm:prSet/>
      <dgm:spPr/>
      <dgm:t>
        <a:bodyPr/>
        <a:lstStyle/>
        <a:p>
          <a:endParaRPr lang="ru-BY"/>
        </a:p>
      </dgm:t>
    </dgm:pt>
    <dgm:pt modelId="{5C7E837E-5D25-4560-A7FA-E55032068693}">
      <dgm:prSet phldrT="[Текст]"/>
      <dgm:spPr/>
      <dgm:t>
        <a:bodyPr/>
        <a:lstStyle/>
        <a:p>
          <a:r>
            <a:rPr lang="ru-RU" dirty="0"/>
            <a:t>Управление качеством проекта</a:t>
          </a:r>
          <a:endParaRPr lang="ru-BY" dirty="0"/>
        </a:p>
      </dgm:t>
    </dgm:pt>
    <dgm:pt modelId="{9108AC5A-69B8-4FC4-AD1E-9E8327AF0973}" type="parTrans" cxnId="{CC2011B5-BFF0-4FE4-9827-AF79C55B7234}">
      <dgm:prSet/>
      <dgm:spPr/>
      <dgm:t>
        <a:bodyPr/>
        <a:lstStyle/>
        <a:p>
          <a:endParaRPr lang="ru-BY"/>
        </a:p>
      </dgm:t>
    </dgm:pt>
    <dgm:pt modelId="{EAC71AFB-1E30-472C-85B0-C59E29E274CA}" type="sibTrans" cxnId="{CC2011B5-BFF0-4FE4-9827-AF79C55B7234}">
      <dgm:prSet/>
      <dgm:spPr/>
      <dgm:t>
        <a:bodyPr/>
        <a:lstStyle/>
        <a:p>
          <a:endParaRPr lang="ru-BY"/>
        </a:p>
      </dgm:t>
    </dgm:pt>
    <dgm:pt modelId="{3CE3BD5D-67D8-4414-8F20-70EB2BC7319A}">
      <dgm:prSet phldrT="[Текст]"/>
      <dgm:spPr/>
      <dgm:t>
        <a:bodyPr/>
        <a:lstStyle/>
        <a:p>
          <a:r>
            <a:rPr lang="ru-RU" dirty="0"/>
            <a:t>Управление сроками проекта</a:t>
          </a:r>
          <a:endParaRPr lang="ru-BY" dirty="0"/>
        </a:p>
      </dgm:t>
    </dgm:pt>
    <dgm:pt modelId="{775221FD-E94B-4EE3-B51D-8D17161269FD}" type="parTrans" cxnId="{AFD5A798-1E50-4F29-9534-B63A72A6EF53}">
      <dgm:prSet/>
      <dgm:spPr/>
      <dgm:t>
        <a:bodyPr/>
        <a:lstStyle/>
        <a:p>
          <a:endParaRPr lang="ru-BY"/>
        </a:p>
      </dgm:t>
    </dgm:pt>
    <dgm:pt modelId="{1151D56D-367F-4572-A547-C16B78F27C4C}" type="sibTrans" cxnId="{AFD5A798-1E50-4F29-9534-B63A72A6EF53}">
      <dgm:prSet/>
      <dgm:spPr/>
      <dgm:t>
        <a:bodyPr/>
        <a:lstStyle/>
        <a:p>
          <a:endParaRPr lang="ru-BY"/>
        </a:p>
      </dgm:t>
    </dgm:pt>
    <dgm:pt modelId="{B9699477-0936-45CB-B56F-79F3A5A17B15}">
      <dgm:prSet phldrT="[Текст]"/>
      <dgm:spPr/>
      <dgm:t>
        <a:bodyPr/>
        <a:lstStyle/>
        <a:p>
          <a:r>
            <a:rPr lang="ru-RU" dirty="0"/>
            <a:t>Управление стоимостью проекта</a:t>
          </a:r>
          <a:endParaRPr lang="ru-BY" dirty="0"/>
        </a:p>
      </dgm:t>
    </dgm:pt>
    <dgm:pt modelId="{D1237ADA-46ED-495E-8D91-C827C0AD7376}" type="parTrans" cxnId="{489CA874-5A93-4B1C-8C9F-76EDAE09F6E8}">
      <dgm:prSet/>
      <dgm:spPr/>
      <dgm:t>
        <a:bodyPr/>
        <a:lstStyle/>
        <a:p>
          <a:endParaRPr lang="ru-BY"/>
        </a:p>
      </dgm:t>
    </dgm:pt>
    <dgm:pt modelId="{2B5F3B05-B5CE-4AA2-8B08-78E22F91A07E}" type="sibTrans" cxnId="{489CA874-5A93-4B1C-8C9F-76EDAE09F6E8}">
      <dgm:prSet/>
      <dgm:spPr/>
      <dgm:t>
        <a:bodyPr/>
        <a:lstStyle/>
        <a:p>
          <a:endParaRPr lang="ru-BY"/>
        </a:p>
      </dgm:t>
    </dgm:pt>
    <dgm:pt modelId="{A84E1F7E-1628-49DA-A30B-1144B515C9C3}">
      <dgm:prSet phldrT="[Текст]"/>
      <dgm:spPr/>
      <dgm:t>
        <a:bodyPr/>
        <a:lstStyle/>
        <a:p>
          <a:r>
            <a:rPr lang="ru-RU" dirty="0"/>
            <a:t>Управление человеческими ресурсами проекта</a:t>
          </a:r>
          <a:endParaRPr lang="ru-BY" dirty="0"/>
        </a:p>
      </dgm:t>
    </dgm:pt>
    <dgm:pt modelId="{FC6FC45F-A802-4F0B-BDEB-24298E0AFCE6}" type="parTrans" cxnId="{387B316E-182A-49B2-8EB5-B4B4E24D9BDC}">
      <dgm:prSet/>
      <dgm:spPr/>
      <dgm:t>
        <a:bodyPr/>
        <a:lstStyle/>
        <a:p>
          <a:endParaRPr lang="ru-BY"/>
        </a:p>
      </dgm:t>
    </dgm:pt>
    <dgm:pt modelId="{85046856-A1BF-46D4-BED6-29D425CCD615}" type="sibTrans" cxnId="{387B316E-182A-49B2-8EB5-B4B4E24D9BDC}">
      <dgm:prSet/>
      <dgm:spPr/>
      <dgm:t>
        <a:bodyPr/>
        <a:lstStyle/>
        <a:p>
          <a:endParaRPr lang="ru-BY"/>
        </a:p>
      </dgm:t>
    </dgm:pt>
    <dgm:pt modelId="{C359E5CE-1E0C-408A-82AE-397BF43ACD66}">
      <dgm:prSet phldrT="[Текст]"/>
      <dgm:spPr/>
      <dgm:t>
        <a:bodyPr/>
        <a:lstStyle/>
        <a:p>
          <a:r>
            <a:rPr lang="ru-RU" dirty="0"/>
            <a:t>Управление взаимодействием в проекте</a:t>
          </a:r>
          <a:endParaRPr lang="ru-BY" dirty="0"/>
        </a:p>
      </dgm:t>
    </dgm:pt>
    <dgm:pt modelId="{BDB5422A-96A1-4FD6-B518-1FDB83F5C65E}" type="parTrans" cxnId="{D13F9CE5-BED5-4215-8ADC-24CA306A9A72}">
      <dgm:prSet/>
      <dgm:spPr/>
      <dgm:t>
        <a:bodyPr/>
        <a:lstStyle/>
        <a:p>
          <a:endParaRPr lang="ru-BY"/>
        </a:p>
      </dgm:t>
    </dgm:pt>
    <dgm:pt modelId="{49EFB6BD-F121-4583-9D69-5477173F42FC}" type="sibTrans" cxnId="{D13F9CE5-BED5-4215-8ADC-24CA306A9A72}">
      <dgm:prSet/>
      <dgm:spPr/>
      <dgm:t>
        <a:bodyPr/>
        <a:lstStyle/>
        <a:p>
          <a:endParaRPr lang="ru-BY"/>
        </a:p>
      </dgm:t>
    </dgm:pt>
    <dgm:pt modelId="{ADD1AB3E-FDC8-4AE7-9717-63BB9688BF17}">
      <dgm:prSet phldrT="[Текст]"/>
      <dgm:spPr/>
      <dgm:t>
        <a:bodyPr/>
        <a:lstStyle/>
        <a:p>
          <a:r>
            <a:rPr lang="ru-RU" dirty="0"/>
            <a:t>Управление рисками проекта</a:t>
          </a:r>
          <a:endParaRPr lang="ru-BY" dirty="0"/>
        </a:p>
      </dgm:t>
    </dgm:pt>
    <dgm:pt modelId="{8FCD6A37-1BCD-419B-8D1E-29DB67172B84}" type="parTrans" cxnId="{16685E43-04CE-44B3-87B6-D5DDF7E4B4FC}">
      <dgm:prSet/>
      <dgm:spPr/>
      <dgm:t>
        <a:bodyPr/>
        <a:lstStyle/>
        <a:p>
          <a:endParaRPr lang="ru-BY"/>
        </a:p>
      </dgm:t>
    </dgm:pt>
    <dgm:pt modelId="{48CF3618-88A4-46A1-8D6F-8C6A545EFB4D}" type="sibTrans" cxnId="{16685E43-04CE-44B3-87B6-D5DDF7E4B4FC}">
      <dgm:prSet/>
      <dgm:spPr/>
      <dgm:t>
        <a:bodyPr/>
        <a:lstStyle/>
        <a:p>
          <a:endParaRPr lang="ru-BY"/>
        </a:p>
      </dgm:t>
    </dgm:pt>
    <dgm:pt modelId="{4BFB5AC7-8B99-4165-B32A-26C6128C4E04}">
      <dgm:prSet phldrT="[Текст]"/>
      <dgm:spPr/>
      <dgm:t>
        <a:bodyPr/>
        <a:lstStyle/>
        <a:p>
          <a:r>
            <a:rPr lang="ru-RU" dirty="0"/>
            <a:t>Управление контрактами проекта</a:t>
          </a:r>
          <a:endParaRPr lang="ru-BY" dirty="0"/>
        </a:p>
      </dgm:t>
    </dgm:pt>
    <dgm:pt modelId="{14B25F96-A655-46F4-B7D2-A396DF173B3B}" type="parTrans" cxnId="{051B55FD-DC5E-4AE8-9DBE-59D1B9BA8028}">
      <dgm:prSet/>
      <dgm:spPr/>
      <dgm:t>
        <a:bodyPr/>
        <a:lstStyle/>
        <a:p>
          <a:endParaRPr lang="ru-BY"/>
        </a:p>
      </dgm:t>
    </dgm:pt>
    <dgm:pt modelId="{AD271B0A-195B-47F4-A1D4-FF439C0DCE9F}" type="sibTrans" cxnId="{051B55FD-DC5E-4AE8-9DBE-59D1B9BA8028}">
      <dgm:prSet/>
      <dgm:spPr/>
      <dgm:t>
        <a:bodyPr/>
        <a:lstStyle/>
        <a:p>
          <a:endParaRPr lang="ru-BY"/>
        </a:p>
      </dgm:t>
    </dgm:pt>
    <dgm:pt modelId="{6F8625E8-4984-442D-A424-5A234B860D01}" type="pres">
      <dgm:prSet presAssocID="{3F82169B-EECA-4D10-8329-D5B41F6D2B1D}" presName="linear" presStyleCnt="0">
        <dgm:presLayoutVars>
          <dgm:animLvl val="lvl"/>
          <dgm:resizeHandles val="exact"/>
        </dgm:presLayoutVars>
      </dgm:prSet>
      <dgm:spPr/>
    </dgm:pt>
    <dgm:pt modelId="{04F6F18E-204A-4BEE-815B-51C5B9A1C1CC}" type="pres">
      <dgm:prSet presAssocID="{9B2425A1-8B1F-4E2B-9757-58256D2ABF3D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28E1C698-72BF-402A-B0A7-387EBA640996}" type="pres">
      <dgm:prSet presAssocID="{F4FCF00D-8D9B-4928-B37B-46C9EA46E3E4}" presName="spacer" presStyleCnt="0"/>
      <dgm:spPr/>
    </dgm:pt>
    <dgm:pt modelId="{CA3B934A-6C2B-4E41-9B8C-9E3AD04A366C}" type="pres">
      <dgm:prSet presAssocID="{68ACE7BF-3C1C-4110-84F7-AE9BDC87777F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79DFA4DD-14A9-4D7F-B03D-A584538B1FBC}" type="pres">
      <dgm:prSet presAssocID="{BFDC8F28-94B2-4009-917B-3B9F4FE19B5A}" presName="spacer" presStyleCnt="0"/>
      <dgm:spPr/>
    </dgm:pt>
    <dgm:pt modelId="{FFC564FC-0617-44E6-99FE-D85DA7E7EBC8}" type="pres">
      <dgm:prSet presAssocID="{3CE3BD5D-67D8-4414-8F20-70EB2BC7319A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A8E10087-D8C8-4FEC-8076-36DA65B55BE7}" type="pres">
      <dgm:prSet presAssocID="{1151D56D-367F-4572-A547-C16B78F27C4C}" presName="spacer" presStyleCnt="0"/>
      <dgm:spPr/>
    </dgm:pt>
    <dgm:pt modelId="{F4341C59-38FF-4C1D-B217-BFD0C3D5E4F3}" type="pres">
      <dgm:prSet presAssocID="{B9699477-0936-45CB-B56F-79F3A5A17B15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68B65146-F1C5-4BC5-8385-2080E41BEB58}" type="pres">
      <dgm:prSet presAssocID="{2B5F3B05-B5CE-4AA2-8B08-78E22F91A07E}" presName="spacer" presStyleCnt="0"/>
      <dgm:spPr/>
    </dgm:pt>
    <dgm:pt modelId="{ECC4616C-01FF-4B4A-9386-8802106F5282}" type="pres">
      <dgm:prSet presAssocID="{5C7E837E-5D25-4560-A7FA-E55032068693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74136130-946F-41F7-9BE0-6CB92417F1FC}" type="pres">
      <dgm:prSet presAssocID="{EAC71AFB-1E30-472C-85B0-C59E29E274CA}" presName="spacer" presStyleCnt="0"/>
      <dgm:spPr/>
    </dgm:pt>
    <dgm:pt modelId="{8A2509AA-B793-45DB-B1D9-AF8F649A83A9}" type="pres">
      <dgm:prSet presAssocID="{A84E1F7E-1628-49DA-A30B-1144B515C9C3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C8F62B24-4F10-4A9A-86D2-EA00035503DB}" type="pres">
      <dgm:prSet presAssocID="{85046856-A1BF-46D4-BED6-29D425CCD615}" presName="spacer" presStyleCnt="0"/>
      <dgm:spPr/>
    </dgm:pt>
    <dgm:pt modelId="{98063C84-7A2B-42CC-8E9C-8E424CD0F858}" type="pres">
      <dgm:prSet presAssocID="{C359E5CE-1E0C-408A-82AE-397BF43ACD66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0495C865-4D91-4F85-9B1A-E22A2D9E297A}" type="pres">
      <dgm:prSet presAssocID="{49EFB6BD-F121-4583-9D69-5477173F42FC}" presName="spacer" presStyleCnt="0"/>
      <dgm:spPr/>
    </dgm:pt>
    <dgm:pt modelId="{9149C30E-4A8E-42DE-8EA3-94DD3C07B9B1}" type="pres">
      <dgm:prSet presAssocID="{ADD1AB3E-FDC8-4AE7-9717-63BB9688BF17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BE41E741-66B1-407B-9857-E796B79B0983}" type="pres">
      <dgm:prSet presAssocID="{48CF3618-88A4-46A1-8D6F-8C6A545EFB4D}" presName="spacer" presStyleCnt="0"/>
      <dgm:spPr/>
    </dgm:pt>
    <dgm:pt modelId="{B65F56D7-27F9-4D63-976C-A1800D131D9E}" type="pres">
      <dgm:prSet presAssocID="{4BFB5AC7-8B99-4165-B32A-26C6128C4E04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8A8AFA10-A750-43C4-84E2-AD3903DE592D}" type="presOf" srcId="{C359E5CE-1E0C-408A-82AE-397BF43ACD66}" destId="{98063C84-7A2B-42CC-8E9C-8E424CD0F858}" srcOrd="0" destOrd="0" presId="urn:microsoft.com/office/officeart/2005/8/layout/vList2"/>
    <dgm:cxn modelId="{38DB7F19-4431-43C8-9913-5B5075AAD862}" type="presOf" srcId="{3CE3BD5D-67D8-4414-8F20-70EB2BC7319A}" destId="{FFC564FC-0617-44E6-99FE-D85DA7E7EBC8}" srcOrd="0" destOrd="0" presId="urn:microsoft.com/office/officeart/2005/8/layout/vList2"/>
    <dgm:cxn modelId="{A633D51D-D4E7-40CA-919A-E9EB3C60711B}" srcId="{3F82169B-EECA-4D10-8329-D5B41F6D2B1D}" destId="{68ACE7BF-3C1C-4110-84F7-AE9BDC87777F}" srcOrd="1" destOrd="0" parTransId="{258A46DC-4587-41A0-912D-0FB2A8CE07A2}" sibTransId="{BFDC8F28-94B2-4009-917B-3B9F4FE19B5A}"/>
    <dgm:cxn modelId="{A47EA538-D531-4C0F-873A-509D4DD5EF90}" srcId="{3F82169B-EECA-4D10-8329-D5B41F6D2B1D}" destId="{9B2425A1-8B1F-4E2B-9757-58256D2ABF3D}" srcOrd="0" destOrd="0" parTransId="{674879BD-966F-4DF7-9940-63CCC74B7447}" sibTransId="{F4FCF00D-8D9B-4928-B37B-46C9EA46E3E4}"/>
    <dgm:cxn modelId="{FF13C340-A26F-457C-A812-88C8CAC76A17}" type="presOf" srcId="{9B2425A1-8B1F-4E2B-9757-58256D2ABF3D}" destId="{04F6F18E-204A-4BEE-815B-51C5B9A1C1CC}" srcOrd="0" destOrd="0" presId="urn:microsoft.com/office/officeart/2005/8/layout/vList2"/>
    <dgm:cxn modelId="{16685E43-04CE-44B3-87B6-D5DDF7E4B4FC}" srcId="{3F82169B-EECA-4D10-8329-D5B41F6D2B1D}" destId="{ADD1AB3E-FDC8-4AE7-9717-63BB9688BF17}" srcOrd="7" destOrd="0" parTransId="{8FCD6A37-1BCD-419B-8D1E-29DB67172B84}" sibTransId="{48CF3618-88A4-46A1-8D6F-8C6A545EFB4D}"/>
    <dgm:cxn modelId="{387B316E-182A-49B2-8EB5-B4B4E24D9BDC}" srcId="{3F82169B-EECA-4D10-8329-D5B41F6D2B1D}" destId="{A84E1F7E-1628-49DA-A30B-1144B515C9C3}" srcOrd="5" destOrd="0" parTransId="{FC6FC45F-A802-4F0B-BDEB-24298E0AFCE6}" sibTransId="{85046856-A1BF-46D4-BED6-29D425CCD615}"/>
    <dgm:cxn modelId="{1AD31171-C335-4E57-BCDA-FD1C6B81F74D}" type="presOf" srcId="{ADD1AB3E-FDC8-4AE7-9717-63BB9688BF17}" destId="{9149C30E-4A8E-42DE-8EA3-94DD3C07B9B1}" srcOrd="0" destOrd="0" presId="urn:microsoft.com/office/officeart/2005/8/layout/vList2"/>
    <dgm:cxn modelId="{5E578E51-C5C8-4465-A101-502436CB0F72}" type="presOf" srcId="{A84E1F7E-1628-49DA-A30B-1144B515C9C3}" destId="{8A2509AA-B793-45DB-B1D9-AF8F649A83A9}" srcOrd="0" destOrd="0" presId="urn:microsoft.com/office/officeart/2005/8/layout/vList2"/>
    <dgm:cxn modelId="{489CA874-5A93-4B1C-8C9F-76EDAE09F6E8}" srcId="{3F82169B-EECA-4D10-8329-D5B41F6D2B1D}" destId="{B9699477-0936-45CB-B56F-79F3A5A17B15}" srcOrd="3" destOrd="0" parTransId="{D1237ADA-46ED-495E-8D91-C827C0AD7376}" sibTransId="{2B5F3B05-B5CE-4AA2-8B08-78E22F91A07E}"/>
    <dgm:cxn modelId="{AFD5A798-1E50-4F29-9534-B63A72A6EF53}" srcId="{3F82169B-EECA-4D10-8329-D5B41F6D2B1D}" destId="{3CE3BD5D-67D8-4414-8F20-70EB2BC7319A}" srcOrd="2" destOrd="0" parTransId="{775221FD-E94B-4EE3-B51D-8D17161269FD}" sibTransId="{1151D56D-367F-4572-A547-C16B78F27C4C}"/>
    <dgm:cxn modelId="{FFAA629F-2B85-458C-B5EA-968615D2FA4C}" type="presOf" srcId="{68ACE7BF-3C1C-4110-84F7-AE9BDC87777F}" destId="{CA3B934A-6C2B-4E41-9B8C-9E3AD04A366C}" srcOrd="0" destOrd="0" presId="urn:microsoft.com/office/officeart/2005/8/layout/vList2"/>
    <dgm:cxn modelId="{CC2011B5-BFF0-4FE4-9827-AF79C55B7234}" srcId="{3F82169B-EECA-4D10-8329-D5B41F6D2B1D}" destId="{5C7E837E-5D25-4560-A7FA-E55032068693}" srcOrd="4" destOrd="0" parTransId="{9108AC5A-69B8-4FC4-AD1E-9E8327AF0973}" sibTransId="{EAC71AFB-1E30-472C-85B0-C59E29E274CA}"/>
    <dgm:cxn modelId="{D8858DCF-6600-4684-B302-EC74547A067C}" type="presOf" srcId="{B9699477-0936-45CB-B56F-79F3A5A17B15}" destId="{F4341C59-38FF-4C1D-B217-BFD0C3D5E4F3}" srcOrd="0" destOrd="0" presId="urn:microsoft.com/office/officeart/2005/8/layout/vList2"/>
    <dgm:cxn modelId="{FB2A37D0-94B6-44D6-97B1-67A30902F2DE}" type="presOf" srcId="{3F82169B-EECA-4D10-8329-D5B41F6D2B1D}" destId="{6F8625E8-4984-442D-A424-5A234B860D01}" srcOrd="0" destOrd="0" presId="urn:microsoft.com/office/officeart/2005/8/layout/vList2"/>
    <dgm:cxn modelId="{D13F9CE5-BED5-4215-8ADC-24CA306A9A72}" srcId="{3F82169B-EECA-4D10-8329-D5B41F6D2B1D}" destId="{C359E5CE-1E0C-408A-82AE-397BF43ACD66}" srcOrd="6" destOrd="0" parTransId="{BDB5422A-96A1-4FD6-B518-1FDB83F5C65E}" sibTransId="{49EFB6BD-F121-4583-9D69-5477173F42FC}"/>
    <dgm:cxn modelId="{2534D7E6-3D2D-4477-BB5C-12C36753DEC1}" type="presOf" srcId="{5C7E837E-5D25-4560-A7FA-E55032068693}" destId="{ECC4616C-01FF-4B4A-9386-8802106F5282}" srcOrd="0" destOrd="0" presId="urn:microsoft.com/office/officeart/2005/8/layout/vList2"/>
    <dgm:cxn modelId="{748D6DEB-BA8D-4C44-B6CF-1C724E182253}" type="presOf" srcId="{4BFB5AC7-8B99-4165-B32A-26C6128C4E04}" destId="{B65F56D7-27F9-4D63-976C-A1800D131D9E}" srcOrd="0" destOrd="0" presId="urn:microsoft.com/office/officeart/2005/8/layout/vList2"/>
    <dgm:cxn modelId="{051B55FD-DC5E-4AE8-9DBE-59D1B9BA8028}" srcId="{3F82169B-EECA-4D10-8329-D5B41F6D2B1D}" destId="{4BFB5AC7-8B99-4165-B32A-26C6128C4E04}" srcOrd="8" destOrd="0" parTransId="{14B25F96-A655-46F4-B7D2-A396DF173B3B}" sibTransId="{AD271B0A-195B-47F4-A1D4-FF439C0DCE9F}"/>
    <dgm:cxn modelId="{EB6A9720-017D-4B05-9317-C5E7F4EBB635}" type="presParOf" srcId="{6F8625E8-4984-442D-A424-5A234B860D01}" destId="{04F6F18E-204A-4BEE-815B-51C5B9A1C1CC}" srcOrd="0" destOrd="0" presId="urn:microsoft.com/office/officeart/2005/8/layout/vList2"/>
    <dgm:cxn modelId="{D04F5963-5264-45FE-98DC-9532FC089ED4}" type="presParOf" srcId="{6F8625E8-4984-442D-A424-5A234B860D01}" destId="{28E1C698-72BF-402A-B0A7-387EBA640996}" srcOrd="1" destOrd="0" presId="urn:microsoft.com/office/officeart/2005/8/layout/vList2"/>
    <dgm:cxn modelId="{F1D338F0-6A24-4263-92A9-B3E122BECD3F}" type="presParOf" srcId="{6F8625E8-4984-442D-A424-5A234B860D01}" destId="{CA3B934A-6C2B-4E41-9B8C-9E3AD04A366C}" srcOrd="2" destOrd="0" presId="urn:microsoft.com/office/officeart/2005/8/layout/vList2"/>
    <dgm:cxn modelId="{D1BF689C-EED9-4830-BF70-3C5F6B6FA9CA}" type="presParOf" srcId="{6F8625E8-4984-442D-A424-5A234B860D01}" destId="{79DFA4DD-14A9-4D7F-B03D-A584538B1FBC}" srcOrd="3" destOrd="0" presId="urn:microsoft.com/office/officeart/2005/8/layout/vList2"/>
    <dgm:cxn modelId="{7A7E0FD4-9D5C-4742-BC67-8AE5CEDE0499}" type="presParOf" srcId="{6F8625E8-4984-442D-A424-5A234B860D01}" destId="{FFC564FC-0617-44E6-99FE-D85DA7E7EBC8}" srcOrd="4" destOrd="0" presId="urn:microsoft.com/office/officeart/2005/8/layout/vList2"/>
    <dgm:cxn modelId="{01AFDDD1-06ED-4E5A-9520-A8D1872D69A2}" type="presParOf" srcId="{6F8625E8-4984-442D-A424-5A234B860D01}" destId="{A8E10087-D8C8-4FEC-8076-36DA65B55BE7}" srcOrd="5" destOrd="0" presId="urn:microsoft.com/office/officeart/2005/8/layout/vList2"/>
    <dgm:cxn modelId="{78157DFA-1A7E-4103-BAEF-EA14274FF46A}" type="presParOf" srcId="{6F8625E8-4984-442D-A424-5A234B860D01}" destId="{F4341C59-38FF-4C1D-B217-BFD0C3D5E4F3}" srcOrd="6" destOrd="0" presId="urn:microsoft.com/office/officeart/2005/8/layout/vList2"/>
    <dgm:cxn modelId="{8F8B3786-EE13-43FD-AC48-EC9B03808FC1}" type="presParOf" srcId="{6F8625E8-4984-442D-A424-5A234B860D01}" destId="{68B65146-F1C5-4BC5-8385-2080E41BEB58}" srcOrd="7" destOrd="0" presId="urn:microsoft.com/office/officeart/2005/8/layout/vList2"/>
    <dgm:cxn modelId="{394858E7-49E1-4E65-A9EF-69C258129AFC}" type="presParOf" srcId="{6F8625E8-4984-442D-A424-5A234B860D01}" destId="{ECC4616C-01FF-4B4A-9386-8802106F5282}" srcOrd="8" destOrd="0" presId="urn:microsoft.com/office/officeart/2005/8/layout/vList2"/>
    <dgm:cxn modelId="{85708888-C4D0-4615-AFA2-5A4A45334499}" type="presParOf" srcId="{6F8625E8-4984-442D-A424-5A234B860D01}" destId="{74136130-946F-41F7-9BE0-6CB92417F1FC}" srcOrd="9" destOrd="0" presId="urn:microsoft.com/office/officeart/2005/8/layout/vList2"/>
    <dgm:cxn modelId="{04218860-1D45-4171-A6FB-6B2A5B805E45}" type="presParOf" srcId="{6F8625E8-4984-442D-A424-5A234B860D01}" destId="{8A2509AA-B793-45DB-B1D9-AF8F649A83A9}" srcOrd="10" destOrd="0" presId="urn:microsoft.com/office/officeart/2005/8/layout/vList2"/>
    <dgm:cxn modelId="{6489D91B-0DC7-4EFA-AEFC-C20AE6F1EA14}" type="presParOf" srcId="{6F8625E8-4984-442D-A424-5A234B860D01}" destId="{C8F62B24-4F10-4A9A-86D2-EA00035503DB}" srcOrd="11" destOrd="0" presId="urn:microsoft.com/office/officeart/2005/8/layout/vList2"/>
    <dgm:cxn modelId="{409CF371-98F5-442B-A634-497E785661AB}" type="presParOf" srcId="{6F8625E8-4984-442D-A424-5A234B860D01}" destId="{98063C84-7A2B-42CC-8E9C-8E424CD0F858}" srcOrd="12" destOrd="0" presId="urn:microsoft.com/office/officeart/2005/8/layout/vList2"/>
    <dgm:cxn modelId="{D977D403-9F44-46CC-883E-72AECADDA8DD}" type="presParOf" srcId="{6F8625E8-4984-442D-A424-5A234B860D01}" destId="{0495C865-4D91-4F85-9B1A-E22A2D9E297A}" srcOrd="13" destOrd="0" presId="urn:microsoft.com/office/officeart/2005/8/layout/vList2"/>
    <dgm:cxn modelId="{C51471BC-C26F-4556-A937-CDD7851308F9}" type="presParOf" srcId="{6F8625E8-4984-442D-A424-5A234B860D01}" destId="{9149C30E-4A8E-42DE-8EA3-94DD3C07B9B1}" srcOrd="14" destOrd="0" presId="urn:microsoft.com/office/officeart/2005/8/layout/vList2"/>
    <dgm:cxn modelId="{FF03D4F3-9C06-4648-A75A-D49EC8E9C4B6}" type="presParOf" srcId="{6F8625E8-4984-442D-A424-5A234B860D01}" destId="{BE41E741-66B1-407B-9857-E796B79B0983}" srcOrd="15" destOrd="0" presId="urn:microsoft.com/office/officeart/2005/8/layout/vList2"/>
    <dgm:cxn modelId="{90931122-2B04-4898-B770-4A00844DFBC9}" type="presParOf" srcId="{6F8625E8-4984-442D-A424-5A234B860D01}" destId="{B65F56D7-27F9-4D63-976C-A1800D131D9E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3BA0BE7-FF87-4BB8-8DB3-BB15C672751E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ru-BY"/>
        </a:p>
      </dgm:t>
    </dgm:pt>
    <dgm:pt modelId="{5ACFF065-4895-4C25-B5DE-39074B71F6B7}">
      <dgm:prSet phldrT="[Текст]"/>
      <dgm:spPr/>
      <dgm:t>
        <a:bodyPr/>
        <a:lstStyle/>
        <a:p>
          <a:r>
            <a:rPr lang="ru-RU" dirty="0"/>
            <a:t>Непрерывная обоснованность бизнес-цели</a:t>
          </a:r>
          <a:endParaRPr lang="ru-BY" dirty="0"/>
        </a:p>
      </dgm:t>
    </dgm:pt>
    <dgm:pt modelId="{881150AB-A6A3-4831-A11B-8D91E66D2D6F}" type="parTrans" cxnId="{02EDF71C-98B1-4817-B197-93648EE56DFD}">
      <dgm:prSet/>
      <dgm:spPr/>
      <dgm:t>
        <a:bodyPr/>
        <a:lstStyle/>
        <a:p>
          <a:endParaRPr lang="ru-BY"/>
        </a:p>
      </dgm:t>
    </dgm:pt>
    <dgm:pt modelId="{7E2A8492-3B41-412B-ABF1-72AAF90DF579}" type="sibTrans" cxnId="{02EDF71C-98B1-4817-B197-93648EE56DFD}">
      <dgm:prSet/>
      <dgm:spPr/>
      <dgm:t>
        <a:bodyPr/>
        <a:lstStyle/>
        <a:p>
          <a:endParaRPr lang="ru-BY"/>
        </a:p>
      </dgm:t>
    </dgm:pt>
    <dgm:pt modelId="{8D3F9CBF-08A6-4962-BF98-91E87435A4D4}">
      <dgm:prSet phldrT="[Текст]"/>
      <dgm:spPr/>
      <dgm:t>
        <a:bodyPr/>
        <a:lstStyle/>
        <a:p>
          <a:r>
            <a:rPr lang="ru-RU" dirty="0"/>
            <a:t>Роли и ответственности</a:t>
          </a:r>
          <a:endParaRPr lang="ru-BY" dirty="0"/>
        </a:p>
      </dgm:t>
    </dgm:pt>
    <dgm:pt modelId="{B6F029F4-C400-4FB5-B2D7-B42B76FD5FFC}" type="parTrans" cxnId="{13001CD0-C8EE-4EE8-AC2C-A8379310903B}">
      <dgm:prSet/>
      <dgm:spPr/>
      <dgm:t>
        <a:bodyPr/>
        <a:lstStyle/>
        <a:p>
          <a:endParaRPr lang="ru-BY"/>
        </a:p>
      </dgm:t>
    </dgm:pt>
    <dgm:pt modelId="{8A8F033E-EA84-471C-AB7D-A8664AB32462}" type="sibTrans" cxnId="{13001CD0-C8EE-4EE8-AC2C-A8379310903B}">
      <dgm:prSet/>
      <dgm:spPr/>
      <dgm:t>
        <a:bodyPr/>
        <a:lstStyle/>
        <a:p>
          <a:endParaRPr lang="ru-BY"/>
        </a:p>
      </dgm:t>
    </dgm:pt>
    <dgm:pt modelId="{5B004237-09A6-4B60-BB61-9C83517BAB94}">
      <dgm:prSet phldrT="[Текст]"/>
      <dgm:spPr/>
      <dgm:t>
        <a:bodyPr/>
        <a:lstStyle/>
        <a:p>
          <a:r>
            <a:rPr lang="ru-RU" dirty="0"/>
            <a:t>Управление по стадиям</a:t>
          </a:r>
          <a:endParaRPr lang="ru-BY" dirty="0"/>
        </a:p>
      </dgm:t>
    </dgm:pt>
    <dgm:pt modelId="{BFD9FEC1-D115-4098-8DF4-6763DFC7C9A7}" type="parTrans" cxnId="{CC409F56-BA6A-4D01-A6F8-A2A55F73A938}">
      <dgm:prSet/>
      <dgm:spPr/>
      <dgm:t>
        <a:bodyPr/>
        <a:lstStyle/>
        <a:p>
          <a:endParaRPr lang="ru-BY"/>
        </a:p>
      </dgm:t>
    </dgm:pt>
    <dgm:pt modelId="{706A60ED-235B-40E2-AFB7-C0C744EC4F1E}" type="sibTrans" cxnId="{CC409F56-BA6A-4D01-A6F8-A2A55F73A938}">
      <dgm:prSet/>
      <dgm:spPr/>
      <dgm:t>
        <a:bodyPr/>
        <a:lstStyle/>
        <a:p>
          <a:endParaRPr lang="ru-BY"/>
        </a:p>
      </dgm:t>
    </dgm:pt>
    <dgm:pt modelId="{29B6C972-A5CD-4B16-89E2-1D10964FDEDC}">
      <dgm:prSet phldrT="[Текст]"/>
      <dgm:spPr/>
      <dgm:t>
        <a:bodyPr/>
        <a:lstStyle/>
        <a:p>
          <a:r>
            <a:rPr lang="ru-RU" dirty="0"/>
            <a:t>Управление по исключениям</a:t>
          </a:r>
          <a:endParaRPr lang="ru-BY" dirty="0"/>
        </a:p>
      </dgm:t>
    </dgm:pt>
    <dgm:pt modelId="{CAEE4726-5D98-4CCC-952A-618415189F34}" type="parTrans" cxnId="{D43A9A23-0D74-4620-8005-A3BFE9740ADB}">
      <dgm:prSet/>
      <dgm:spPr/>
      <dgm:t>
        <a:bodyPr/>
        <a:lstStyle/>
        <a:p>
          <a:endParaRPr lang="ru-BY"/>
        </a:p>
      </dgm:t>
    </dgm:pt>
    <dgm:pt modelId="{3526912E-7867-42BE-8CEB-7E628FF1ED2C}" type="sibTrans" cxnId="{D43A9A23-0D74-4620-8005-A3BFE9740ADB}">
      <dgm:prSet/>
      <dgm:spPr/>
      <dgm:t>
        <a:bodyPr/>
        <a:lstStyle/>
        <a:p>
          <a:endParaRPr lang="ru-BY"/>
        </a:p>
      </dgm:t>
    </dgm:pt>
    <dgm:pt modelId="{9AB0BC58-567B-4FCC-A40C-F092FB157133}">
      <dgm:prSet phldrT="[Текст]"/>
      <dgm:spPr/>
      <dgm:t>
        <a:bodyPr/>
        <a:lstStyle/>
        <a:p>
          <a:r>
            <a:rPr lang="ru-RU" dirty="0"/>
            <a:t>Фокус на продуктах</a:t>
          </a:r>
          <a:endParaRPr lang="ru-BY" dirty="0"/>
        </a:p>
      </dgm:t>
    </dgm:pt>
    <dgm:pt modelId="{D665606D-9BD3-41FA-AD47-7000227BA89E}" type="parTrans" cxnId="{9614067E-28EA-438E-B503-5831DB3CA9D5}">
      <dgm:prSet/>
      <dgm:spPr/>
      <dgm:t>
        <a:bodyPr/>
        <a:lstStyle/>
        <a:p>
          <a:endParaRPr lang="ru-BY"/>
        </a:p>
      </dgm:t>
    </dgm:pt>
    <dgm:pt modelId="{002158DE-5DE6-4B7C-B7B7-237BE7F1307A}" type="sibTrans" cxnId="{9614067E-28EA-438E-B503-5831DB3CA9D5}">
      <dgm:prSet/>
      <dgm:spPr/>
      <dgm:t>
        <a:bodyPr/>
        <a:lstStyle/>
        <a:p>
          <a:endParaRPr lang="ru-BY"/>
        </a:p>
      </dgm:t>
    </dgm:pt>
    <dgm:pt modelId="{A23A8995-5B5B-4C6E-97E8-AE7F130C7333}">
      <dgm:prSet phldrT="[Текст]"/>
      <dgm:spPr/>
      <dgm:t>
        <a:bodyPr/>
        <a:lstStyle/>
        <a:p>
          <a:r>
            <a:rPr lang="ru-RU" dirty="0"/>
            <a:t>Принцип «адаптировать к контексту»</a:t>
          </a:r>
          <a:endParaRPr lang="ru-BY" dirty="0"/>
        </a:p>
      </dgm:t>
    </dgm:pt>
    <dgm:pt modelId="{5B206ACC-06C6-4698-92BE-3627D914BDB5}" type="parTrans" cxnId="{BEED5071-0A84-42A0-AFAE-75E447899D9B}">
      <dgm:prSet/>
      <dgm:spPr/>
      <dgm:t>
        <a:bodyPr/>
        <a:lstStyle/>
        <a:p>
          <a:endParaRPr lang="ru-BY"/>
        </a:p>
      </dgm:t>
    </dgm:pt>
    <dgm:pt modelId="{69D6F750-2183-431B-B262-C4BDF64D14DA}" type="sibTrans" cxnId="{BEED5071-0A84-42A0-AFAE-75E447899D9B}">
      <dgm:prSet/>
      <dgm:spPr/>
      <dgm:t>
        <a:bodyPr/>
        <a:lstStyle/>
        <a:p>
          <a:endParaRPr lang="ru-BY"/>
        </a:p>
      </dgm:t>
    </dgm:pt>
    <dgm:pt modelId="{5082DA9E-1F41-400D-82E8-AD9A6CD27494}" type="pres">
      <dgm:prSet presAssocID="{33BA0BE7-FF87-4BB8-8DB3-BB15C672751E}" presName="linear" presStyleCnt="0">
        <dgm:presLayoutVars>
          <dgm:animLvl val="lvl"/>
          <dgm:resizeHandles val="exact"/>
        </dgm:presLayoutVars>
      </dgm:prSet>
      <dgm:spPr/>
    </dgm:pt>
    <dgm:pt modelId="{09B48197-7358-48E2-B2E4-4E604B8B96FF}" type="pres">
      <dgm:prSet presAssocID="{5ACFF065-4895-4C25-B5DE-39074B71F6B7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20356901-BC48-4259-A81A-3F7496A02F92}" type="pres">
      <dgm:prSet presAssocID="{7E2A8492-3B41-412B-ABF1-72AAF90DF579}" presName="spacer" presStyleCnt="0"/>
      <dgm:spPr/>
    </dgm:pt>
    <dgm:pt modelId="{1C01DE86-FE8D-4A0C-9C78-562E47EAB1C5}" type="pres">
      <dgm:prSet presAssocID="{8D3F9CBF-08A6-4962-BF98-91E87435A4D4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A93D5F28-5461-4096-8502-B3C24B8A1EEB}" type="pres">
      <dgm:prSet presAssocID="{8A8F033E-EA84-471C-AB7D-A8664AB32462}" presName="spacer" presStyleCnt="0"/>
      <dgm:spPr/>
    </dgm:pt>
    <dgm:pt modelId="{2D75584B-8F8A-4A46-A186-259BD7611704}" type="pres">
      <dgm:prSet presAssocID="{5B004237-09A6-4B60-BB61-9C83517BAB94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58099B37-6CD0-4A61-A6C3-15402B4ED59A}" type="pres">
      <dgm:prSet presAssocID="{706A60ED-235B-40E2-AFB7-C0C744EC4F1E}" presName="spacer" presStyleCnt="0"/>
      <dgm:spPr/>
    </dgm:pt>
    <dgm:pt modelId="{CDB8BA67-55E2-4016-B1AD-FAA1EF24FF53}" type="pres">
      <dgm:prSet presAssocID="{29B6C972-A5CD-4B16-89E2-1D10964FDEDC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EDAB4EB0-7238-4F12-BDF2-0CA759601395}" type="pres">
      <dgm:prSet presAssocID="{3526912E-7867-42BE-8CEB-7E628FF1ED2C}" presName="spacer" presStyleCnt="0"/>
      <dgm:spPr/>
    </dgm:pt>
    <dgm:pt modelId="{64CD0831-6DD1-4AC5-9C75-EAD2E33F4BB1}" type="pres">
      <dgm:prSet presAssocID="{9AB0BC58-567B-4FCC-A40C-F092FB157133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DDEEED61-08D9-4DA3-B6EF-15A87B089F73}" type="pres">
      <dgm:prSet presAssocID="{002158DE-5DE6-4B7C-B7B7-237BE7F1307A}" presName="spacer" presStyleCnt="0"/>
      <dgm:spPr/>
    </dgm:pt>
    <dgm:pt modelId="{DEA63034-1BCB-4DA3-9C45-FB4BCB4A5D2D}" type="pres">
      <dgm:prSet presAssocID="{A23A8995-5B5B-4C6E-97E8-AE7F130C7333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02EDF71C-98B1-4817-B197-93648EE56DFD}" srcId="{33BA0BE7-FF87-4BB8-8DB3-BB15C672751E}" destId="{5ACFF065-4895-4C25-B5DE-39074B71F6B7}" srcOrd="0" destOrd="0" parTransId="{881150AB-A6A3-4831-A11B-8D91E66D2D6F}" sibTransId="{7E2A8492-3B41-412B-ABF1-72AAF90DF579}"/>
    <dgm:cxn modelId="{D43A9A23-0D74-4620-8005-A3BFE9740ADB}" srcId="{33BA0BE7-FF87-4BB8-8DB3-BB15C672751E}" destId="{29B6C972-A5CD-4B16-89E2-1D10964FDEDC}" srcOrd="3" destOrd="0" parTransId="{CAEE4726-5D98-4CCC-952A-618415189F34}" sibTransId="{3526912E-7867-42BE-8CEB-7E628FF1ED2C}"/>
    <dgm:cxn modelId="{1D46AA30-BB7E-47FE-96BF-92ED85141573}" type="presOf" srcId="{33BA0BE7-FF87-4BB8-8DB3-BB15C672751E}" destId="{5082DA9E-1F41-400D-82E8-AD9A6CD27494}" srcOrd="0" destOrd="0" presId="urn:microsoft.com/office/officeart/2005/8/layout/vList2"/>
    <dgm:cxn modelId="{450BBA5C-F71D-473D-9E10-91B185A18E05}" type="presOf" srcId="{A23A8995-5B5B-4C6E-97E8-AE7F130C7333}" destId="{DEA63034-1BCB-4DA3-9C45-FB4BCB4A5D2D}" srcOrd="0" destOrd="0" presId="urn:microsoft.com/office/officeart/2005/8/layout/vList2"/>
    <dgm:cxn modelId="{BEED5071-0A84-42A0-AFAE-75E447899D9B}" srcId="{33BA0BE7-FF87-4BB8-8DB3-BB15C672751E}" destId="{A23A8995-5B5B-4C6E-97E8-AE7F130C7333}" srcOrd="5" destOrd="0" parTransId="{5B206ACC-06C6-4698-92BE-3627D914BDB5}" sibTransId="{69D6F750-2183-431B-B262-C4BDF64D14DA}"/>
    <dgm:cxn modelId="{CC409F56-BA6A-4D01-A6F8-A2A55F73A938}" srcId="{33BA0BE7-FF87-4BB8-8DB3-BB15C672751E}" destId="{5B004237-09A6-4B60-BB61-9C83517BAB94}" srcOrd="2" destOrd="0" parTransId="{BFD9FEC1-D115-4098-8DF4-6763DFC7C9A7}" sibTransId="{706A60ED-235B-40E2-AFB7-C0C744EC4F1E}"/>
    <dgm:cxn modelId="{9614067E-28EA-438E-B503-5831DB3CA9D5}" srcId="{33BA0BE7-FF87-4BB8-8DB3-BB15C672751E}" destId="{9AB0BC58-567B-4FCC-A40C-F092FB157133}" srcOrd="4" destOrd="0" parTransId="{D665606D-9BD3-41FA-AD47-7000227BA89E}" sibTransId="{002158DE-5DE6-4B7C-B7B7-237BE7F1307A}"/>
    <dgm:cxn modelId="{4B83AF85-EB34-4ABC-A453-D1798B2C4BB9}" type="presOf" srcId="{8D3F9CBF-08A6-4962-BF98-91E87435A4D4}" destId="{1C01DE86-FE8D-4A0C-9C78-562E47EAB1C5}" srcOrd="0" destOrd="0" presId="urn:microsoft.com/office/officeart/2005/8/layout/vList2"/>
    <dgm:cxn modelId="{101A269C-4310-4451-B053-E7B690F0FFC5}" type="presOf" srcId="{5ACFF065-4895-4C25-B5DE-39074B71F6B7}" destId="{09B48197-7358-48E2-B2E4-4E604B8B96FF}" srcOrd="0" destOrd="0" presId="urn:microsoft.com/office/officeart/2005/8/layout/vList2"/>
    <dgm:cxn modelId="{923A9C9C-5D8A-426D-B465-9CB4E372207E}" type="presOf" srcId="{9AB0BC58-567B-4FCC-A40C-F092FB157133}" destId="{64CD0831-6DD1-4AC5-9C75-EAD2E33F4BB1}" srcOrd="0" destOrd="0" presId="urn:microsoft.com/office/officeart/2005/8/layout/vList2"/>
    <dgm:cxn modelId="{13001CD0-C8EE-4EE8-AC2C-A8379310903B}" srcId="{33BA0BE7-FF87-4BB8-8DB3-BB15C672751E}" destId="{8D3F9CBF-08A6-4962-BF98-91E87435A4D4}" srcOrd="1" destOrd="0" parTransId="{B6F029F4-C400-4FB5-B2D7-B42B76FD5FFC}" sibTransId="{8A8F033E-EA84-471C-AB7D-A8664AB32462}"/>
    <dgm:cxn modelId="{08CC91DB-F41B-4624-BDDA-E1C9F8A6259E}" type="presOf" srcId="{29B6C972-A5CD-4B16-89E2-1D10964FDEDC}" destId="{CDB8BA67-55E2-4016-B1AD-FAA1EF24FF53}" srcOrd="0" destOrd="0" presId="urn:microsoft.com/office/officeart/2005/8/layout/vList2"/>
    <dgm:cxn modelId="{A4E884EA-2C91-4FC6-ABFE-99B37A625C8E}" type="presOf" srcId="{5B004237-09A6-4B60-BB61-9C83517BAB94}" destId="{2D75584B-8F8A-4A46-A186-259BD7611704}" srcOrd="0" destOrd="0" presId="urn:microsoft.com/office/officeart/2005/8/layout/vList2"/>
    <dgm:cxn modelId="{F14BEAFF-22D8-4E8F-B9D9-E2A9D8CC56FC}" type="presParOf" srcId="{5082DA9E-1F41-400D-82E8-AD9A6CD27494}" destId="{09B48197-7358-48E2-B2E4-4E604B8B96FF}" srcOrd="0" destOrd="0" presId="urn:microsoft.com/office/officeart/2005/8/layout/vList2"/>
    <dgm:cxn modelId="{AFFAD599-7EE7-4D2F-B2E7-7F2FED81BB15}" type="presParOf" srcId="{5082DA9E-1F41-400D-82E8-AD9A6CD27494}" destId="{20356901-BC48-4259-A81A-3F7496A02F92}" srcOrd="1" destOrd="0" presId="urn:microsoft.com/office/officeart/2005/8/layout/vList2"/>
    <dgm:cxn modelId="{419DF68B-40CC-4193-A702-8CB66070D798}" type="presParOf" srcId="{5082DA9E-1F41-400D-82E8-AD9A6CD27494}" destId="{1C01DE86-FE8D-4A0C-9C78-562E47EAB1C5}" srcOrd="2" destOrd="0" presId="urn:microsoft.com/office/officeart/2005/8/layout/vList2"/>
    <dgm:cxn modelId="{6C7EDF58-A6A4-426C-B8CF-9F0C296B24EE}" type="presParOf" srcId="{5082DA9E-1F41-400D-82E8-AD9A6CD27494}" destId="{A93D5F28-5461-4096-8502-B3C24B8A1EEB}" srcOrd="3" destOrd="0" presId="urn:microsoft.com/office/officeart/2005/8/layout/vList2"/>
    <dgm:cxn modelId="{DAEE05FE-8783-4E38-95C7-EF2A56A148D5}" type="presParOf" srcId="{5082DA9E-1F41-400D-82E8-AD9A6CD27494}" destId="{2D75584B-8F8A-4A46-A186-259BD7611704}" srcOrd="4" destOrd="0" presId="urn:microsoft.com/office/officeart/2005/8/layout/vList2"/>
    <dgm:cxn modelId="{C00C30F7-B6DB-4716-9558-9E0E49E2B71A}" type="presParOf" srcId="{5082DA9E-1F41-400D-82E8-AD9A6CD27494}" destId="{58099B37-6CD0-4A61-A6C3-15402B4ED59A}" srcOrd="5" destOrd="0" presId="urn:microsoft.com/office/officeart/2005/8/layout/vList2"/>
    <dgm:cxn modelId="{164E1DBF-A022-41C4-8AF6-3124966D9544}" type="presParOf" srcId="{5082DA9E-1F41-400D-82E8-AD9A6CD27494}" destId="{CDB8BA67-55E2-4016-B1AD-FAA1EF24FF53}" srcOrd="6" destOrd="0" presId="urn:microsoft.com/office/officeart/2005/8/layout/vList2"/>
    <dgm:cxn modelId="{36379BCD-8E27-4A7D-BB3A-C5877A530BF2}" type="presParOf" srcId="{5082DA9E-1F41-400D-82E8-AD9A6CD27494}" destId="{EDAB4EB0-7238-4F12-BDF2-0CA759601395}" srcOrd="7" destOrd="0" presId="urn:microsoft.com/office/officeart/2005/8/layout/vList2"/>
    <dgm:cxn modelId="{70497A97-9507-40AF-97AB-0176076A004A}" type="presParOf" srcId="{5082DA9E-1F41-400D-82E8-AD9A6CD27494}" destId="{64CD0831-6DD1-4AC5-9C75-EAD2E33F4BB1}" srcOrd="8" destOrd="0" presId="urn:microsoft.com/office/officeart/2005/8/layout/vList2"/>
    <dgm:cxn modelId="{E9EF2777-54F5-4103-AF94-2C3C33778F73}" type="presParOf" srcId="{5082DA9E-1F41-400D-82E8-AD9A6CD27494}" destId="{DDEEED61-08D9-4DA3-B6EF-15A87B089F73}" srcOrd="9" destOrd="0" presId="urn:microsoft.com/office/officeart/2005/8/layout/vList2"/>
    <dgm:cxn modelId="{90183FB0-666D-4E7A-8A26-D346E21E9469}" type="presParOf" srcId="{5082DA9E-1F41-400D-82E8-AD9A6CD27494}" destId="{DEA63034-1BCB-4DA3-9C45-FB4BCB4A5D2D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15B5629E-C6C0-4A14-A3B2-2F718E4B2B3A}" type="doc">
      <dgm:prSet loTypeId="urn:microsoft.com/office/officeart/2005/8/layout/default" loCatId="list" qsTypeId="urn:microsoft.com/office/officeart/2005/8/quickstyle/simple1" qsCatId="simple" csTypeId="urn:microsoft.com/office/officeart/2005/8/colors/accent4_4" csCatId="accent4" phldr="1"/>
      <dgm:spPr/>
      <dgm:t>
        <a:bodyPr/>
        <a:lstStyle/>
        <a:p>
          <a:endParaRPr lang="ru-BY"/>
        </a:p>
      </dgm:t>
    </dgm:pt>
    <dgm:pt modelId="{D155D148-E312-405A-8899-E2994B20A793}">
      <dgm:prSet phldrT="[Текст]"/>
      <dgm:spPr/>
      <dgm:t>
        <a:bodyPr/>
        <a:lstStyle/>
        <a:p>
          <a:r>
            <a:rPr lang="ru-RU" dirty="0"/>
            <a:t>Запуск</a:t>
          </a:r>
          <a:endParaRPr lang="ru-BY" dirty="0"/>
        </a:p>
      </dgm:t>
    </dgm:pt>
    <dgm:pt modelId="{1FEBD78F-528B-4CC4-968F-F40A8732F626}" type="parTrans" cxnId="{D013A1C1-3867-4508-B174-CC1F558CB7D6}">
      <dgm:prSet/>
      <dgm:spPr/>
      <dgm:t>
        <a:bodyPr/>
        <a:lstStyle/>
        <a:p>
          <a:endParaRPr lang="ru-BY"/>
        </a:p>
      </dgm:t>
    </dgm:pt>
    <dgm:pt modelId="{840F045C-3994-4F82-B7E5-870D3529834B}" type="sibTrans" cxnId="{D013A1C1-3867-4508-B174-CC1F558CB7D6}">
      <dgm:prSet/>
      <dgm:spPr/>
      <dgm:t>
        <a:bodyPr/>
        <a:lstStyle/>
        <a:p>
          <a:endParaRPr lang="ru-BY"/>
        </a:p>
      </dgm:t>
    </dgm:pt>
    <dgm:pt modelId="{6E1AA027-1000-4C2A-9E75-3FED56161078}">
      <dgm:prSet phldrT="[Текст]"/>
      <dgm:spPr/>
      <dgm:t>
        <a:bodyPr/>
        <a:lstStyle/>
        <a:p>
          <a:r>
            <a:rPr lang="ru-RU" dirty="0"/>
            <a:t>Направление </a:t>
          </a:r>
          <a:endParaRPr lang="ru-BY" dirty="0"/>
        </a:p>
      </dgm:t>
    </dgm:pt>
    <dgm:pt modelId="{C6F44DCF-FE56-45EB-88A6-FAA35AC6A4FB}" type="parTrans" cxnId="{D1F6ACDF-B02B-4D8C-AD3A-240850CD8EE7}">
      <dgm:prSet/>
      <dgm:spPr/>
      <dgm:t>
        <a:bodyPr/>
        <a:lstStyle/>
        <a:p>
          <a:endParaRPr lang="ru-BY"/>
        </a:p>
      </dgm:t>
    </dgm:pt>
    <dgm:pt modelId="{5FFB4556-02E8-4CCC-BD31-02CD4322A455}" type="sibTrans" cxnId="{D1F6ACDF-B02B-4D8C-AD3A-240850CD8EE7}">
      <dgm:prSet/>
      <dgm:spPr/>
      <dgm:t>
        <a:bodyPr/>
        <a:lstStyle/>
        <a:p>
          <a:endParaRPr lang="ru-BY"/>
        </a:p>
      </dgm:t>
    </dgm:pt>
    <dgm:pt modelId="{9DAAA6B0-6B56-430A-AB5E-DCA6E2E43E30}">
      <dgm:prSet phldrT="[Текст]"/>
      <dgm:spPr/>
      <dgm:t>
        <a:bodyPr/>
        <a:lstStyle/>
        <a:p>
          <a:r>
            <a:rPr lang="ru-RU" dirty="0"/>
            <a:t>Управление этапом</a:t>
          </a:r>
          <a:endParaRPr lang="ru-BY" dirty="0"/>
        </a:p>
      </dgm:t>
    </dgm:pt>
    <dgm:pt modelId="{16D6AC18-11D6-4A0B-AD00-3FAD165509DE}" type="parTrans" cxnId="{EAD74FF9-06B8-4968-A660-BB45B20A6B3C}">
      <dgm:prSet/>
      <dgm:spPr/>
      <dgm:t>
        <a:bodyPr/>
        <a:lstStyle/>
        <a:p>
          <a:endParaRPr lang="ru-BY"/>
        </a:p>
      </dgm:t>
    </dgm:pt>
    <dgm:pt modelId="{2F282425-D1FB-4904-BB08-2EE162DC0ECD}" type="sibTrans" cxnId="{EAD74FF9-06B8-4968-A660-BB45B20A6B3C}">
      <dgm:prSet/>
      <dgm:spPr/>
      <dgm:t>
        <a:bodyPr/>
        <a:lstStyle/>
        <a:p>
          <a:endParaRPr lang="ru-BY"/>
        </a:p>
      </dgm:t>
    </dgm:pt>
    <dgm:pt modelId="{FB8DDEE4-EC65-4F6E-AE17-1A73A50DAFE5}">
      <dgm:prSet phldrT="[Текст]"/>
      <dgm:spPr/>
      <dgm:t>
        <a:bodyPr/>
        <a:lstStyle/>
        <a:p>
          <a:r>
            <a:rPr lang="ru-RU" dirty="0"/>
            <a:t>Управление поставками</a:t>
          </a:r>
          <a:endParaRPr lang="ru-BY" dirty="0"/>
        </a:p>
      </dgm:t>
    </dgm:pt>
    <dgm:pt modelId="{D427472B-084F-4A0D-A2B6-2FEBFF1F08A5}" type="parTrans" cxnId="{13A77526-ABC8-4BAE-ABFB-8A2B8299865E}">
      <dgm:prSet/>
      <dgm:spPr/>
      <dgm:t>
        <a:bodyPr/>
        <a:lstStyle/>
        <a:p>
          <a:endParaRPr lang="ru-BY"/>
        </a:p>
      </dgm:t>
    </dgm:pt>
    <dgm:pt modelId="{E678452F-4D78-4F42-9892-DB769B804E1E}" type="sibTrans" cxnId="{13A77526-ABC8-4BAE-ABFB-8A2B8299865E}">
      <dgm:prSet/>
      <dgm:spPr/>
      <dgm:t>
        <a:bodyPr/>
        <a:lstStyle/>
        <a:p>
          <a:endParaRPr lang="ru-BY"/>
        </a:p>
      </dgm:t>
    </dgm:pt>
    <dgm:pt modelId="{DBA775CA-1951-4E28-B664-5521D1E3B0AD}">
      <dgm:prSet phldrT="[Текст]"/>
      <dgm:spPr/>
      <dgm:t>
        <a:bodyPr/>
        <a:lstStyle/>
        <a:p>
          <a:r>
            <a:rPr lang="ru-RU" dirty="0"/>
            <a:t>Управление этапами</a:t>
          </a:r>
          <a:endParaRPr lang="ru-BY" dirty="0"/>
        </a:p>
      </dgm:t>
    </dgm:pt>
    <dgm:pt modelId="{B9ACA8CC-C9A2-41F6-8947-E736BD873470}" type="parTrans" cxnId="{33947720-159C-4701-B21E-98E27C4EF463}">
      <dgm:prSet/>
      <dgm:spPr/>
      <dgm:t>
        <a:bodyPr/>
        <a:lstStyle/>
        <a:p>
          <a:endParaRPr lang="ru-BY"/>
        </a:p>
      </dgm:t>
    </dgm:pt>
    <dgm:pt modelId="{E023C8B3-001E-4E23-9BE9-58F6BA87620E}" type="sibTrans" cxnId="{33947720-159C-4701-B21E-98E27C4EF463}">
      <dgm:prSet/>
      <dgm:spPr/>
      <dgm:t>
        <a:bodyPr/>
        <a:lstStyle/>
        <a:p>
          <a:endParaRPr lang="ru-BY"/>
        </a:p>
      </dgm:t>
    </dgm:pt>
    <dgm:pt modelId="{AFEF2417-7735-4809-95DA-5797E1343DAE}">
      <dgm:prSet phldrT="[Текст]"/>
      <dgm:spPr/>
      <dgm:t>
        <a:bodyPr/>
        <a:lstStyle/>
        <a:p>
          <a:r>
            <a:rPr lang="ru-RU" dirty="0"/>
            <a:t>Инициирование </a:t>
          </a:r>
          <a:endParaRPr lang="ru-BY" dirty="0"/>
        </a:p>
      </dgm:t>
    </dgm:pt>
    <dgm:pt modelId="{ECFCCE0D-335D-4FBD-BE79-AEEDCFFBBAEA}" type="parTrans" cxnId="{1C44D5F9-D04C-4A87-B2E0-7812E6EABCC5}">
      <dgm:prSet/>
      <dgm:spPr/>
      <dgm:t>
        <a:bodyPr/>
        <a:lstStyle/>
        <a:p>
          <a:endParaRPr lang="ru-BY"/>
        </a:p>
      </dgm:t>
    </dgm:pt>
    <dgm:pt modelId="{BE8BBCA6-2701-497D-9C84-3B15EF8421AE}" type="sibTrans" cxnId="{1C44D5F9-D04C-4A87-B2E0-7812E6EABCC5}">
      <dgm:prSet/>
      <dgm:spPr/>
      <dgm:t>
        <a:bodyPr/>
        <a:lstStyle/>
        <a:p>
          <a:endParaRPr lang="ru-BY"/>
        </a:p>
      </dgm:t>
    </dgm:pt>
    <dgm:pt modelId="{EFAC3496-91E3-4040-830C-625D299B4689}">
      <dgm:prSet phldrT="[Текст]"/>
      <dgm:spPr/>
      <dgm:t>
        <a:bodyPr/>
        <a:lstStyle/>
        <a:p>
          <a:r>
            <a:rPr lang="ru-RU" dirty="0"/>
            <a:t>Завершение проекта</a:t>
          </a:r>
          <a:endParaRPr lang="ru-BY" dirty="0"/>
        </a:p>
      </dgm:t>
    </dgm:pt>
    <dgm:pt modelId="{5F702F4D-4AA7-4140-B6E1-354225B62872}" type="parTrans" cxnId="{92884C91-A9AE-4F51-AD56-578CE65179F7}">
      <dgm:prSet/>
      <dgm:spPr/>
      <dgm:t>
        <a:bodyPr/>
        <a:lstStyle/>
        <a:p>
          <a:endParaRPr lang="ru-BY"/>
        </a:p>
      </dgm:t>
    </dgm:pt>
    <dgm:pt modelId="{B00C721E-A915-4F2F-8BD9-B2C6613E136D}" type="sibTrans" cxnId="{92884C91-A9AE-4F51-AD56-578CE65179F7}">
      <dgm:prSet/>
      <dgm:spPr/>
      <dgm:t>
        <a:bodyPr/>
        <a:lstStyle/>
        <a:p>
          <a:endParaRPr lang="ru-BY"/>
        </a:p>
      </dgm:t>
    </dgm:pt>
    <dgm:pt modelId="{97B9A22D-40E5-4D85-AB17-29C62FC8E078}" type="pres">
      <dgm:prSet presAssocID="{15B5629E-C6C0-4A14-A3B2-2F718E4B2B3A}" presName="diagram" presStyleCnt="0">
        <dgm:presLayoutVars>
          <dgm:dir/>
          <dgm:resizeHandles val="exact"/>
        </dgm:presLayoutVars>
      </dgm:prSet>
      <dgm:spPr/>
    </dgm:pt>
    <dgm:pt modelId="{5E552653-3670-4431-A757-27572C0DD013}" type="pres">
      <dgm:prSet presAssocID="{D155D148-E312-405A-8899-E2994B20A793}" presName="node" presStyleLbl="node1" presStyleIdx="0" presStyleCnt="7">
        <dgm:presLayoutVars>
          <dgm:bulletEnabled val="1"/>
        </dgm:presLayoutVars>
      </dgm:prSet>
      <dgm:spPr/>
    </dgm:pt>
    <dgm:pt modelId="{4711821C-8FE7-4BC0-9F14-518CFA2441B9}" type="pres">
      <dgm:prSet presAssocID="{840F045C-3994-4F82-B7E5-870D3529834B}" presName="sibTrans" presStyleCnt="0"/>
      <dgm:spPr/>
    </dgm:pt>
    <dgm:pt modelId="{C8A5AFDF-AD6C-47E6-AADF-637C212DAD5C}" type="pres">
      <dgm:prSet presAssocID="{6E1AA027-1000-4C2A-9E75-3FED56161078}" presName="node" presStyleLbl="node1" presStyleIdx="1" presStyleCnt="7">
        <dgm:presLayoutVars>
          <dgm:bulletEnabled val="1"/>
        </dgm:presLayoutVars>
      </dgm:prSet>
      <dgm:spPr/>
    </dgm:pt>
    <dgm:pt modelId="{3FF97261-6F9F-4A8F-B5B5-ADA57DEDB133}" type="pres">
      <dgm:prSet presAssocID="{5FFB4556-02E8-4CCC-BD31-02CD4322A455}" presName="sibTrans" presStyleCnt="0"/>
      <dgm:spPr/>
    </dgm:pt>
    <dgm:pt modelId="{B30890E6-5DB6-407D-821C-A8551FBDA610}" type="pres">
      <dgm:prSet presAssocID="{AFEF2417-7735-4809-95DA-5797E1343DAE}" presName="node" presStyleLbl="node1" presStyleIdx="2" presStyleCnt="7">
        <dgm:presLayoutVars>
          <dgm:bulletEnabled val="1"/>
        </dgm:presLayoutVars>
      </dgm:prSet>
      <dgm:spPr/>
    </dgm:pt>
    <dgm:pt modelId="{D9CEF562-F35B-4B52-B9B1-F08924721447}" type="pres">
      <dgm:prSet presAssocID="{BE8BBCA6-2701-497D-9C84-3B15EF8421AE}" presName="sibTrans" presStyleCnt="0"/>
      <dgm:spPr/>
    </dgm:pt>
    <dgm:pt modelId="{4BD2E075-8B12-4FFD-9E41-B917F1380DA5}" type="pres">
      <dgm:prSet presAssocID="{9DAAA6B0-6B56-430A-AB5E-DCA6E2E43E30}" presName="node" presStyleLbl="node1" presStyleIdx="3" presStyleCnt="7">
        <dgm:presLayoutVars>
          <dgm:bulletEnabled val="1"/>
        </dgm:presLayoutVars>
      </dgm:prSet>
      <dgm:spPr/>
    </dgm:pt>
    <dgm:pt modelId="{156CEC32-09C1-46A6-BC80-AA8D24803996}" type="pres">
      <dgm:prSet presAssocID="{2F282425-D1FB-4904-BB08-2EE162DC0ECD}" presName="sibTrans" presStyleCnt="0"/>
      <dgm:spPr/>
    </dgm:pt>
    <dgm:pt modelId="{1DADCE55-2CCE-4DA3-9EAD-1C365088AE76}" type="pres">
      <dgm:prSet presAssocID="{FB8DDEE4-EC65-4F6E-AE17-1A73A50DAFE5}" presName="node" presStyleLbl="node1" presStyleIdx="4" presStyleCnt="7">
        <dgm:presLayoutVars>
          <dgm:bulletEnabled val="1"/>
        </dgm:presLayoutVars>
      </dgm:prSet>
      <dgm:spPr/>
    </dgm:pt>
    <dgm:pt modelId="{2E5F6597-6DB4-4560-B932-6565C453F846}" type="pres">
      <dgm:prSet presAssocID="{E678452F-4D78-4F42-9892-DB769B804E1E}" presName="sibTrans" presStyleCnt="0"/>
      <dgm:spPr/>
    </dgm:pt>
    <dgm:pt modelId="{51F45FF3-3671-4727-9654-1B99D88FF21B}" type="pres">
      <dgm:prSet presAssocID="{DBA775CA-1951-4E28-B664-5521D1E3B0AD}" presName="node" presStyleLbl="node1" presStyleIdx="5" presStyleCnt="7">
        <dgm:presLayoutVars>
          <dgm:bulletEnabled val="1"/>
        </dgm:presLayoutVars>
      </dgm:prSet>
      <dgm:spPr/>
    </dgm:pt>
    <dgm:pt modelId="{0D92D33A-703C-4974-A033-F79F53186C25}" type="pres">
      <dgm:prSet presAssocID="{E023C8B3-001E-4E23-9BE9-58F6BA87620E}" presName="sibTrans" presStyleCnt="0"/>
      <dgm:spPr/>
    </dgm:pt>
    <dgm:pt modelId="{8728C35E-2C12-49C6-A705-12146F704247}" type="pres">
      <dgm:prSet presAssocID="{EFAC3496-91E3-4040-830C-625D299B4689}" presName="node" presStyleLbl="node1" presStyleIdx="6" presStyleCnt="7">
        <dgm:presLayoutVars>
          <dgm:bulletEnabled val="1"/>
        </dgm:presLayoutVars>
      </dgm:prSet>
      <dgm:spPr/>
    </dgm:pt>
  </dgm:ptLst>
  <dgm:cxnLst>
    <dgm:cxn modelId="{879EFC0D-E2BC-44FA-AABF-4402AB89E0BC}" type="presOf" srcId="{DBA775CA-1951-4E28-B664-5521D1E3B0AD}" destId="{51F45FF3-3671-4727-9654-1B99D88FF21B}" srcOrd="0" destOrd="0" presId="urn:microsoft.com/office/officeart/2005/8/layout/default"/>
    <dgm:cxn modelId="{33947720-159C-4701-B21E-98E27C4EF463}" srcId="{15B5629E-C6C0-4A14-A3B2-2F718E4B2B3A}" destId="{DBA775CA-1951-4E28-B664-5521D1E3B0AD}" srcOrd="5" destOrd="0" parTransId="{B9ACA8CC-C9A2-41F6-8947-E736BD873470}" sibTransId="{E023C8B3-001E-4E23-9BE9-58F6BA87620E}"/>
    <dgm:cxn modelId="{13A77526-ABC8-4BAE-ABFB-8A2B8299865E}" srcId="{15B5629E-C6C0-4A14-A3B2-2F718E4B2B3A}" destId="{FB8DDEE4-EC65-4F6E-AE17-1A73A50DAFE5}" srcOrd="4" destOrd="0" parTransId="{D427472B-084F-4A0D-A2B6-2FEBFF1F08A5}" sibTransId="{E678452F-4D78-4F42-9892-DB769B804E1E}"/>
    <dgm:cxn modelId="{FDCCE62A-9A10-4622-A24C-F8F7A13358E2}" type="presOf" srcId="{15B5629E-C6C0-4A14-A3B2-2F718E4B2B3A}" destId="{97B9A22D-40E5-4D85-AB17-29C62FC8E078}" srcOrd="0" destOrd="0" presId="urn:microsoft.com/office/officeart/2005/8/layout/default"/>
    <dgm:cxn modelId="{67A1AD2C-F81D-422C-9C8F-EA533B7A64DE}" type="presOf" srcId="{AFEF2417-7735-4809-95DA-5797E1343DAE}" destId="{B30890E6-5DB6-407D-821C-A8551FBDA610}" srcOrd="0" destOrd="0" presId="urn:microsoft.com/office/officeart/2005/8/layout/default"/>
    <dgm:cxn modelId="{149B5D86-6027-4C6F-919F-D17CB146DFC2}" type="presOf" srcId="{9DAAA6B0-6B56-430A-AB5E-DCA6E2E43E30}" destId="{4BD2E075-8B12-4FFD-9E41-B917F1380DA5}" srcOrd="0" destOrd="0" presId="urn:microsoft.com/office/officeart/2005/8/layout/default"/>
    <dgm:cxn modelId="{0FB26386-D579-49BD-B967-5AD3F1977B38}" type="presOf" srcId="{D155D148-E312-405A-8899-E2994B20A793}" destId="{5E552653-3670-4431-A757-27572C0DD013}" srcOrd="0" destOrd="0" presId="urn:microsoft.com/office/officeart/2005/8/layout/default"/>
    <dgm:cxn modelId="{92884C91-A9AE-4F51-AD56-578CE65179F7}" srcId="{15B5629E-C6C0-4A14-A3B2-2F718E4B2B3A}" destId="{EFAC3496-91E3-4040-830C-625D299B4689}" srcOrd="6" destOrd="0" parTransId="{5F702F4D-4AA7-4140-B6E1-354225B62872}" sibTransId="{B00C721E-A915-4F2F-8BD9-B2C6613E136D}"/>
    <dgm:cxn modelId="{1C3C119B-DB9C-4943-9665-22C05B131BC6}" type="presOf" srcId="{EFAC3496-91E3-4040-830C-625D299B4689}" destId="{8728C35E-2C12-49C6-A705-12146F704247}" srcOrd="0" destOrd="0" presId="urn:microsoft.com/office/officeart/2005/8/layout/default"/>
    <dgm:cxn modelId="{D013A1C1-3867-4508-B174-CC1F558CB7D6}" srcId="{15B5629E-C6C0-4A14-A3B2-2F718E4B2B3A}" destId="{D155D148-E312-405A-8899-E2994B20A793}" srcOrd="0" destOrd="0" parTransId="{1FEBD78F-528B-4CC4-968F-F40A8732F626}" sibTransId="{840F045C-3994-4F82-B7E5-870D3529834B}"/>
    <dgm:cxn modelId="{6673B3CF-3D53-456C-8F30-5889E3F72BA8}" type="presOf" srcId="{6E1AA027-1000-4C2A-9E75-3FED56161078}" destId="{C8A5AFDF-AD6C-47E6-AADF-637C212DAD5C}" srcOrd="0" destOrd="0" presId="urn:microsoft.com/office/officeart/2005/8/layout/default"/>
    <dgm:cxn modelId="{D1F6ACDF-B02B-4D8C-AD3A-240850CD8EE7}" srcId="{15B5629E-C6C0-4A14-A3B2-2F718E4B2B3A}" destId="{6E1AA027-1000-4C2A-9E75-3FED56161078}" srcOrd="1" destOrd="0" parTransId="{C6F44DCF-FE56-45EB-88A6-FAA35AC6A4FB}" sibTransId="{5FFB4556-02E8-4CCC-BD31-02CD4322A455}"/>
    <dgm:cxn modelId="{EAD74FF9-06B8-4968-A660-BB45B20A6B3C}" srcId="{15B5629E-C6C0-4A14-A3B2-2F718E4B2B3A}" destId="{9DAAA6B0-6B56-430A-AB5E-DCA6E2E43E30}" srcOrd="3" destOrd="0" parTransId="{16D6AC18-11D6-4A0B-AD00-3FAD165509DE}" sibTransId="{2F282425-D1FB-4904-BB08-2EE162DC0ECD}"/>
    <dgm:cxn modelId="{1C44D5F9-D04C-4A87-B2E0-7812E6EABCC5}" srcId="{15B5629E-C6C0-4A14-A3B2-2F718E4B2B3A}" destId="{AFEF2417-7735-4809-95DA-5797E1343DAE}" srcOrd="2" destOrd="0" parTransId="{ECFCCE0D-335D-4FBD-BE79-AEEDCFFBBAEA}" sibTransId="{BE8BBCA6-2701-497D-9C84-3B15EF8421AE}"/>
    <dgm:cxn modelId="{8523BBFA-8A93-45E8-9E4E-51A5FD6CA6C3}" type="presOf" srcId="{FB8DDEE4-EC65-4F6E-AE17-1A73A50DAFE5}" destId="{1DADCE55-2CCE-4DA3-9EAD-1C365088AE76}" srcOrd="0" destOrd="0" presId="urn:microsoft.com/office/officeart/2005/8/layout/default"/>
    <dgm:cxn modelId="{46F50568-B41D-40C6-90BD-D97B5F0F7B0A}" type="presParOf" srcId="{97B9A22D-40E5-4D85-AB17-29C62FC8E078}" destId="{5E552653-3670-4431-A757-27572C0DD013}" srcOrd="0" destOrd="0" presId="urn:microsoft.com/office/officeart/2005/8/layout/default"/>
    <dgm:cxn modelId="{BC8F2A9F-DC1E-4401-840C-70832502C94C}" type="presParOf" srcId="{97B9A22D-40E5-4D85-AB17-29C62FC8E078}" destId="{4711821C-8FE7-4BC0-9F14-518CFA2441B9}" srcOrd="1" destOrd="0" presId="urn:microsoft.com/office/officeart/2005/8/layout/default"/>
    <dgm:cxn modelId="{A51D1E84-0B9F-4378-ABA3-801368AEF275}" type="presParOf" srcId="{97B9A22D-40E5-4D85-AB17-29C62FC8E078}" destId="{C8A5AFDF-AD6C-47E6-AADF-637C212DAD5C}" srcOrd="2" destOrd="0" presId="urn:microsoft.com/office/officeart/2005/8/layout/default"/>
    <dgm:cxn modelId="{A89EBF6D-7A8D-4252-89A6-7A95D5E7C3F0}" type="presParOf" srcId="{97B9A22D-40E5-4D85-AB17-29C62FC8E078}" destId="{3FF97261-6F9F-4A8F-B5B5-ADA57DEDB133}" srcOrd="3" destOrd="0" presId="urn:microsoft.com/office/officeart/2005/8/layout/default"/>
    <dgm:cxn modelId="{07F340E7-61BE-43AF-AE20-6A4CD9D24F35}" type="presParOf" srcId="{97B9A22D-40E5-4D85-AB17-29C62FC8E078}" destId="{B30890E6-5DB6-407D-821C-A8551FBDA610}" srcOrd="4" destOrd="0" presId="urn:microsoft.com/office/officeart/2005/8/layout/default"/>
    <dgm:cxn modelId="{B8031BBD-D6FA-4EE3-8E7E-EE4D3006442A}" type="presParOf" srcId="{97B9A22D-40E5-4D85-AB17-29C62FC8E078}" destId="{D9CEF562-F35B-4B52-B9B1-F08924721447}" srcOrd="5" destOrd="0" presId="urn:microsoft.com/office/officeart/2005/8/layout/default"/>
    <dgm:cxn modelId="{8D9376D8-9ED0-41A2-83BD-1C7272F82B4B}" type="presParOf" srcId="{97B9A22D-40E5-4D85-AB17-29C62FC8E078}" destId="{4BD2E075-8B12-4FFD-9E41-B917F1380DA5}" srcOrd="6" destOrd="0" presId="urn:microsoft.com/office/officeart/2005/8/layout/default"/>
    <dgm:cxn modelId="{90E53EEF-E319-4448-AED5-802075E024BF}" type="presParOf" srcId="{97B9A22D-40E5-4D85-AB17-29C62FC8E078}" destId="{156CEC32-09C1-46A6-BC80-AA8D24803996}" srcOrd="7" destOrd="0" presId="urn:microsoft.com/office/officeart/2005/8/layout/default"/>
    <dgm:cxn modelId="{ABE05EA7-B405-43A0-83FA-9C19727886E1}" type="presParOf" srcId="{97B9A22D-40E5-4D85-AB17-29C62FC8E078}" destId="{1DADCE55-2CCE-4DA3-9EAD-1C365088AE76}" srcOrd="8" destOrd="0" presId="urn:microsoft.com/office/officeart/2005/8/layout/default"/>
    <dgm:cxn modelId="{653176CE-C8A9-4A22-9029-1B73C038A2B5}" type="presParOf" srcId="{97B9A22D-40E5-4D85-AB17-29C62FC8E078}" destId="{2E5F6597-6DB4-4560-B932-6565C453F846}" srcOrd="9" destOrd="0" presId="urn:microsoft.com/office/officeart/2005/8/layout/default"/>
    <dgm:cxn modelId="{BF033E3A-2A69-471B-9AFF-D3796EABE2B9}" type="presParOf" srcId="{97B9A22D-40E5-4D85-AB17-29C62FC8E078}" destId="{51F45FF3-3671-4727-9654-1B99D88FF21B}" srcOrd="10" destOrd="0" presId="urn:microsoft.com/office/officeart/2005/8/layout/default"/>
    <dgm:cxn modelId="{235CB19B-E7B3-4574-B0BF-588B13868F15}" type="presParOf" srcId="{97B9A22D-40E5-4D85-AB17-29C62FC8E078}" destId="{0D92D33A-703C-4974-A033-F79F53186C25}" srcOrd="11" destOrd="0" presId="urn:microsoft.com/office/officeart/2005/8/layout/default"/>
    <dgm:cxn modelId="{BB0EDB30-C6E2-449C-8F83-458A54354F44}" type="presParOf" srcId="{97B9A22D-40E5-4D85-AB17-29C62FC8E078}" destId="{8728C35E-2C12-49C6-A705-12146F704247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38D2D464-7B16-46A4-9CDD-9F28F79F0AAC}" type="doc">
      <dgm:prSet loTypeId="urn:microsoft.com/office/officeart/2005/8/layout/list1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ru-BY"/>
        </a:p>
      </dgm:t>
    </dgm:pt>
    <dgm:pt modelId="{E8BF295D-00F8-4A58-807D-36D05D80E255}">
      <dgm:prSet phldrT="[Текст]"/>
      <dgm:spPr/>
      <dgm:t>
        <a:bodyPr/>
        <a:lstStyle/>
        <a:p>
          <a:r>
            <a:rPr lang="ru-RU" dirty="0"/>
            <a:t>Контекст проекта</a:t>
          </a:r>
          <a:endParaRPr lang="ru-BY" dirty="0"/>
        </a:p>
      </dgm:t>
    </dgm:pt>
    <dgm:pt modelId="{24F2E923-0D23-4A7B-8C58-F00A1D71147B}" type="parTrans" cxnId="{81CBAE17-B677-4AB7-99F2-95F81702C222}">
      <dgm:prSet/>
      <dgm:spPr/>
      <dgm:t>
        <a:bodyPr/>
        <a:lstStyle/>
        <a:p>
          <a:endParaRPr lang="ru-BY"/>
        </a:p>
      </dgm:t>
    </dgm:pt>
    <dgm:pt modelId="{0790D394-35CF-48DE-B7CA-4835A6F21934}" type="sibTrans" cxnId="{81CBAE17-B677-4AB7-99F2-95F81702C222}">
      <dgm:prSet/>
      <dgm:spPr/>
      <dgm:t>
        <a:bodyPr/>
        <a:lstStyle/>
        <a:p>
          <a:endParaRPr lang="ru-BY"/>
        </a:p>
      </dgm:t>
    </dgm:pt>
    <dgm:pt modelId="{BAA62BCC-8FD0-432D-B9B8-58C44C0CC3E3}">
      <dgm:prSet phldrT="[Текст]"/>
      <dgm:spPr/>
      <dgm:t>
        <a:bodyPr/>
        <a:lstStyle/>
        <a:p>
          <a:r>
            <a:rPr lang="ru-RU" dirty="0"/>
            <a:t>Руководящие принципы</a:t>
          </a:r>
          <a:endParaRPr lang="ru-BY" dirty="0"/>
        </a:p>
      </dgm:t>
    </dgm:pt>
    <dgm:pt modelId="{90B6B3BC-F002-4C74-94EA-84B27C11C0E4}" type="parTrans" cxnId="{04D61389-F0FD-4987-8670-9769B3166132}">
      <dgm:prSet/>
      <dgm:spPr/>
      <dgm:t>
        <a:bodyPr/>
        <a:lstStyle/>
        <a:p>
          <a:endParaRPr lang="ru-BY"/>
        </a:p>
      </dgm:t>
    </dgm:pt>
    <dgm:pt modelId="{1BFA38CC-4105-4CB7-A93B-BF3220C21DE4}" type="sibTrans" cxnId="{04D61389-F0FD-4987-8670-9769B3166132}">
      <dgm:prSet/>
      <dgm:spPr/>
      <dgm:t>
        <a:bodyPr/>
        <a:lstStyle/>
        <a:p>
          <a:endParaRPr lang="ru-BY"/>
        </a:p>
      </dgm:t>
    </dgm:pt>
    <dgm:pt modelId="{940A411F-6E42-456B-B3F2-6D2768E312CC}">
      <dgm:prSet phldrT="[Текст]"/>
      <dgm:spPr/>
      <dgm:t>
        <a:bodyPr/>
        <a:lstStyle/>
        <a:p>
          <a:r>
            <a:rPr lang="ru-RU" dirty="0"/>
            <a:t>Управление рисками</a:t>
          </a:r>
          <a:endParaRPr lang="ru-BY" dirty="0"/>
        </a:p>
      </dgm:t>
    </dgm:pt>
    <dgm:pt modelId="{FB0ABEFF-DC6D-4B9B-801F-C1164C89027B}" type="parTrans" cxnId="{5563AD39-F6C9-41B9-8B37-905C20F7336E}">
      <dgm:prSet/>
      <dgm:spPr/>
      <dgm:t>
        <a:bodyPr/>
        <a:lstStyle/>
        <a:p>
          <a:endParaRPr lang="ru-BY"/>
        </a:p>
      </dgm:t>
    </dgm:pt>
    <dgm:pt modelId="{9D7E990F-8CCB-4494-B6B1-999794CD04BB}" type="sibTrans" cxnId="{5563AD39-F6C9-41B9-8B37-905C20F7336E}">
      <dgm:prSet/>
      <dgm:spPr/>
      <dgm:t>
        <a:bodyPr/>
        <a:lstStyle/>
        <a:p>
          <a:endParaRPr lang="ru-BY"/>
        </a:p>
      </dgm:t>
    </dgm:pt>
    <dgm:pt modelId="{B5A2692F-0D98-4387-9E65-E675200E6802}">
      <dgm:prSet phldrT="[Текст]"/>
      <dgm:spPr/>
      <dgm:t>
        <a:bodyPr/>
        <a:lstStyle/>
        <a:p>
          <a:r>
            <a:rPr lang="ru-RU" dirty="0"/>
            <a:t>Процессы управления проектом</a:t>
          </a:r>
          <a:endParaRPr lang="ru-BY" dirty="0"/>
        </a:p>
      </dgm:t>
    </dgm:pt>
    <dgm:pt modelId="{8394F048-22A5-4B71-B599-D8072D1E8F08}" type="parTrans" cxnId="{0BF07F7B-5ADB-48D6-ABE3-A206D15B2B4A}">
      <dgm:prSet/>
      <dgm:spPr/>
      <dgm:t>
        <a:bodyPr/>
        <a:lstStyle/>
        <a:p>
          <a:endParaRPr lang="ru-BY"/>
        </a:p>
      </dgm:t>
    </dgm:pt>
    <dgm:pt modelId="{DE4B1F24-4992-41BC-B319-798663CA784C}" type="sibTrans" cxnId="{0BF07F7B-5ADB-48D6-ABE3-A206D15B2B4A}">
      <dgm:prSet/>
      <dgm:spPr/>
      <dgm:t>
        <a:bodyPr/>
        <a:lstStyle/>
        <a:p>
          <a:endParaRPr lang="ru-BY"/>
        </a:p>
      </dgm:t>
    </dgm:pt>
    <dgm:pt modelId="{03DD2728-89B8-4156-AD6F-A618475DFCD1}">
      <dgm:prSet phldrT="[Текст]"/>
      <dgm:spPr/>
      <dgm:t>
        <a:bodyPr/>
        <a:lstStyle/>
        <a:p>
          <a:r>
            <a:rPr lang="ru-RU" dirty="0"/>
            <a:t>Роли и ответственности</a:t>
          </a:r>
          <a:endParaRPr lang="ru-BY" dirty="0"/>
        </a:p>
      </dgm:t>
    </dgm:pt>
    <dgm:pt modelId="{17609A0F-8FB5-4586-A9E9-B645EDFDBF2B}" type="parTrans" cxnId="{1BAEBFB2-8C5C-440A-9C3E-B03C3527BC16}">
      <dgm:prSet/>
      <dgm:spPr/>
      <dgm:t>
        <a:bodyPr/>
        <a:lstStyle/>
        <a:p>
          <a:endParaRPr lang="ru-BY"/>
        </a:p>
      </dgm:t>
    </dgm:pt>
    <dgm:pt modelId="{9C3F1E10-F9DF-4A1A-A49B-E3DA4BA2B172}" type="sibTrans" cxnId="{1BAEBFB2-8C5C-440A-9C3E-B03C3527BC16}">
      <dgm:prSet/>
      <dgm:spPr/>
      <dgm:t>
        <a:bodyPr/>
        <a:lstStyle/>
        <a:p>
          <a:endParaRPr lang="ru-BY"/>
        </a:p>
      </dgm:t>
    </dgm:pt>
    <dgm:pt modelId="{50EDA6F6-D446-4C90-96E4-BF9A4BAA2415}" type="pres">
      <dgm:prSet presAssocID="{38D2D464-7B16-46A4-9CDD-9F28F79F0AAC}" presName="linear" presStyleCnt="0">
        <dgm:presLayoutVars>
          <dgm:dir/>
          <dgm:animLvl val="lvl"/>
          <dgm:resizeHandles val="exact"/>
        </dgm:presLayoutVars>
      </dgm:prSet>
      <dgm:spPr/>
    </dgm:pt>
    <dgm:pt modelId="{DB80CC1C-D0A8-4D7E-BA54-3AA11F709B94}" type="pres">
      <dgm:prSet presAssocID="{E8BF295D-00F8-4A58-807D-36D05D80E255}" presName="parentLin" presStyleCnt="0"/>
      <dgm:spPr/>
    </dgm:pt>
    <dgm:pt modelId="{221FD16E-09F1-4DF6-9825-77C9D43D994E}" type="pres">
      <dgm:prSet presAssocID="{E8BF295D-00F8-4A58-807D-36D05D80E255}" presName="parentLeftMargin" presStyleLbl="node1" presStyleIdx="0" presStyleCnt="5"/>
      <dgm:spPr/>
    </dgm:pt>
    <dgm:pt modelId="{0927313B-5139-476E-AE71-8C60457B8D3D}" type="pres">
      <dgm:prSet presAssocID="{E8BF295D-00F8-4A58-807D-36D05D80E25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46C297D-C3C5-4435-A50E-92E3A3AE5DFD}" type="pres">
      <dgm:prSet presAssocID="{E8BF295D-00F8-4A58-807D-36D05D80E255}" presName="negativeSpace" presStyleCnt="0"/>
      <dgm:spPr/>
    </dgm:pt>
    <dgm:pt modelId="{DD93BC0C-42B3-40E3-8F08-3C5A1CEFFE4E}" type="pres">
      <dgm:prSet presAssocID="{E8BF295D-00F8-4A58-807D-36D05D80E255}" presName="childText" presStyleLbl="conFgAcc1" presStyleIdx="0" presStyleCnt="5">
        <dgm:presLayoutVars>
          <dgm:bulletEnabled val="1"/>
        </dgm:presLayoutVars>
      </dgm:prSet>
      <dgm:spPr/>
    </dgm:pt>
    <dgm:pt modelId="{7303AD41-F809-46B1-BF78-AF245BC12F1A}" type="pres">
      <dgm:prSet presAssocID="{0790D394-35CF-48DE-B7CA-4835A6F21934}" presName="spaceBetweenRectangles" presStyleCnt="0"/>
      <dgm:spPr/>
    </dgm:pt>
    <dgm:pt modelId="{5AA0D87F-7D16-4B82-BF5B-2EE492B72C35}" type="pres">
      <dgm:prSet presAssocID="{BAA62BCC-8FD0-432D-B9B8-58C44C0CC3E3}" presName="parentLin" presStyleCnt="0"/>
      <dgm:spPr/>
    </dgm:pt>
    <dgm:pt modelId="{C27AFACE-BF7B-4E42-9115-B81068994713}" type="pres">
      <dgm:prSet presAssocID="{BAA62BCC-8FD0-432D-B9B8-58C44C0CC3E3}" presName="parentLeftMargin" presStyleLbl="node1" presStyleIdx="0" presStyleCnt="5"/>
      <dgm:spPr/>
    </dgm:pt>
    <dgm:pt modelId="{B42DA92C-27C3-42BD-8293-AB1DA8B87C82}" type="pres">
      <dgm:prSet presAssocID="{BAA62BCC-8FD0-432D-B9B8-58C44C0CC3E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FA8F817-3EEF-4169-B64A-75EBB76912FE}" type="pres">
      <dgm:prSet presAssocID="{BAA62BCC-8FD0-432D-B9B8-58C44C0CC3E3}" presName="negativeSpace" presStyleCnt="0"/>
      <dgm:spPr/>
    </dgm:pt>
    <dgm:pt modelId="{D40CA0A0-1C18-481D-925F-6C680D587736}" type="pres">
      <dgm:prSet presAssocID="{BAA62BCC-8FD0-432D-B9B8-58C44C0CC3E3}" presName="childText" presStyleLbl="conFgAcc1" presStyleIdx="1" presStyleCnt="5">
        <dgm:presLayoutVars>
          <dgm:bulletEnabled val="1"/>
        </dgm:presLayoutVars>
      </dgm:prSet>
      <dgm:spPr/>
    </dgm:pt>
    <dgm:pt modelId="{B7B2EDEF-F6CD-4C2F-BC4C-3B7BCD2DC60B}" type="pres">
      <dgm:prSet presAssocID="{1BFA38CC-4105-4CB7-A93B-BF3220C21DE4}" presName="spaceBetweenRectangles" presStyleCnt="0"/>
      <dgm:spPr/>
    </dgm:pt>
    <dgm:pt modelId="{DB4ADB62-14C5-4A93-88ED-E01EEDBCABBF}" type="pres">
      <dgm:prSet presAssocID="{B5A2692F-0D98-4387-9E65-E675200E6802}" presName="parentLin" presStyleCnt="0"/>
      <dgm:spPr/>
    </dgm:pt>
    <dgm:pt modelId="{4253276B-9E5C-4F39-9731-C7F53665AA5D}" type="pres">
      <dgm:prSet presAssocID="{B5A2692F-0D98-4387-9E65-E675200E6802}" presName="parentLeftMargin" presStyleLbl="node1" presStyleIdx="1" presStyleCnt="5"/>
      <dgm:spPr/>
    </dgm:pt>
    <dgm:pt modelId="{9B9325C2-22EF-4C21-9DD4-D218FD1E7A0E}" type="pres">
      <dgm:prSet presAssocID="{B5A2692F-0D98-4387-9E65-E675200E680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A5B86F5-7058-47BA-A007-804F4E3AAB13}" type="pres">
      <dgm:prSet presAssocID="{B5A2692F-0D98-4387-9E65-E675200E6802}" presName="negativeSpace" presStyleCnt="0"/>
      <dgm:spPr/>
    </dgm:pt>
    <dgm:pt modelId="{089815A9-0989-4658-8FEB-7BE7CAB54DD6}" type="pres">
      <dgm:prSet presAssocID="{B5A2692F-0D98-4387-9E65-E675200E6802}" presName="childText" presStyleLbl="conFgAcc1" presStyleIdx="2" presStyleCnt="5">
        <dgm:presLayoutVars>
          <dgm:bulletEnabled val="1"/>
        </dgm:presLayoutVars>
      </dgm:prSet>
      <dgm:spPr/>
    </dgm:pt>
    <dgm:pt modelId="{EFC9E4A9-D4E8-417B-B14F-C31555B9E865}" type="pres">
      <dgm:prSet presAssocID="{DE4B1F24-4992-41BC-B319-798663CA784C}" presName="spaceBetweenRectangles" presStyleCnt="0"/>
      <dgm:spPr/>
    </dgm:pt>
    <dgm:pt modelId="{FDF17EC2-6575-4486-B441-331D726F16B9}" type="pres">
      <dgm:prSet presAssocID="{03DD2728-89B8-4156-AD6F-A618475DFCD1}" presName="parentLin" presStyleCnt="0"/>
      <dgm:spPr/>
    </dgm:pt>
    <dgm:pt modelId="{A1E0BA1D-38AA-41BE-98A7-2886A57F293E}" type="pres">
      <dgm:prSet presAssocID="{03DD2728-89B8-4156-AD6F-A618475DFCD1}" presName="parentLeftMargin" presStyleLbl="node1" presStyleIdx="2" presStyleCnt="5"/>
      <dgm:spPr/>
    </dgm:pt>
    <dgm:pt modelId="{46781085-5457-431E-AC23-7A72AFDA39E0}" type="pres">
      <dgm:prSet presAssocID="{03DD2728-89B8-4156-AD6F-A618475DFCD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1CA7D08-166F-4712-9538-A7EB576DC3AE}" type="pres">
      <dgm:prSet presAssocID="{03DD2728-89B8-4156-AD6F-A618475DFCD1}" presName="negativeSpace" presStyleCnt="0"/>
      <dgm:spPr/>
    </dgm:pt>
    <dgm:pt modelId="{105955C0-FB79-469D-B4AE-84E5E896B1CA}" type="pres">
      <dgm:prSet presAssocID="{03DD2728-89B8-4156-AD6F-A618475DFCD1}" presName="childText" presStyleLbl="conFgAcc1" presStyleIdx="3" presStyleCnt="5">
        <dgm:presLayoutVars>
          <dgm:bulletEnabled val="1"/>
        </dgm:presLayoutVars>
      </dgm:prSet>
      <dgm:spPr/>
    </dgm:pt>
    <dgm:pt modelId="{F3496A7D-D750-40C9-8B16-D25C84FDFBEF}" type="pres">
      <dgm:prSet presAssocID="{9C3F1E10-F9DF-4A1A-A49B-E3DA4BA2B172}" presName="spaceBetweenRectangles" presStyleCnt="0"/>
      <dgm:spPr/>
    </dgm:pt>
    <dgm:pt modelId="{47C52B70-B12E-4242-91A1-38488348A147}" type="pres">
      <dgm:prSet presAssocID="{940A411F-6E42-456B-B3F2-6D2768E312CC}" presName="parentLin" presStyleCnt="0"/>
      <dgm:spPr/>
    </dgm:pt>
    <dgm:pt modelId="{7D799D2E-A8C6-49DE-8C74-A143442F3754}" type="pres">
      <dgm:prSet presAssocID="{940A411F-6E42-456B-B3F2-6D2768E312CC}" presName="parentLeftMargin" presStyleLbl="node1" presStyleIdx="3" presStyleCnt="5"/>
      <dgm:spPr/>
    </dgm:pt>
    <dgm:pt modelId="{E3328013-988D-4523-B0A1-38F92C481A60}" type="pres">
      <dgm:prSet presAssocID="{940A411F-6E42-456B-B3F2-6D2768E312CC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439134B7-CB72-4575-8658-4E9974C85F5F}" type="pres">
      <dgm:prSet presAssocID="{940A411F-6E42-456B-B3F2-6D2768E312CC}" presName="negativeSpace" presStyleCnt="0"/>
      <dgm:spPr/>
    </dgm:pt>
    <dgm:pt modelId="{2E530673-441A-4FD1-A30B-D57CABD08062}" type="pres">
      <dgm:prSet presAssocID="{940A411F-6E42-456B-B3F2-6D2768E312CC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88F33A16-13A2-4E41-81EC-220BAB3A44FB}" type="presOf" srcId="{B5A2692F-0D98-4387-9E65-E675200E6802}" destId="{9B9325C2-22EF-4C21-9DD4-D218FD1E7A0E}" srcOrd="1" destOrd="0" presId="urn:microsoft.com/office/officeart/2005/8/layout/list1"/>
    <dgm:cxn modelId="{81CBAE17-B677-4AB7-99F2-95F81702C222}" srcId="{38D2D464-7B16-46A4-9CDD-9F28F79F0AAC}" destId="{E8BF295D-00F8-4A58-807D-36D05D80E255}" srcOrd="0" destOrd="0" parTransId="{24F2E923-0D23-4A7B-8C58-F00A1D71147B}" sibTransId="{0790D394-35CF-48DE-B7CA-4835A6F21934}"/>
    <dgm:cxn modelId="{B1756632-0912-4E55-AC6B-D06095AA02F2}" type="presOf" srcId="{38D2D464-7B16-46A4-9CDD-9F28F79F0AAC}" destId="{50EDA6F6-D446-4C90-96E4-BF9A4BAA2415}" srcOrd="0" destOrd="0" presId="urn:microsoft.com/office/officeart/2005/8/layout/list1"/>
    <dgm:cxn modelId="{0784AE35-0BD0-45A9-8B5B-D84C0DEE879B}" type="presOf" srcId="{BAA62BCC-8FD0-432D-B9B8-58C44C0CC3E3}" destId="{B42DA92C-27C3-42BD-8293-AB1DA8B87C82}" srcOrd="1" destOrd="0" presId="urn:microsoft.com/office/officeart/2005/8/layout/list1"/>
    <dgm:cxn modelId="{5563AD39-F6C9-41B9-8B37-905C20F7336E}" srcId="{38D2D464-7B16-46A4-9CDD-9F28F79F0AAC}" destId="{940A411F-6E42-456B-B3F2-6D2768E312CC}" srcOrd="4" destOrd="0" parTransId="{FB0ABEFF-DC6D-4B9B-801F-C1164C89027B}" sibTransId="{9D7E990F-8CCB-4494-B6B1-999794CD04BB}"/>
    <dgm:cxn modelId="{1C2F4C5C-4685-4F71-8305-8903A8662592}" type="presOf" srcId="{B5A2692F-0D98-4387-9E65-E675200E6802}" destId="{4253276B-9E5C-4F39-9731-C7F53665AA5D}" srcOrd="0" destOrd="0" presId="urn:microsoft.com/office/officeart/2005/8/layout/list1"/>
    <dgm:cxn modelId="{7379EA70-9528-4EB3-8E5B-B0CD304C2A1A}" type="presOf" srcId="{03DD2728-89B8-4156-AD6F-A618475DFCD1}" destId="{46781085-5457-431E-AC23-7A72AFDA39E0}" srcOrd="1" destOrd="0" presId="urn:microsoft.com/office/officeart/2005/8/layout/list1"/>
    <dgm:cxn modelId="{0BF07F7B-5ADB-48D6-ABE3-A206D15B2B4A}" srcId="{38D2D464-7B16-46A4-9CDD-9F28F79F0AAC}" destId="{B5A2692F-0D98-4387-9E65-E675200E6802}" srcOrd="2" destOrd="0" parTransId="{8394F048-22A5-4B71-B599-D8072D1E8F08}" sibTransId="{DE4B1F24-4992-41BC-B319-798663CA784C}"/>
    <dgm:cxn modelId="{04D61389-F0FD-4987-8670-9769B3166132}" srcId="{38D2D464-7B16-46A4-9CDD-9F28F79F0AAC}" destId="{BAA62BCC-8FD0-432D-B9B8-58C44C0CC3E3}" srcOrd="1" destOrd="0" parTransId="{90B6B3BC-F002-4C74-94EA-84B27C11C0E4}" sibTransId="{1BFA38CC-4105-4CB7-A93B-BF3220C21DE4}"/>
    <dgm:cxn modelId="{52CDD6A6-B0F8-4F09-9C10-55D0599C743F}" type="presOf" srcId="{E8BF295D-00F8-4A58-807D-36D05D80E255}" destId="{0927313B-5139-476E-AE71-8C60457B8D3D}" srcOrd="1" destOrd="0" presId="urn:microsoft.com/office/officeart/2005/8/layout/list1"/>
    <dgm:cxn modelId="{1BAEBFB2-8C5C-440A-9C3E-B03C3527BC16}" srcId="{38D2D464-7B16-46A4-9CDD-9F28F79F0AAC}" destId="{03DD2728-89B8-4156-AD6F-A618475DFCD1}" srcOrd="3" destOrd="0" parTransId="{17609A0F-8FB5-4586-A9E9-B645EDFDBF2B}" sibTransId="{9C3F1E10-F9DF-4A1A-A49B-E3DA4BA2B172}"/>
    <dgm:cxn modelId="{52F919B7-0160-4B9A-9EAB-3FF98CD6C575}" type="presOf" srcId="{03DD2728-89B8-4156-AD6F-A618475DFCD1}" destId="{A1E0BA1D-38AA-41BE-98A7-2886A57F293E}" srcOrd="0" destOrd="0" presId="urn:microsoft.com/office/officeart/2005/8/layout/list1"/>
    <dgm:cxn modelId="{3E0937D8-167E-4188-8775-BFA0EA36B596}" type="presOf" srcId="{940A411F-6E42-456B-B3F2-6D2768E312CC}" destId="{7D799D2E-A8C6-49DE-8C74-A143442F3754}" srcOrd="0" destOrd="0" presId="urn:microsoft.com/office/officeart/2005/8/layout/list1"/>
    <dgm:cxn modelId="{72B792D9-076B-4F4F-BF35-727BBCF2247D}" type="presOf" srcId="{940A411F-6E42-456B-B3F2-6D2768E312CC}" destId="{E3328013-988D-4523-B0A1-38F92C481A60}" srcOrd="1" destOrd="0" presId="urn:microsoft.com/office/officeart/2005/8/layout/list1"/>
    <dgm:cxn modelId="{FA9E92EA-35FA-4968-BC76-ED0C65A51E60}" type="presOf" srcId="{BAA62BCC-8FD0-432D-B9B8-58C44C0CC3E3}" destId="{C27AFACE-BF7B-4E42-9115-B81068994713}" srcOrd="0" destOrd="0" presId="urn:microsoft.com/office/officeart/2005/8/layout/list1"/>
    <dgm:cxn modelId="{8E2643F1-9E55-436F-B0C5-E3BBD8B6E1F0}" type="presOf" srcId="{E8BF295D-00F8-4A58-807D-36D05D80E255}" destId="{221FD16E-09F1-4DF6-9825-77C9D43D994E}" srcOrd="0" destOrd="0" presId="urn:microsoft.com/office/officeart/2005/8/layout/list1"/>
    <dgm:cxn modelId="{CE03F607-92B2-419C-BD14-C62D274CFAF9}" type="presParOf" srcId="{50EDA6F6-D446-4C90-96E4-BF9A4BAA2415}" destId="{DB80CC1C-D0A8-4D7E-BA54-3AA11F709B94}" srcOrd="0" destOrd="0" presId="urn:microsoft.com/office/officeart/2005/8/layout/list1"/>
    <dgm:cxn modelId="{93B9DEA3-F6C1-4BA7-9B65-ABACCA9F695C}" type="presParOf" srcId="{DB80CC1C-D0A8-4D7E-BA54-3AA11F709B94}" destId="{221FD16E-09F1-4DF6-9825-77C9D43D994E}" srcOrd="0" destOrd="0" presId="urn:microsoft.com/office/officeart/2005/8/layout/list1"/>
    <dgm:cxn modelId="{333EDBDC-E480-4AD9-B121-254910BA8738}" type="presParOf" srcId="{DB80CC1C-D0A8-4D7E-BA54-3AA11F709B94}" destId="{0927313B-5139-476E-AE71-8C60457B8D3D}" srcOrd="1" destOrd="0" presId="urn:microsoft.com/office/officeart/2005/8/layout/list1"/>
    <dgm:cxn modelId="{FC1EE925-DF75-40A4-8534-EFFE31691791}" type="presParOf" srcId="{50EDA6F6-D446-4C90-96E4-BF9A4BAA2415}" destId="{946C297D-C3C5-4435-A50E-92E3A3AE5DFD}" srcOrd="1" destOrd="0" presId="urn:microsoft.com/office/officeart/2005/8/layout/list1"/>
    <dgm:cxn modelId="{C2CEB59F-CD8C-436C-8826-35E3D86FF26A}" type="presParOf" srcId="{50EDA6F6-D446-4C90-96E4-BF9A4BAA2415}" destId="{DD93BC0C-42B3-40E3-8F08-3C5A1CEFFE4E}" srcOrd="2" destOrd="0" presId="urn:microsoft.com/office/officeart/2005/8/layout/list1"/>
    <dgm:cxn modelId="{F04676AA-826F-45DA-B6C6-472C9481D3C1}" type="presParOf" srcId="{50EDA6F6-D446-4C90-96E4-BF9A4BAA2415}" destId="{7303AD41-F809-46B1-BF78-AF245BC12F1A}" srcOrd="3" destOrd="0" presId="urn:microsoft.com/office/officeart/2005/8/layout/list1"/>
    <dgm:cxn modelId="{1E800B97-6DE3-4342-9988-A1F4E10044AC}" type="presParOf" srcId="{50EDA6F6-D446-4C90-96E4-BF9A4BAA2415}" destId="{5AA0D87F-7D16-4B82-BF5B-2EE492B72C35}" srcOrd="4" destOrd="0" presId="urn:microsoft.com/office/officeart/2005/8/layout/list1"/>
    <dgm:cxn modelId="{304C3E3C-1F32-45B3-BD67-CB78D8F220C8}" type="presParOf" srcId="{5AA0D87F-7D16-4B82-BF5B-2EE492B72C35}" destId="{C27AFACE-BF7B-4E42-9115-B81068994713}" srcOrd="0" destOrd="0" presId="urn:microsoft.com/office/officeart/2005/8/layout/list1"/>
    <dgm:cxn modelId="{4F33B174-424F-4FAE-A3BD-A2CA752E4105}" type="presParOf" srcId="{5AA0D87F-7D16-4B82-BF5B-2EE492B72C35}" destId="{B42DA92C-27C3-42BD-8293-AB1DA8B87C82}" srcOrd="1" destOrd="0" presId="urn:microsoft.com/office/officeart/2005/8/layout/list1"/>
    <dgm:cxn modelId="{5EDCD8E6-F988-4D17-AC95-C439169CD8D8}" type="presParOf" srcId="{50EDA6F6-D446-4C90-96E4-BF9A4BAA2415}" destId="{AFA8F817-3EEF-4169-B64A-75EBB76912FE}" srcOrd="5" destOrd="0" presId="urn:microsoft.com/office/officeart/2005/8/layout/list1"/>
    <dgm:cxn modelId="{0519146E-E089-4406-8099-6BA7AC4DEE91}" type="presParOf" srcId="{50EDA6F6-D446-4C90-96E4-BF9A4BAA2415}" destId="{D40CA0A0-1C18-481D-925F-6C680D587736}" srcOrd="6" destOrd="0" presId="urn:microsoft.com/office/officeart/2005/8/layout/list1"/>
    <dgm:cxn modelId="{FBA2B533-0111-436C-A0E4-E1B4F185A77C}" type="presParOf" srcId="{50EDA6F6-D446-4C90-96E4-BF9A4BAA2415}" destId="{B7B2EDEF-F6CD-4C2F-BC4C-3B7BCD2DC60B}" srcOrd="7" destOrd="0" presId="urn:microsoft.com/office/officeart/2005/8/layout/list1"/>
    <dgm:cxn modelId="{7C11F6BE-3800-4C64-860C-1F1C9AF366FF}" type="presParOf" srcId="{50EDA6F6-D446-4C90-96E4-BF9A4BAA2415}" destId="{DB4ADB62-14C5-4A93-88ED-E01EEDBCABBF}" srcOrd="8" destOrd="0" presId="urn:microsoft.com/office/officeart/2005/8/layout/list1"/>
    <dgm:cxn modelId="{EB019F92-BF20-4128-B824-CC0ECF756C8E}" type="presParOf" srcId="{DB4ADB62-14C5-4A93-88ED-E01EEDBCABBF}" destId="{4253276B-9E5C-4F39-9731-C7F53665AA5D}" srcOrd="0" destOrd="0" presId="urn:microsoft.com/office/officeart/2005/8/layout/list1"/>
    <dgm:cxn modelId="{4E7F707F-3147-4EC0-BF8C-A25BEB0BEC9E}" type="presParOf" srcId="{DB4ADB62-14C5-4A93-88ED-E01EEDBCABBF}" destId="{9B9325C2-22EF-4C21-9DD4-D218FD1E7A0E}" srcOrd="1" destOrd="0" presId="urn:microsoft.com/office/officeart/2005/8/layout/list1"/>
    <dgm:cxn modelId="{213B9C36-D835-4523-966F-A8DD7D060C41}" type="presParOf" srcId="{50EDA6F6-D446-4C90-96E4-BF9A4BAA2415}" destId="{8A5B86F5-7058-47BA-A007-804F4E3AAB13}" srcOrd="9" destOrd="0" presId="urn:microsoft.com/office/officeart/2005/8/layout/list1"/>
    <dgm:cxn modelId="{256B9ACF-481D-4EA9-B743-B604E99E7F4B}" type="presParOf" srcId="{50EDA6F6-D446-4C90-96E4-BF9A4BAA2415}" destId="{089815A9-0989-4658-8FEB-7BE7CAB54DD6}" srcOrd="10" destOrd="0" presId="urn:microsoft.com/office/officeart/2005/8/layout/list1"/>
    <dgm:cxn modelId="{E995EA42-5F95-43CB-8B5E-1625F4E5DE68}" type="presParOf" srcId="{50EDA6F6-D446-4C90-96E4-BF9A4BAA2415}" destId="{EFC9E4A9-D4E8-417B-B14F-C31555B9E865}" srcOrd="11" destOrd="0" presId="urn:microsoft.com/office/officeart/2005/8/layout/list1"/>
    <dgm:cxn modelId="{721282DF-6BB4-4BE8-9393-2E34AB57AFDB}" type="presParOf" srcId="{50EDA6F6-D446-4C90-96E4-BF9A4BAA2415}" destId="{FDF17EC2-6575-4486-B441-331D726F16B9}" srcOrd="12" destOrd="0" presId="urn:microsoft.com/office/officeart/2005/8/layout/list1"/>
    <dgm:cxn modelId="{E3C7B9B7-8E71-4D9E-95A2-03F1F334135E}" type="presParOf" srcId="{FDF17EC2-6575-4486-B441-331D726F16B9}" destId="{A1E0BA1D-38AA-41BE-98A7-2886A57F293E}" srcOrd="0" destOrd="0" presId="urn:microsoft.com/office/officeart/2005/8/layout/list1"/>
    <dgm:cxn modelId="{436DB0E9-4AA9-4F57-8222-B645991D7EAF}" type="presParOf" srcId="{FDF17EC2-6575-4486-B441-331D726F16B9}" destId="{46781085-5457-431E-AC23-7A72AFDA39E0}" srcOrd="1" destOrd="0" presId="urn:microsoft.com/office/officeart/2005/8/layout/list1"/>
    <dgm:cxn modelId="{C7C64F24-51F9-41D2-8976-05F9DEE77A20}" type="presParOf" srcId="{50EDA6F6-D446-4C90-96E4-BF9A4BAA2415}" destId="{81CA7D08-166F-4712-9538-A7EB576DC3AE}" srcOrd="13" destOrd="0" presId="urn:microsoft.com/office/officeart/2005/8/layout/list1"/>
    <dgm:cxn modelId="{1D691BA9-3F8F-4062-8021-42D9EB28B8B5}" type="presParOf" srcId="{50EDA6F6-D446-4C90-96E4-BF9A4BAA2415}" destId="{105955C0-FB79-469D-B4AE-84E5E896B1CA}" srcOrd="14" destOrd="0" presId="urn:microsoft.com/office/officeart/2005/8/layout/list1"/>
    <dgm:cxn modelId="{74F3820D-D88E-486C-A231-2E0C183070CE}" type="presParOf" srcId="{50EDA6F6-D446-4C90-96E4-BF9A4BAA2415}" destId="{F3496A7D-D750-40C9-8B16-D25C84FDFBEF}" srcOrd="15" destOrd="0" presId="urn:microsoft.com/office/officeart/2005/8/layout/list1"/>
    <dgm:cxn modelId="{80F2571B-58AF-4BF2-843D-48662554D518}" type="presParOf" srcId="{50EDA6F6-D446-4C90-96E4-BF9A4BAA2415}" destId="{47C52B70-B12E-4242-91A1-38488348A147}" srcOrd="16" destOrd="0" presId="urn:microsoft.com/office/officeart/2005/8/layout/list1"/>
    <dgm:cxn modelId="{4FD55AA4-6C72-451C-9369-6E9F0BB4B4AF}" type="presParOf" srcId="{47C52B70-B12E-4242-91A1-38488348A147}" destId="{7D799D2E-A8C6-49DE-8C74-A143442F3754}" srcOrd="0" destOrd="0" presId="urn:microsoft.com/office/officeart/2005/8/layout/list1"/>
    <dgm:cxn modelId="{ADCA61F6-494C-4BCC-8D36-86FAA0AB75B2}" type="presParOf" srcId="{47C52B70-B12E-4242-91A1-38488348A147}" destId="{E3328013-988D-4523-B0A1-38F92C481A60}" srcOrd="1" destOrd="0" presId="urn:microsoft.com/office/officeart/2005/8/layout/list1"/>
    <dgm:cxn modelId="{154B1009-79D8-4FBD-B13F-076651F3365F}" type="presParOf" srcId="{50EDA6F6-D446-4C90-96E4-BF9A4BAA2415}" destId="{439134B7-CB72-4575-8658-4E9974C85F5F}" srcOrd="17" destOrd="0" presId="urn:microsoft.com/office/officeart/2005/8/layout/list1"/>
    <dgm:cxn modelId="{40EA74EC-4C47-438E-9A8D-D177632D534F}" type="presParOf" srcId="{50EDA6F6-D446-4C90-96E4-BF9A4BAA2415}" destId="{2E530673-441A-4FD1-A30B-D57CABD08062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643429-0898-4B47-B6DE-AC8FB42FCE56}">
      <dsp:nvSpPr>
        <dsp:cNvPr id="0" name=""/>
        <dsp:cNvSpPr/>
      </dsp:nvSpPr>
      <dsp:spPr>
        <a:xfrm>
          <a:off x="0" y="320312"/>
          <a:ext cx="8567738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161800" extrusionH="10600" prstMaterial="matte">
          <a:bevelT w="90600" h="18600" prst="softRound"/>
          <a:bevelB w="48600" h="8600" prst="relaxedInset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D669A1-73B7-466C-9198-DEE0DAB3D8FD}">
      <dsp:nvSpPr>
        <dsp:cNvPr id="0" name=""/>
        <dsp:cNvSpPr/>
      </dsp:nvSpPr>
      <dsp:spPr>
        <a:xfrm>
          <a:off x="428386" y="25112"/>
          <a:ext cx="5997416" cy="59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26688" tIns="0" rIns="226688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 dirty="0">
              <a:solidFill>
                <a:schemeClr val="tx1"/>
              </a:solidFill>
            </a:rPr>
            <a:t>Проект направлен на достижение конкретных целей</a:t>
          </a:r>
          <a:endParaRPr lang="ru-BY" sz="1600" b="1" kern="1200" dirty="0">
            <a:solidFill>
              <a:schemeClr val="tx1"/>
            </a:solidFill>
          </a:endParaRPr>
        </a:p>
      </dsp:txBody>
      <dsp:txXfrm>
        <a:off x="457207" y="53933"/>
        <a:ext cx="5939774" cy="532758"/>
      </dsp:txXfrm>
    </dsp:sp>
    <dsp:sp modelId="{9FE4376A-A307-4F59-BBC1-71A890FA94C6}">
      <dsp:nvSpPr>
        <dsp:cNvPr id="0" name=""/>
        <dsp:cNvSpPr/>
      </dsp:nvSpPr>
      <dsp:spPr>
        <a:xfrm>
          <a:off x="0" y="1227512"/>
          <a:ext cx="8567738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161800" extrusionH="10600" prstMaterial="matte">
          <a:bevelT w="90600" h="18600" prst="softRound"/>
          <a:bevelB w="48600" h="8600" prst="relaxedInset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08E5F1-3A13-441A-995F-24AEC214D04C}">
      <dsp:nvSpPr>
        <dsp:cNvPr id="0" name=""/>
        <dsp:cNvSpPr/>
      </dsp:nvSpPr>
      <dsp:spPr>
        <a:xfrm>
          <a:off x="428386" y="932312"/>
          <a:ext cx="5997416" cy="5904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26688" tIns="0" rIns="226688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 dirty="0">
              <a:solidFill>
                <a:schemeClr val="tx1"/>
              </a:solidFill>
            </a:rPr>
            <a:t>Проект имеет ограниченную деятельность с определенным началом и концом</a:t>
          </a:r>
          <a:endParaRPr lang="ru-BY" sz="1600" b="1" kern="1200" dirty="0">
            <a:solidFill>
              <a:schemeClr val="tx1"/>
            </a:solidFill>
          </a:endParaRPr>
        </a:p>
      </dsp:txBody>
      <dsp:txXfrm>
        <a:off x="457207" y="961133"/>
        <a:ext cx="5939774" cy="532758"/>
      </dsp:txXfrm>
    </dsp:sp>
    <dsp:sp modelId="{DFA969DB-6D15-4D95-B44E-9D4AD2B23290}">
      <dsp:nvSpPr>
        <dsp:cNvPr id="0" name=""/>
        <dsp:cNvSpPr/>
      </dsp:nvSpPr>
      <dsp:spPr>
        <a:xfrm>
          <a:off x="0" y="2134712"/>
          <a:ext cx="8567738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161800" extrusionH="10600" prstMaterial="matte">
          <a:bevelT w="90600" h="18600" prst="softRound"/>
          <a:bevelB w="48600" h="8600" prst="relaxedInset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0D26A1-0764-4D66-A0DA-542DCB8D7828}">
      <dsp:nvSpPr>
        <dsp:cNvPr id="0" name=""/>
        <dsp:cNvSpPr/>
      </dsp:nvSpPr>
      <dsp:spPr>
        <a:xfrm>
          <a:off x="428386" y="1839512"/>
          <a:ext cx="5997416" cy="5904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26688" tIns="0" rIns="226688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 dirty="0">
              <a:solidFill>
                <a:schemeClr val="tx1"/>
              </a:solidFill>
            </a:rPr>
            <a:t>Проект в определенной степени неповторим и уникален</a:t>
          </a:r>
          <a:endParaRPr lang="ru-BY" sz="1600" b="1" kern="1200" dirty="0">
            <a:solidFill>
              <a:schemeClr val="tx1"/>
            </a:solidFill>
          </a:endParaRPr>
        </a:p>
      </dsp:txBody>
      <dsp:txXfrm>
        <a:off x="457207" y="1868333"/>
        <a:ext cx="5939774" cy="5327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71B290-520F-4E4C-9742-609CE0F9E73E}">
      <dsp:nvSpPr>
        <dsp:cNvPr id="0" name=""/>
        <dsp:cNvSpPr/>
      </dsp:nvSpPr>
      <dsp:spPr>
        <a:xfrm>
          <a:off x="0" y="360042"/>
          <a:ext cx="8568952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161800" extrusionH="10600" prstMaterial="matte">
          <a:bevelT w="90600" h="18600" prst="softRound"/>
          <a:bevelB w="48600" h="8600" prst="relaxedInset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EC2EE6-A633-476D-8662-86F65B1B415B}">
      <dsp:nvSpPr>
        <dsp:cNvPr id="0" name=""/>
        <dsp:cNvSpPr/>
      </dsp:nvSpPr>
      <dsp:spPr>
        <a:xfrm>
          <a:off x="428447" y="4374"/>
          <a:ext cx="5998266" cy="7970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26720" tIns="0" rIns="22672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/>
            <a:t>Проект предполагает последовательную разработку, уточнение целей и планов</a:t>
          </a:r>
          <a:endParaRPr lang="ru-BY" sz="1600" b="1" kern="1200" dirty="0"/>
        </a:p>
      </dsp:txBody>
      <dsp:txXfrm>
        <a:off x="467355" y="43282"/>
        <a:ext cx="5920450" cy="719224"/>
      </dsp:txXfrm>
    </dsp:sp>
    <dsp:sp modelId="{3D9573DD-C8CD-45F3-ABB9-DE0A154837FF}">
      <dsp:nvSpPr>
        <dsp:cNvPr id="0" name=""/>
        <dsp:cNvSpPr/>
      </dsp:nvSpPr>
      <dsp:spPr>
        <a:xfrm>
          <a:off x="0" y="1627614"/>
          <a:ext cx="8568952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359873"/>
              <a:satOff val="17380"/>
              <a:lumOff val="9803"/>
              <a:alphaOff val="0"/>
            </a:schemeClr>
          </a:solidFill>
          <a:prstDash val="solid"/>
        </a:ln>
        <a:effectLst/>
        <a:sp3d z="-161800" extrusionH="10600" prstMaterial="matte">
          <a:bevelT w="90600" h="18600" prst="softRound"/>
          <a:bevelB w="48600" h="8600" prst="relaxedInset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4527D1-8387-413E-860E-21040556A493}">
      <dsp:nvSpPr>
        <dsp:cNvPr id="0" name=""/>
        <dsp:cNvSpPr/>
      </dsp:nvSpPr>
      <dsp:spPr>
        <a:xfrm>
          <a:off x="428447" y="1229094"/>
          <a:ext cx="5998266" cy="797040"/>
        </a:xfrm>
        <a:prstGeom prst="roundRect">
          <a:avLst/>
        </a:prstGeom>
        <a:solidFill>
          <a:schemeClr val="accent4">
            <a:hueOff val="359873"/>
            <a:satOff val="17380"/>
            <a:lumOff val="9803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26720" tIns="0" rIns="22672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 dirty="0"/>
            <a:t>Проект предполагает координированное выполнение взаимосвязанных действий</a:t>
          </a:r>
        </a:p>
      </dsp:txBody>
      <dsp:txXfrm>
        <a:off x="467355" y="1268002"/>
        <a:ext cx="5920450" cy="7192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E8F9B9-4408-46B1-BA8E-B8112F2D2762}">
      <dsp:nvSpPr>
        <dsp:cNvPr id="0" name=""/>
        <dsp:cNvSpPr/>
      </dsp:nvSpPr>
      <dsp:spPr>
        <a:xfrm rot="5400000">
          <a:off x="5160327" y="-2086455"/>
          <a:ext cx="871601" cy="5266944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b="0" kern="1200" dirty="0"/>
            <a:t>Трансформация проектного менеджмента, начало развития методологии</a:t>
          </a:r>
        </a:p>
      </dsp:txBody>
      <dsp:txXfrm rot="-5400000">
        <a:off x="2962656" y="153764"/>
        <a:ext cx="5224396" cy="786505"/>
      </dsp:txXfrm>
    </dsp:sp>
    <dsp:sp modelId="{4834DD3E-8768-42FF-B387-E8D0E0C36CF7}">
      <dsp:nvSpPr>
        <dsp:cNvPr id="0" name=""/>
        <dsp:cNvSpPr/>
      </dsp:nvSpPr>
      <dsp:spPr>
        <a:xfrm>
          <a:off x="0" y="2265"/>
          <a:ext cx="2962656" cy="108950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kern="1200" dirty="0"/>
            <a:t>1900-1958 гг.</a:t>
          </a:r>
        </a:p>
      </dsp:txBody>
      <dsp:txXfrm>
        <a:off x="53185" y="55450"/>
        <a:ext cx="2856286" cy="983131"/>
      </dsp:txXfrm>
    </dsp:sp>
    <dsp:sp modelId="{B111CCC0-5212-4D9C-A16E-45C45E94EEE2}">
      <dsp:nvSpPr>
        <dsp:cNvPr id="0" name=""/>
        <dsp:cNvSpPr/>
      </dsp:nvSpPr>
      <dsp:spPr>
        <a:xfrm rot="5400000">
          <a:off x="5160327" y="-942478"/>
          <a:ext cx="871601" cy="5266944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b="0" kern="1200" dirty="0"/>
            <a:t>Распространение инструментов проектного  менеджмента</a:t>
          </a:r>
        </a:p>
      </dsp:txBody>
      <dsp:txXfrm rot="-5400000">
        <a:off x="2962656" y="1297741"/>
        <a:ext cx="5224396" cy="786505"/>
      </dsp:txXfrm>
    </dsp:sp>
    <dsp:sp modelId="{77A48009-4201-4020-A3C6-9FA93ABC0F31}">
      <dsp:nvSpPr>
        <dsp:cNvPr id="0" name=""/>
        <dsp:cNvSpPr/>
      </dsp:nvSpPr>
      <dsp:spPr>
        <a:xfrm>
          <a:off x="0" y="1146242"/>
          <a:ext cx="2962656" cy="1089501"/>
        </a:xfrm>
        <a:prstGeom prst="roundRect">
          <a:avLst/>
        </a:prstGeom>
        <a:solidFill>
          <a:srgbClr val="7030A0"/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kern="1200" dirty="0"/>
            <a:t>1958-1979 гг.</a:t>
          </a:r>
        </a:p>
      </dsp:txBody>
      <dsp:txXfrm>
        <a:off x="53185" y="1199427"/>
        <a:ext cx="2856286" cy="983131"/>
      </dsp:txXfrm>
    </dsp:sp>
    <dsp:sp modelId="{FE9515F2-21A1-4C25-A33A-EF76C63A26B6}">
      <dsp:nvSpPr>
        <dsp:cNvPr id="0" name=""/>
        <dsp:cNvSpPr/>
      </dsp:nvSpPr>
      <dsp:spPr>
        <a:xfrm rot="5400000">
          <a:off x="5160327" y="201497"/>
          <a:ext cx="871601" cy="5266944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b="0" kern="1200" dirty="0"/>
            <a:t>Применение ИТ в проектном менеджменте</a:t>
          </a:r>
        </a:p>
      </dsp:txBody>
      <dsp:txXfrm rot="-5400000">
        <a:off x="2962656" y="2441716"/>
        <a:ext cx="5224396" cy="786505"/>
      </dsp:txXfrm>
    </dsp:sp>
    <dsp:sp modelId="{1E82BFCD-5506-4C24-B3C5-FA2C993B6165}">
      <dsp:nvSpPr>
        <dsp:cNvPr id="0" name=""/>
        <dsp:cNvSpPr/>
      </dsp:nvSpPr>
      <dsp:spPr>
        <a:xfrm>
          <a:off x="0" y="2290219"/>
          <a:ext cx="2962656" cy="1089501"/>
        </a:xfrm>
        <a:prstGeom prst="roundRect">
          <a:avLst/>
        </a:prstGeom>
        <a:solidFill>
          <a:schemeClr val="accent3">
            <a:lumMod val="5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kern="1200" dirty="0"/>
            <a:t>1980-1994 гг.</a:t>
          </a:r>
        </a:p>
      </dsp:txBody>
      <dsp:txXfrm>
        <a:off x="53185" y="2343404"/>
        <a:ext cx="2856286" cy="983131"/>
      </dsp:txXfrm>
    </dsp:sp>
    <dsp:sp modelId="{1CBED1D5-64A1-42FE-9632-E28DFA49E798}">
      <dsp:nvSpPr>
        <dsp:cNvPr id="0" name=""/>
        <dsp:cNvSpPr/>
      </dsp:nvSpPr>
      <dsp:spPr>
        <a:xfrm rot="5400000">
          <a:off x="5160327" y="1345474"/>
          <a:ext cx="871601" cy="5266944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b="1" kern="1200" dirty="0"/>
            <a:t>УП ПРИЗНАННАЯ МЕТОДОЛОГИЯ ДЕЯТЕЛЬНОСТИ ВО ВСЕХ РАЗЛИТЫХ СТРАНАХ</a:t>
          </a:r>
        </a:p>
      </dsp:txBody>
      <dsp:txXfrm rot="-5400000">
        <a:off x="2962656" y="3585693"/>
        <a:ext cx="5224396" cy="786505"/>
      </dsp:txXfrm>
    </dsp:sp>
    <dsp:sp modelId="{D8C0B5C2-0CC1-48CC-8F23-F33229D78320}">
      <dsp:nvSpPr>
        <dsp:cNvPr id="0" name=""/>
        <dsp:cNvSpPr/>
      </dsp:nvSpPr>
      <dsp:spPr>
        <a:xfrm>
          <a:off x="0" y="3434195"/>
          <a:ext cx="2962656" cy="1089501"/>
        </a:xfrm>
        <a:prstGeom prst="roundRect">
          <a:avLst/>
        </a:prstGeom>
        <a:solidFill>
          <a:schemeClr val="accent4">
            <a:lumMod val="5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kern="1200" dirty="0"/>
            <a:t>В НАСТОЯШЕЕ ВРЕМЯ</a:t>
          </a:r>
        </a:p>
      </dsp:txBody>
      <dsp:txXfrm>
        <a:off x="53185" y="3487380"/>
        <a:ext cx="2856286" cy="98313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883CDB-A793-4B2E-A42E-9D6A3BEC0F6B}">
      <dsp:nvSpPr>
        <dsp:cNvPr id="0" name=""/>
        <dsp:cNvSpPr/>
      </dsp:nvSpPr>
      <dsp:spPr>
        <a:xfrm>
          <a:off x="0" y="1346058"/>
          <a:ext cx="8781691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0F1017-7C7A-437F-A11F-DBC3A52D1D70}">
      <dsp:nvSpPr>
        <dsp:cNvPr id="0" name=""/>
        <dsp:cNvSpPr/>
      </dsp:nvSpPr>
      <dsp:spPr>
        <a:xfrm>
          <a:off x="418073" y="1124658"/>
          <a:ext cx="8361465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2349" tIns="0" rIns="23234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Дальнейшее развитие управления рисками проекта</a:t>
          </a:r>
        </a:p>
      </dsp:txBody>
      <dsp:txXfrm>
        <a:off x="439689" y="1146274"/>
        <a:ext cx="8318233" cy="399568"/>
      </dsp:txXfrm>
    </dsp:sp>
    <dsp:sp modelId="{07B4DA5C-8D4D-4BC0-8BB6-B3986FA3C271}">
      <dsp:nvSpPr>
        <dsp:cNvPr id="0" name=""/>
        <dsp:cNvSpPr/>
      </dsp:nvSpPr>
      <dsp:spPr>
        <a:xfrm>
          <a:off x="0" y="2026458"/>
          <a:ext cx="8781691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AF5CDF-6630-466B-BA67-7D78A8B3F25F}">
      <dsp:nvSpPr>
        <dsp:cNvPr id="0" name=""/>
        <dsp:cNvSpPr/>
      </dsp:nvSpPr>
      <dsp:spPr>
        <a:xfrm>
          <a:off x="418073" y="1805058"/>
          <a:ext cx="8361465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2349" tIns="0" rIns="23234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Совершенствование методов </a:t>
          </a:r>
          <a:r>
            <a:rPr lang="ru-RU" sz="1500" kern="1200" dirty="0" err="1"/>
            <a:t>командообразования</a:t>
          </a:r>
          <a:endParaRPr lang="ru-RU" sz="1500" kern="1200" dirty="0"/>
        </a:p>
      </dsp:txBody>
      <dsp:txXfrm>
        <a:off x="439689" y="1826674"/>
        <a:ext cx="8318233" cy="399568"/>
      </dsp:txXfrm>
    </dsp:sp>
    <dsp:sp modelId="{7D31502B-A0A5-46C6-AFAD-A3A2EE119AF8}">
      <dsp:nvSpPr>
        <dsp:cNvPr id="0" name=""/>
        <dsp:cNvSpPr/>
      </dsp:nvSpPr>
      <dsp:spPr>
        <a:xfrm>
          <a:off x="0" y="2706859"/>
          <a:ext cx="8781691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910314-C3BB-48FA-81E5-1A97E45490E4}">
      <dsp:nvSpPr>
        <dsp:cNvPr id="0" name=""/>
        <dsp:cNvSpPr/>
      </dsp:nvSpPr>
      <dsp:spPr>
        <a:xfrm>
          <a:off x="430079" y="2485458"/>
          <a:ext cx="8343463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2349" tIns="0" rIns="23234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Развитие  информационных технологий в области проектного  управления</a:t>
          </a:r>
        </a:p>
      </dsp:txBody>
      <dsp:txXfrm>
        <a:off x="451695" y="2507074"/>
        <a:ext cx="8300231" cy="399568"/>
      </dsp:txXfrm>
    </dsp:sp>
    <dsp:sp modelId="{BE6C2D45-E241-4C45-AB54-3DADD336CDF9}">
      <dsp:nvSpPr>
        <dsp:cNvPr id="0" name=""/>
        <dsp:cNvSpPr/>
      </dsp:nvSpPr>
      <dsp:spPr>
        <a:xfrm>
          <a:off x="0" y="3410615"/>
          <a:ext cx="8781691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CA7FBD-B607-40AE-AA69-539603E1DBF3}">
      <dsp:nvSpPr>
        <dsp:cNvPr id="0" name=""/>
        <dsp:cNvSpPr/>
      </dsp:nvSpPr>
      <dsp:spPr>
        <a:xfrm>
          <a:off x="418073" y="3165859"/>
          <a:ext cx="8361465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2349" tIns="0" rIns="23234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Разработка новых стандартов</a:t>
          </a:r>
        </a:p>
      </dsp:txBody>
      <dsp:txXfrm>
        <a:off x="439689" y="3187475"/>
        <a:ext cx="8318233" cy="399568"/>
      </dsp:txXfrm>
    </dsp:sp>
    <dsp:sp modelId="{9FCDDA6C-E594-482D-8E15-3CB8889DC949}">
      <dsp:nvSpPr>
        <dsp:cNvPr id="0" name=""/>
        <dsp:cNvSpPr/>
      </dsp:nvSpPr>
      <dsp:spPr>
        <a:xfrm>
          <a:off x="0" y="4067659"/>
          <a:ext cx="8781691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15A7A6-68EC-4332-A7A8-F5742C71DC01}">
      <dsp:nvSpPr>
        <dsp:cNvPr id="0" name=""/>
        <dsp:cNvSpPr/>
      </dsp:nvSpPr>
      <dsp:spPr>
        <a:xfrm>
          <a:off x="418073" y="3846259"/>
          <a:ext cx="8361465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2349" tIns="0" rIns="23234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Формирование национальных и международных программ сертификации</a:t>
          </a:r>
        </a:p>
      </dsp:txBody>
      <dsp:txXfrm>
        <a:off x="439689" y="3867875"/>
        <a:ext cx="8318233" cy="39956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B0672D-1569-47C6-BBAE-5C7B7A8B527A}">
      <dsp:nvSpPr>
        <dsp:cNvPr id="0" name=""/>
        <dsp:cNvSpPr/>
      </dsp:nvSpPr>
      <dsp:spPr>
        <a:xfrm>
          <a:off x="0" y="0"/>
          <a:ext cx="9001000" cy="1836204"/>
        </a:xfrm>
        <a:prstGeom prst="rect">
          <a:avLst/>
        </a:prstGeom>
        <a:solidFill>
          <a:schemeClr val="accent3"/>
        </a:solidFill>
        <a:ln w="22225" cap="flat" cmpd="sng" algn="ctr">
          <a:solidFill>
            <a:schemeClr val="lt1"/>
          </a:solidFill>
          <a:prstDash val="solid"/>
        </a:ln>
        <a:effectLst/>
      </dsp:spPr>
      <dsp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kern="1200" dirty="0"/>
            <a:t>Проекты обычно инициируются в результате одного или нескольких стратегических соображений:</a:t>
          </a:r>
        </a:p>
      </dsp:txBody>
      <dsp:txXfrm>
        <a:off x="0" y="0"/>
        <a:ext cx="9001000" cy="1836204"/>
      </dsp:txXfrm>
    </dsp:sp>
    <dsp:sp modelId="{42A38C54-E728-49E1-BB64-F135182E8CE3}">
      <dsp:nvSpPr>
        <dsp:cNvPr id="0" name=""/>
        <dsp:cNvSpPr/>
      </dsp:nvSpPr>
      <dsp:spPr>
        <a:xfrm>
          <a:off x="0" y="1816769"/>
          <a:ext cx="1799760" cy="385602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1" kern="1200" dirty="0"/>
            <a:t> требования рынка </a:t>
          </a:r>
        </a:p>
      </dsp:txBody>
      <dsp:txXfrm>
        <a:off x="0" y="1816769"/>
        <a:ext cx="1799760" cy="3856028"/>
      </dsp:txXfrm>
    </dsp:sp>
    <dsp:sp modelId="{C42A7BB1-C4F4-4494-B6E1-966CBF204D83}">
      <dsp:nvSpPr>
        <dsp:cNvPr id="0" name=""/>
        <dsp:cNvSpPr/>
      </dsp:nvSpPr>
      <dsp:spPr>
        <a:xfrm>
          <a:off x="1800859" y="1836204"/>
          <a:ext cx="1799760" cy="385602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1" kern="1200" dirty="0"/>
            <a:t>нужды организации </a:t>
          </a:r>
        </a:p>
      </dsp:txBody>
      <dsp:txXfrm>
        <a:off x="1800859" y="1836204"/>
        <a:ext cx="1799760" cy="3856028"/>
      </dsp:txXfrm>
    </dsp:sp>
    <dsp:sp modelId="{1394B382-C2CD-4DD2-A9B9-785225C63B05}">
      <dsp:nvSpPr>
        <dsp:cNvPr id="0" name=""/>
        <dsp:cNvSpPr/>
      </dsp:nvSpPr>
      <dsp:spPr>
        <a:xfrm>
          <a:off x="3600403" y="1857142"/>
          <a:ext cx="1799760" cy="385602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1" kern="1200" dirty="0"/>
            <a:t>требования заказчика </a:t>
          </a:r>
        </a:p>
      </dsp:txBody>
      <dsp:txXfrm>
        <a:off x="3600403" y="1857142"/>
        <a:ext cx="1799760" cy="3856028"/>
      </dsp:txXfrm>
    </dsp:sp>
    <dsp:sp modelId="{62E954ED-ACCC-4749-B864-A0115CF29F6A}">
      <dsp:nvSpPr>
        <dsp:cNvPr id="0" name=""/>
        <dsp:cNvSpPr/>
      </dsp:nvSpPr>
      <dsp:spPr>
        <a:xfrm>
          <a:off x="5400596" y="1857142"/>
          <a:ext cx="1799760" cy="385602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ru-RU" sz="1800" b="1" kern="1200" dirty="0"/>
            <a:t>Технологи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ru-RU" sz="1800" b="1" kern="1200" dirty="0" err="1"/>
            <a:t>ческий</a:t>
          </a:r>
          <a:r>
            <a:rPr lang="ru-RU" sz="1800" b="1" kern="1200" dirty="0"/>
            <a:t>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ru-RU" sz="1800" b="1" kern="1200" dirty="0"/>
            <a:t>прогресс </a:t>
          </a:r>
        </a:p>
      </dsp:txBody>
      <dsp:txXfrm>
        <a:off x="5400596" y="1857142"/>
        <a:ext cx="1799760" cy="3856028"/>
      </dsp:txXfrm>
    </dsp:sp>
    <dsp:sp modelId="{8AA4C930-4F83-47C6-96C9-1CDCF273238D}">
      <dsp:nvSpPr>
        <dsp:cNvPr id="0" name=""/>
        <dsp:cNvSpPr/>
      </dsp:nvSpPr>
      <dsp:spPr>
        <a:xfrm>
          <a:off x="7200140" y="1836204"/>
          <a:ext cx="1799760" cy="385602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ru-RU" sz="1800" b="1" kern="1200" dirty="0"/>
            <a:t>требования </a:t>
          </a:r>
          <a:r>
            <a:rPr lang="ru-RU" sz="1800" b="1" kern="1200" dirty="0" err="1"/>
            <a:t>законода</a:t>
          </a:r>
          <a:endParaRPr lang="ru-RU" sz="1800" b="1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ru-RU" sz="1800" b="1" kern="1200" dirty="0" err="1"/>
            <a:t>тельства</a:t>
          </a:r>
          <a:r>
            <a:rPr lang="ru-RU" sz="1800" b="1" kern="1200" dirty="0"/>
            <a:t> </a:t>
          </a:r>
        </a:p>
      </dsp:txBody>
      <dsp:txXfrm>
        <a:off x="7200140" y="1836204"/>
        <a:ext cx="1799760" cy="3856028"/>
      </dsp:txXfrm>
    </dsp:sp>
    <dsp:sp modelId="{FB5915F2-9128-4815-A4F7-09B89581B9EC}">
      <dsp:nvSpPr>
        <dsp:cNvPr id="0" name=""/>
        <dsp:cNvSpPr/>
      </dsp:nvSpPr>
      <dsp:spPr>
        <a:xfrm>
          <a:off x="0" y="5692232"/>
          <a:ext cx="9001000" cy="428447"/>
        </a:xfrm>
        <a:prstGeom prst="rect">
          <a:avLst/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E44B4B-803E-4AD7-A1F7-347FF6298E52}">
      <dsp:nvSpPr>
        <dsp:cNvPr id="0" name=""/>
        <dsp:cNvSpPr/>
      </dsp:nvSpPr>
      <dsp:spPr>
        <a:xfrm rot="5400000">
          <a:off x="5389684" y="-2193061"/>
          <a:ext cx="874404" cy="5484129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Системное программное обеспечение</a:t>
          </a:r>
        </a:p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Прикладное программное обеспечение</a:t>
          </a:r>
        </a:p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Программное обеспечение для разработки</a:t>
          </a:r>
        </a:p>
      </dsp:txBody>
      <dsp:txXfrm rot="-5400000">
        <a:off x="3084822" y="154486"/>
        <a:ext cx="5441444" cy="789034"/>
      </dsp:txXfrm>
    </dsp:sp>
    <dsp:sp modelId="{B59C481E-D49A-4D23-BC33-E72CF1343C8B}">
      <dsp:nvSpPr>
        <dsp:cNvPr id="0" name=""/>
        <dsp:cNvSpPr/>
      </dsp:nvSpPr>
      <dsp:spPr>
        <a:xfrm>
          <a:off x="0" y="0"/>
          <a:ext cx="3084822" cy="109300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 dirty="0"/>
            <a:t>1.	По типу функциональности</a:t>
          </a:r>
          <a:r>
            <a:rPr lang="ru-RU" sz="1200" kern="1200" dirty="0"/>
            <a:t>:</a:t>
          </a:r>
        </a:p>
      </dsp:txBody>
      <dsp:txXfrm>
        <a:off x="53356" y="53356"/>
        <a:ext cx="2978110" cy="986294"/>
      </dsp:txXfrm>
    </dsp:sp>
    <dsp:sp modelId="{2DF044BF-A3D7-4167-83A8-3F3F8E4DCC99}">
      <dsp:nvSpPr>
        <dsp:cNvPr id="0" name=""/>
        <dsp:cNvSpPr/>
      </dsp:nvSpPr>
      <dsp:spPr>
        <a:xfrm rot="5400000">
          <a:off x="5389684" y="-1045405"/>
          <a:ext cx="874404" cy="5484129"/>
        </a:xfrm>
        <a:prstGeom prst="round2SameRect">
          <a:avLst/>
        </a:prstGeom>
        <a:solidFill>
          <a:schemeClr val="accent2">
            <a:tint val="40000"/>
            <a:alpha val="90000"/>
            <a:hueOff val="-439352"/>
            <a:satOff val="-1656"/>
            <a:lumOff val="181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439352"/>
              <a:satOff val="-1656"/>
              <a:lumOff val="18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Коммерческое программное обеспечение</a:t>
          </a:r>
        </a:p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Бесплатное программное обеспечение</a:t>
          </a:r>
        </a:p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Свободное программное обеспечение </a:t>
          </a:r>
        </a:p>
      </dsp:txBody>
      <dsp:txXfrm rot="-5400000">
        <a:off x="3084822" y="1302142"/>
        <a:ext cx="5441444" cy="789034"/>
      </dsp:txXfrm>
    </dsp:sp>
    <dsp:sp modelId="{06970DEB-424D-47A3-AD50-DF159779A3D3}">
      <dsp:nvSpPr>
        <dsp:cNvPr id="0" name=""/>
        <dsp:cNvSpPr/>
      </dsp:nvSpPr>
      <dsp:spPr>
        <a:xfrm>
          <a:off x="0" y="1150156"/>
          <a:ext cx="3084822" cy="1093006"/>
        </a:xfrm>
        <a:prstGeom prst="roundRect">
          <a:avLst/>
        </a:prstGeom>
        <a:solidFill>
          <a:schemeClr val="accent2">
            <a:hueOff val="-361550"/>
            <a:satOff val="-2481"/>
            <a:lumOff val="127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 dirty="0"/>
            <a:t>2. По способу распространения</a:t>
          </a:r>
        </a:p>
      </dsp:txBody>
      <dsp:txXfrm>
        <a:off x="53356" y="1203512"/>
        <a:ext cx="2978110" cy="986294"/>
      </dsp:txXfrm>
    </dsp:sp>
    <dsp:sp modelId="{82B4CF44-E8D8-487D-941E-6EFE7A80287A}">
      <dsp:nvSpPr>
        <dsp:cNvPr id="0" name=""/>
        <dsp:cNvSpPr/>
      </dsp:nvSpPr>
      <dsp:spPr>
        <a:xfrm rot="5400000">
          <a:off x="5286828" y="102251"/>
          <a:ext cx="1080117" cy="5484129"/>
        </a:xfrm>
        <a:prstGeom prst="round2SameRect">
          <a:avLst/>
        </a:prstGeom>
        <a:solidFill>
          <a:schemeClr val="accent2">
            <a:tint val="40000"/>
            <a:alpha val="90000"/>
            <a:hueOff val="-878705"/>
            <a:satOff val="-3312"/>
            <a:lumOff val="361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878705"/>
              <a:satOff val="-3312"/>
              <a:lumOff val="3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0" lvl="1" indent="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Бизнес-приложения</a:t>
          </a:r>
        </a:p>
        <a:p>
          <a:pPr marL="0" lvl="1" indent="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Медиа-приложения</a:t>
          </a:r>
        </a:p>
        <a:p>
          <a:pPr marL="0" lvl="1" indent="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ru-RU" sz="1600" kern="1200" dirty="0"/>
            <a:t>Научные и инженерные приложения Образовательное программное обеспечение</a:t>
          </a:r>
        </a:p>
      </dsp:txBody>
      <dsp:txXfrm rot="-5400000">
        <a:off x="3084823" y="2356984"/>
        <a:ext cx="5431402" cy="974663"/>
      </dsp:txXfrm>
    </dsp:sp>
    <dsp:sp modelId="{043E7C66-3309-4C6F-B796-4F2BB3AB231F}">
      <dsp:nvSpPr>
        <dsp:cNvPr id="0" name=""/>
        <dsp:cNvSpPr/>
      </dsp:nvSpPr>
      <dsp:spPr>
        <a:xfrm>
          <a:off x="0" y="2304261"/>
          <a:ext cx="3084822" cy="1093006"/>
        </a:xfrm>
        <a:prstGeom prst="roundRect">
          <a:avLst/>
        </a:prstGeom>
        <a:solidFill>
          <a:schemeClr val="accent2">
            <a:hueOff val="-723100"/>
            <a:satOff val="-4962"/>
            <a:lumOff val="254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 dirty="0"/>
            <a:t>3.	По специализации:</a:t>
          </a:r>
        </a:p>
      </dsp:txBody>
      <dsp:txXfrm>
        <a:off x="53356" y="2357617"/>
        <a:ext cx="2978110" cy="986294"/>
      </dsp:txXfrm>
    </dsp:sp>
    <dsp:sp modelId="{08626A3A-2629-48C1-B114-49AD878D6BDE}">
      <dsp:nvSpPr>
        <dsp:cNvPr id="0" name=""/>
        <dsp:cNvSpPr/>
      </dsp:nvSpPr>
      <dsp:spPr>
        <a:xfrm rot="5400000">
          <a:off x="5389684" y="1249907"/>
          <a:ext cx="874404" cy="5484129"/>
        </a:xfrm>
        <a:prstGeom prst="round2SameRect">
          <a:avLst/>
        </a:prstGeom>
        <a:solidFill>
          <a:schemeClr val="accent2">
            <a:tint val="40000"/>
            <a:alpha val="90000"/>
            <a:hueOff val="-1318057"/>
            <a:satOff val="-4968"/>
            <a:lumOff val="542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1318057"/>
              <a:satOff val="-4968"/>
              <a:lumOff val="54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b="0" kern="1200" dirty="0"/>
            <a:t>Для настольных компьютеров </a:t>
          </a:r>
        </a:p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b="0" kern="1200" dirty="0"/>
            <a:t>Для мобильных устройств </a:t>
          </a:r>
        </a:p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b="0" kern="1200" dirty="0"/>
            <a:t>Для веб-браузеров</a:t>
          </a:r>
        </a:p>
      </dsp:txBody>
      <dsp:txXfrm rot="-5400000">
        <a:off x="3084822" y="3597455"/>
        <a:ext cx="5441444" cy="789034"/>
      </dsp:txXfrm>
    </dsp:sp>
    <dsp:sp modelId="{8EBD77B4-1468-48FC-8B4E-69166426DFFD}">
      <dsp:nvSpPr>
        <dsp:cNvPr id="0" name=""/>
        <dsp:cNvSpPr/>
      </dsp:nvSpPr>
      <dsp:spPr>
        <a:xfrm>
          <a:off x="0" y="3354717"/>
          <a:ext cx="3084822" cy="1093006"/>
        </a:xfrm>
        <a:prstGeom prst="roundRect">
          <a:avLst/>
        </a:prstGeom>
        <a:solidFill>
          <a:schemeClr val="accent2">
            <a:hueOff val="-1084650"/>
            <a:satOff val="-7443"/>
            <a:lumOff val="382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 dirty="0"/>
            <a:t>4. По платформе</a:t>
          </a:r>
        </a:p>
      </dsp:txBody>
      <dsp:txXfrm>
        <a:off x="53356" y="3408073"/>
        <a:ext cx="2978110" cy="986294"/>
      </dsp:txXfrm>
    </dsp:sp>
    <dsp:sp modelId="{166EB011-3549-4D2C-A26F-3D94294480EB}">
      <dsp:nvSpPr>
        <dsp:cNvPr id="0" name=""/>
        <dsp:cNvSpPr/>
      </dsp:nvSpPr>
      <dsp:spPr>
        <a:xfrm rot="5400000">
          <a:off x="5389684" y="2437402"/>
          <a:ext cx="874404" cy="5484129"/>
        </a:xfrm>
        <a:prstGeom prst="round2SameRect">
          <a:avLst/>
        </a:prstGeom>
        <a:solidFill>
          <a:schemeClr val="accent2">
            <a:tint val="40000"/>
            <a:alpha val="90000"/>
            <a:hueOff val="-1757410"/>
            <a:satOff val="-6624"/>
            <a:lumOff val="722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1757410"/>
              <a:satOff val="-6624"/>
              <a:lumOff val="72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Проприетарное программное обеспечение</a:t>
          </a:r>
        </a:p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Открытое программное обеспечение</a:t>
          </a:r>
        </a:p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Свободное программное обеспечение</a:t>
          </a:r>
        </a:p>
      </dsp:txBody>
      <dsp:txXfrm rot="-5400000">
        <a:off x="3084822" y="4784950"/>
        <a:ext cx="5441444" cy="789034"/>
      </dsp:txXfrm>
    </dsp:sp>
    <dsp:sp modelId="{52950AFE-3079-4B76-A641-C2C7A74D727C}">
      <dsp:nvSpPr>
        <dsp:cNvPr id="0" name=""/>
        <dsp:cNvSpPr/>
      </dsp:nvSpPr>
      <dsp:spPr>
        <a:xfrm>
          <a:off x="0" y="4561253"/>
          <a:ext cx="3084822" cy="1093006"/>
        </a:xfrm>
        <a:prstGeom prst="roundRect">
          <a:avLst/>
        </a:prstGeom>
        <a:solidFill>
          <a:schemeClr val="accent2">
            <a:hueOff val="-1446200"/>
            <a:satOff val="-9924"/>
            <a:lumOff val="509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 dirty="0"/>
            <a:t>5. По уровню доступа к исходному коду</a:t>
          </a:r>
        </a:p>
      </dsp:txBody>
      <dsp:txXfrm>
        <a:off x="53356" y="4614609"/>
        <a:ext cx="2978110" cy="98629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DF1CEC-3B5D-4BDC-BF8E-7F109D7E3084}">
      <dsp:nvSpPr>
        <dsp:cNvPr id="0" name=""/>
        <dsp:cNvSpPr/>
      </dsp:nvSpPr>
      <dsp:spPr>
        <a:xfrm>
          <a:off x="0" y="395309"/>
          <a:ext cx="8928992" cy="6048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2B8C57-1B9D-44DA-8238-478AF0E676E6}">
      <dsp:nvSpPr>
        <dsp:cNvPr id="0" name=""/>
        <dsp:cNvSpPr/>
      </dsp:nvSpPr>
      <dsp:spPr>
        <a:xfrm>
          <a:off x="446449" y="41069"/>
          <a:ext cx="6250294" cy="7084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246" tIns="0" rIns="23624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/>
            <a:t>Сложность оценки эффективности: Трудно точно измерить результаты и влияние проектов.</a:t>
          </a:r>
          <a:endParaRPr lang="ru-BY" sz="1600" b="1" kern="1200" dirty="0"/>
        </a:p>
      </dsp:txBody>
      <dsp:txXfrm>
        <a:off x="481034" y="75654"/>
        <a:ext cx="6181124" cy="639310"/>
      </dsp:txXfrm>
    </dsp:sp>
    <dsp:sp modelId="{C3D7D0DB-5991-46E1-B620-81DFFEFD0CA0}">
      <dsp:nvSpPr>
        <dsp:cNvPr id="0" name=""/>
        <dsp:cNvSpPr/>
      </dsp:nvSpPr>
      <dsp:spPr>
        <a:xfrm>
          <a:off x="0" y="1483949"/>
          <a:ext cx="8928992" cy="6048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406310-F00A-4A6C-A0B5-CC063123155B}">
      <dsp:nvSpPr>
        <dsp:cNvPr id="0" name=""/>
        <dsp:cNvSpPr/>
      </dsp:nvSpPr>
      <dsp:spPr>
        <a:xfrm>
          <a:off x="446449" y="1129709"/>
          <a:ext cx="6250294" cy="7084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246" tIns="0" rIns="23624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/>
            <a:t>Высокий уровень риска: Неопределенности могут привести к значительным проблемам.</a:t>
          </a:r>
          <a:endParaRPr lang="ru-BY" sz="1600" b="1" kern="1200" dirty="0"/>
        </a:p>
      </dsp:txBody>
      <dsp:txXfrm>
        <a:off x="481034" y="1164294"/>
        <a:ext cx="6181124" cy="639310"/>
      </dsp:txXfrm>
    </dsp:sp>
    <dsp:sp modelId="{4B53FC32-660F-4075-80C8-5953C72DA81B}">
      <dsp:nvSpPr>
        <dsp:cNvPr id="0" name=""/>
        <dsp:cNvSpPr/>
      </dsp:nvSpPr>
      <dsp:spPr>
        <a:xfrm>
          <a:off x="0" y="2572589"/>
          <a:ext cx="8928992" cy="6048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CD93DC-2A42-430B-AA3A-3C29C8FD083A}">
      <dsp:nvSpPr>
        <dsp:cNvPr id="0" name=""/>
        <dsp:cNvSpPr/>
      </dsp:nvSpPr>
      <dsp:spPr>
        <a:xfrm>
          <a:off x="446449" y="2218349"/>
          <a:ext cx="6250294" cy="7084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246" tIns="0" rIns="23624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/>
            <a:t>Широкая огласка ошибок: Любые просчёты становятся известны большой аудитории.</a:t>
          </a:r>
          <a:endParaRPr lang="ru-BY" sz="1600" b="1" kern="1200" dirty="0"/>
        </a:p>
      </dsp:txBody>
      <dsp:txXfrm>
        <a:off x="481034" y="2252934"/>
        <a:ext cx="6181124" cy="639310"/>
      </dsp:txXfrm>
    </dsp:sp>
    <dsp:sp modelId="{B48D3C0B-ABEC-4821-88B4-F092A3CB6EE3}">
      <dsp:nvSpPr>
        <dsp:cNvPr id="0" name=""/>
        <dsp:cNvSpPr/>
      </dsp:nvSpPr>
      <dsp:spPr>
        <a:xfrm>
          <a:off x="0" y="3661229"/>
          <a:ext cx="8928992" cy="6048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5208DB-645C-418F-BDAF-400E741C1D7B}">
      <dsp:nvSpPr>
        <dsp:cNvPr id="0" name=""/>
        <dsp:cNvSpPr/>
      </dsp:nvSpPr>
      <dsp:spPr>
        <a:xfrm>
          <a:off x="446449" y="3306989"/>
          <a:ext cx="6250294" cy="7084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246" tIns="0" rIns="23624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/>
            <a:t>Значительные бюджеты: Часто требуются большие финансовые ресурсы.</a:t>
          </a:r>
          <a:endParaRPr lang="ru-BY" sz="1600" b="1" kern="1200" dirty="0"/>
        </a:p>
      </dsp:txBody>
      <dsp:txXfrm>
        <a:off x="481034" y="3341574"/>
        <a:ext cx="6181124" cy="639310"/>
      </dsp:txXfrm>
    </dsp:sp>
    <dsp:sp modelId="{E700AE8E-B8FD-4AB5-A97A-F2AAC6FF2DB2}">
      <dsp:nvSpPr>
        <dsp:cNvPr id="0" name=""/>
        <dsp:cNvSpPr/>
      </dsp:nvSpPr>
      <dsp:spPr>
        <a:xfrm>
          <a:off x="0" y="4749868"/>
          <a:ext cx="8928992" cy="6048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A2946E-BF50-4C2C-9316-33699F710A31}">
      <dsp:nvSpPr>
        <dsp:cNvPr id="0" name=""/>
        <dsp:cNvSpPr/>
      </dsp:nvSpPr>
      <dsp:spPr>
        <a:xfrm>
          <a:off x="446449" y="4395628"/>
          <a:ext cx="6250294" cy="7084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246" tIns="0" rIns="23624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 dirty="0"/>
            <a:t>Специфичное разделение ролей: Четкое разграничение между заказчиком и исполнителем</a:t>
          </a:r>
          <a:r>
            <a:rPr lang="ru-RU" sz="900" kern="1200" dirty="0"/>
            <a:t>.</a:t>
          </a:r>
          <a:endParaRPr lang="ru-BY" sz="900" kern="1200" dirty="0"/>
        </a:p>
      </dsp:txBody>
      <dsp:txXfrm>
        <a:off x="481034" y="4430213"/>
        <a:ext cx="6181124" cy="63931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6B3532-5048-4530-8FB7-0C366425C1A2}">
      <dsp:nvSpPr>
        <dsp:cNvPr id="0" name=""/>
        <dsp:cNvSpPr/>
      </dsp:nvSpPr>
      <dsp:spPr>
        <a:xfrm>
          <a:off x="0" y="0"/>
          <a:ext cx="8229600" cy="1511055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l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Управленческая деятельность, направленная на достижение определенных результатов в условиях заданных  параметров (срок, бюджет, ресурсы и др.)</a:t>
          </a:r>
        </a:p>
      </dsp:txBody>
      <dsp:txXfrm>
        <a:off x="73764" y="73764"/>
        <a:ext cx="8082072" cy="1363527"/>
      </dsp:txXfrm>
    </dsp:sp>
    <dsp:sp modelId="{05D1D5AE-BD65-4BF6-BE01-C9E45992A01D}">
      <dsp:nvSpPr>
        <dsp:cNvPr id="0" name=""/>
        <dsp:cNvSpPr/>
      </dsp:nvSpPr>
      <dsp:spPr>
        <a:xfrm>
          <a:off x="0" y="1444037"/>
          <a:ext cx="8229600" cy="1511055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l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Приложение знаний, навыков, инструментов и методов к работам проекта для удовлетворения требований, предъявляемых к проекту </a:t>
          </a:r>
        </a:p>
      </dsp:txBody>
      <dsp:txXfrm>
        <a:off x="73764" y="1517801"/>
        <a:ext cx="8082072" cy="1363527"/>
      </dsp:txXfrm>
    </dsp:sp>
    <dsp:sp modelId="{E2331BF4-D34B-4EC2-A55A-E4806CFB5D32}">
      <dsp:nvSpPr>
        <dsp:cNvPr id="0" name=""/>
        <dsp:cNvSpPr/>
      </dsp:nvSpPr>
      <dsp:spPr>
        <a:xfrm>
          <a:off x="0" y="3186372"/>
          <a:ext cx="8229600" cy="1511055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l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 Создание временной динамичной организационной структуры для выполнения работ проекта, привлечение ресурсов и технологий, а также применение управленческих знаний и компетенций</a:t>
          </a:r>
        </a:p>
      </dsp:txBody>
      <dsp:txXfrm>
        <a:off x="73764" y="3260136"/>
        <a:ext cx="8082072" cy="136352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CFBCCD-8685-406C-9ED0-FC4A8E2956FA}">
      <dsp:nvSpPr>
        <dsp:cNvPr id="0" name=""/>
        <dsp:cNvSpPr/>
      </dsp:nvSpPr>
      <dsp:spPr>
        <a:xfrm rot="5400000">
          <a:off x="4947701" y="-3156766"/>
          <a:ext cx="762694" cy="727086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500" kern="1200" dirty="0"/>
            <a:t>Предметная цель задает, по возможности, точно сформулированное задание, которое должно быть выполнено, и указывает определенные признаки качества, которые при этом должны быть достигнут</a:t>
          </a:r>
        </a:p>
      </dsp:txBody>
      <dsp:txXfrm rot="-5400000">
        <a:off x="1693616" y="134551"/>
        <a:ext cx="7233633" cy="688230"/>
      </dsp:txXfrm>
    </dsp:sp>
    <dsp:sp modelId="{A9089F99-9308-4B0A-B32E-0766DB89F22E}">
      <dsp:nvSpPr>
        <dsp:cNvPr id="0" name=""/>
        <dsp:cNvSpPr/>
      </dsp:nvSpPr>
      <dsp:spPr>
        <a:xfrm>
          <a:off x="6" y="1982"/>
          <a:ext cx="1693609" cy="9533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Предметные цели / качество </a:t>
          </a:r>
        </a:p>
      </dsp:txBody>
      <dsp:txXfrm>
        <a:off x="46546" y="48522"/>
        <a:ext cx="1600529" cy="860287"/>
      </dsp:txXfrm>
    </dsp:sp>
    <dsp:sp modelId="{18D1ADD2-13CF-4294-A519-368ACC4A036B}">
      <dsp:nvSpPr>
        <dsp:cNvPr id="0" name=""/>
        <dsp:cNvSpPr/>
      </dsp:nvSpPr>
      <dsp:spPr>
        <a:xfrm rot="5400000">
          <a:off x="4364612" y="-1669974"/>
          <a:ext cx="762694" cy="629935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500" kern="1200" dirty="0"/>
            <a:t>Рамки времени, в течение которого проект должен быть успешно завершен. </a:t>
          </a:r>
        </a:p>
      </dsp:txBody>
      <dsp:txXfrm rot="-5400000">
        <a:off x="1596283" y="1135587"/>
        <a:ext cx="6262120" cy="688230"/>
      </dsp:txXfrm>
    </dsp:sp>
    <dsp:sp modelId="{0D2A8931-F141-4B7A-BA2D-5E370A8D14A6}">
      <dsp:nvSpPr>
        <dsp:cNvPr id="0" name=""/>
        <dsp:cNvSpPr/>
      </dsp:nvSpPr>
      <dsp:spPr>
        <a:xfrm>
          <a:off x="6" y="1003018"/>
          <a:ext cx="1596277" cy="9533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Цели по срокам </a:t>
          </a:r>
        </a:p>
      </dsp:txBody>
      <dsp:txXfrm>
        <a:off x="46546" y="1049558"/>
        <a:ext cx="1503197" cy="860287"/>
      </dsp:txXfrm>
    </dsp:sp>
    <dsp:sp modelId="{A109AF05-DD16-4AF4-81BA-367A5BEDA489}">
      <dsp:nvSpPr>
        <dsp:cNvPr id="0" name=""/>
        <dsp:cNvSpPr/>
      </dsp:nvSpPr>
      <dsp:spPr>
        <a:xfrm rot="5400000">
          <a:off x="4462013" y="-770889"/>
          <a:ext cx="762694" cy="650325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500" kern="1200" dirty="0"/>
            <a:t>Реализация проекта не должна превышать рамки заданных расходов</a:t>
          </a:r>
        </a:p>
      </dsp:txBody>
      <dsp:txXfrm rot="-5400000">
        <a:off x="1591733" y="2136623"/>
        <a:ext cx="6466022" cy="688230"/>
      </dsp:txXfrm>
    </dsp:sp>
    <dsp:sp modelId="{E5071FC7-C162-4B42-9D0C-CF89221C4A9B}">
      <dsp:nvSpPr>
        <dsp:cNvPr id="0" name=""/>
        <dsp:cNvSpPr/>
      </dsp:nvSpPr>
      <dsp:spPr>
        <a:xfrm>
          <a:off x="67246" y="2016228"/>
          <a:ext cx="1591727" cy="9533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e-BY" sz="1700" kern="1200" dirty="0"/>
            <a:t>Цели по расходам</a:t>
          </a:r>
          <a:endParaRPr lang="ru-RU" sz="1700" kern="1200" dirty="0"/>
        </a:p>
      </dsp:txBody>
      <dsp:txXfrm>
        <a:off x="113786" y="2062768"/>
        <a:ext cx="1498647" cy="860287"/>
      </dsp:txXfrm>
    </dsp:sp>
    <dsp:sp modelId="{1A52C53A-0A52-4F15-AC0C-2D5154FD141A}">
      <dsp:nvSpPr>
        <dsp:cNvPr id="0" name=""/>
        <dsp:cNvSpPr/>
      </dsp:nvSpPr>
      <dsp:spPr>
        <a:xfrm>
          <a:off x="0" y="3007072"/>
          <a:ext cx="1787038" cy="9533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Особые цели</a:t>
          </a:r>
        </a:p>
      </dsp:txBody>
      <dsp:txXfrm>
        <a:off x="46540" y="3053612"/>
        <a:ext cx="1693958" cy="86028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F6F18E-204A-4BEE-815B-51C5B9A1C1CC}">
      <dsp:nvSpPr>
        <dsp:cNvPr id="0" name=""/>
        <dsp:cNvSpPr/>
      </dsp:nvSpPr>
      <dsp:spPr>
        <a:xfrm>
          <a:off x="0" y="260572"/>
          <a:ext cx="8208912" cy="719549"/>
        </a:xfrm>
        <a:prstGeom prst="roundRect">
          <a:avLst/>
        </a:prstGeom>
        <a:solidFill>
          <a:schemeClr val="accent4">
            <a:shade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Введение</a:t>
          </a:r>
          <a:endParaRPr lang="ru-BY" sz="3000" kern="1200" dirty="0"/>
        </a:p>
      </dsp:txBody>
      <dsp:txXfrm>
        <a:off x="35125" y="295697"/>
        <a:ext cx="8138662" cy="649299"/>
      </dsp:txXfrm>
    </dsp:sp>
    <dsp:sp modelId="{3BFCF3F9-5468-46F8-9F26-438DF3F33FC4}">
      <dsp:nvSpPr>
        <dsp:cNvPr id="0" name=""/>
        <dsp:cNvSpPr/>
      </dsp:nvSpPr>
      <dsp:spPr>
        <a:xfrm>
          <a:off x="0" y="1066522"/>
          <a:ext cx="8208912" cy="719549"/>
        </a:xfrm>
        <a:prstGeom prst="roundRect">
          <a:avLst/>
        </a:prstGeom>
        <a:solidFill>
          <a:schemeClr val="accent4">
            <a:shade val="50000"/>
            <a:hueOff val="9853"/>
            <a:satOff val="-798"/>
            <a:lumOff val="1641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Каркас управления проектами</a:t>
          </a:r>
          <a:endParaRPr lang="ru-BY" sz="3000" kern="1200" dirty="0"/>
        </a:p>
      </dsp:txBody>
      <dsp:txXfrm>
        <a:off x="35125" y="1101647"/>
        <a:ext cx="8138662" cy="649299"/>
      </dsp:txXfrm>
    </dsp:sp>
    <dsp:sp modelId="{F4341C59-38FF-4C1D-B217-BFD0C3D5E4F3}">
      <dsp:nvSpPr>
        <dsp:cNvPr id="0" name=""/>
        <dsp:cNvSpPr/>
      </dsp:nvSpPr>
      <dsp:spPr>
        <a:xfrm>
          <a:off x="0" y="1872472"/>
          <a:ext cx="8208912" cy="719549"/>
        </a:xfrm>
        <a:prstGeom prst="roundRect">
          <a:avLst/>
        </a:prstGeom>
        <a:solidFill>
          <a:schemeClr val="accent4">
            <a:shade val="50000"/>
            <a:hueOff val="19707"/>
            <a:satOff val="-1596"/>
            <a:lumOff val="328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Области знаний управления проектами</a:t>
          </a:r>
          <a:endParaRPr lang="ru-BY" sz="3000" kern="1200" dirty="0"/>
        </a:p>
      </dsp:txBody>
      <dsp:txXfrm>
        <a:off x="35125" y="1907597"/>
        <a:ext cx="8138662" cy="649299"/>
      </dsp:txXfrm>
    </dsp:sp>
    <dsp:sp modelId="{ECC4616C-01FF-4B4A-9386-8802106F5282}">
      <dsp:nvSpPr>
        <dsp:cNvPr id="0" name=""/>
        <dsp:cNvSpPr/>
      </dsp:nvSpPr>
      <dsp:spPr>
        <a:xfrm>
          <a:off x="0" y="2678422"/>
          <a:ext cx="8208912" cy="719549"/>
        </a:xfrm>
        <a:prstGeom prst="roundRect">
          <a:avLst/>
        </a:prstGeom>
        <a:solidFill>
          <a:schemeClr val="accent4">
            <a:shade val="50000"/>
            <a:hueOff val="19707"/>
            <a:satOff val="-1596"/>
            <a:lumOff val="328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Процессы управления проектами</a:t>
          </a:r>
          <a:endParaRPr lang="ru-BY" sz="3000" kern="1200" dirty="0"/>
        </a:p>
      </dsp:txBody>
      <dsp:txXfrm>
        <a:off x="35125" y="2713547"/>
        <a:ext cx="8138662" cy="649299"/>
      </dsp:txXfrm>
    </dsp:sp>
    <dsp:sp modelId="{8A2509AA-B793-45DB-B1D9-AF8F649A83A9}">
      <dsp:nvSpPr>
        <dsp:cNvPr id="0" name=""/>
        <dsp:cNvSpPr/>
      </dsp:nvSpPr>
      <dsp:spPr>
        <a:xfrm>
          <a:off x="0" y="3484372"/>
          <a:ext cx="8208912" cy="719549"/>
        </a:xfrm>
        <a:prstGeom prst="roundRect">
          <a:avLst/>
        </a:prstGeom>
        <a:solidFill>
          <a:schemeClr val="accent4">
            <a:shade val="50000"/>
            <a:hueOff val="9853"/>
            <a:satOff val="-798"/>
            <a:lumOff val="1641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just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Роль проектного менеджера</a:t>
          </a:r>
          <a:endParaRPr lang="ru-BY" sz="3000" kern="1200" dirty="0"/>
        </a:p>
      </dsp:txBody>
      <dsp:txXfrm>
        <a:off x="35125" y="3519497"/>
        <a:ext cx="8138662" cy="64929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F6F18E-204A-4BEE-815B-51C5B9A1C1CC}">
      <dsp:nvSpPr>
        <dsp:cNvPr id="0" name=""/>
        <dsp:cNvSpPr/>
      </dsp:nvSpPr>
      <dsp:spPr>
        <a:xfrm>
          <a:off x="0" y="63223"/>
          <a:ext cx="8784976" cy="503685"/>
        </a:xfrm>
        <a:prstGeom prst="roundRect">
          <a:avLst/>
        </a:prstGeom>
        <a:solidFill>
          <a:schemeClr val="accent4">
            <a:shade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Управление интеграцией проекта</a:t>
          </a:r>
          <a:endParaRPr lang="ru-BY" sz="2100" kern="1200" dirty="0"/>
        </a:p>
      </dsp:txBody>
      <dsp:txXfrm>
        <a:off x="24588" y="87811"/>
        <a:ext cx="8735800" cy="454509"/>
      </dsp:txXfrm>
    </dsp:sp>
    <dsp:sp modelId="{CA3B934A-6C2B-4E41-9B8C-9E3AD04A366C}">
      <dsp:nvSpPr>
        <dsp:cNvPr id="0" name=""/>
        <dsp:cNvSpPr/>
      </dsp:nvSpPr>
      <dsp:spPr>
        <a:xfrm>
          <a:off x="0" y="627388"/>
          <a:ext cx="8784976" cy="503685"/>
        </a:xfrm>
        <a:prstGeom prst="roundRect">
          <a:avLst/>
        </a:prstGeom>
        <a:solidFill>
          <a:schemeClr val="accent4">
            <a:shade val="50000"/>
            <a:hueOff val="5474"/>
            <a:satOff val="-443"/>
            <a:lumOff val="912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Управление содержанием проекта</a:t>
          </a:r>
          <a:endParaRPr lang="ru-BY" sz="2100" kern="1200" dirty="0"/>
        </a:p>
      </dsp:txBody>
      <dsp:txXfrm>
        <a:off x="24588" y="651976"/>
        <a:ext cx="8735800" cy="454509"/>
      </dsp:txXfrm>
    </dsp:sp>
    <dsp:sp modelId="{FFC564FC-0617-44E6-99FE-D85DA7E7EBC8}">
      <dsp:nvSpPr>
        <dsp:cNvPr id="0" name=""/>
        <dsp:cNvSpPr/>
      </dsp:nvSpPr>
      <dsp:spPr>
        <a:xfrm>
          <a:off x="0" y="1191554"/>
          <a:ext cx="8784976" cy="503685"/>
        </a:xfrm>
        <a:prstGeom prst="roundRect">
          <a:avLst/>
        </a:prstGeom>
        <a:solidFill>
          <a:schemeClr val="accent4">
            <a:shade val="50000"/>
            <a:hueOff val="10948"/>
            <a:satOff val="-887"/>
            <a:lumOff val="1823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Управление сроками проекта</a:t>
          </a:r>
          <a:endParaRPr lang="ru-BY" sz="2100" kern="1200" dirty="0"/>
        </a:p>
      </dsp:txBody>
      <dsp:txXfrm>
        <a:off x="24588" y="1216142"/>
        <a:ext cx="8735800" cy="454509"/>
      </dsp:txXfrm>
    </dsp:sp>
    <dsp:sp modelId="{F4341C59-38FF-4C1D-B217-BFD0C3D5E4F3}">
      <dsp:nvSpPr>
        <dsp:cNvPr id="0" name=""/>
        <dsp:cNvSpPr/>
      </dsp:nvSpPr>
      <dsp:spPr>
        <a:xfrm>
          <a:off x="0" y="1755718"/>
          <a:ext cx="8784976" cy="503685"/>
        </a:xfrm>
        <a:prstGeom prst="roundRect">
          <a:avLst/>
        </a:prstGeom>
        <a:solidFill>
          <a:schemeClr val="accent4">
            <a:shade val="50000"/>
            <a:hueOff val="16422"/>
            <a:satOff val="-1330"/>
            <a:lumOff val="2735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Управление стоимостью проекта</a:t>
          </a:r>
          <a:endParaRPr lang="ru-BY" sz="2100" kern="1200" dirty="0"/>
        </a:p>
      </dsp:txBody>
      <dsp:txXfrm>
        <a:off x="24588" y="1780306"/>
        <a:ext cx="8735800" cy="454509"/>
      </dsp:txXfrm>
    </dsp:sp>
    <dsp:sp modelId="{ECC4616C-01FF-4B4A-9386-8802106F5282}">
      <dsp:nvSpPr>
        <dsp:cNvPr id="0" name=""/>
        <dsp:cNvSpPr/>
      </dsp:nvSpPr>
      <dsp:spPr>
        <a:xfrm>
          <a:off x="0" y="2319884"/>
          <a:ext cx="8784976" cy="503685"/>
        </a:xfrm>
        <a:prstGeom prst="roundRect">
          <a:avLst/>
        </a:prstGeom>
        <a:solidFill>
          <a:schemeClr val="accent4">
            <a:shade val="50000"/>
            <a:hueOff val="21896"/>
            <a:satOff val="-1773"/>
            <a:lumOff val="3647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Управление качеством проекта</a:t>
          </a:r>
          <a:endParaRPr lang="ru-BY" sz="2100" kern="1200" dirty="0"/>
        </a:p>
      </dsp:txBody>
      <dsp:txXfrm>
        <a:off x="24588" y="2344472"/>
        <a:ext cx="8735800" cy="454509"/>
      </dsp:txXfrm>
    </dsp:sp>
    <dsp:sp modelId="{8A2509AA-B793-45DB-B1D9-AF8F649A83A9}">
      <dsp:nvSpPr>
        <dsp:cNvPr id="0" name=""/>
        <dsp:cNvSpPr/>
      </dsp:nvSpPr>
      <dsp:spPr>
        <a:xfrm>
          <a:off x="0" y="2884049"/>
          <a:ext cx="8784976" cy="503685"/>
        </a:xfrm>
        <a:prstGeom prst="roundRect">
          <a:avLst/>
        </a:prstGeom>
        <a:solidFill>
          <a:schemeClr val="accent4">
            <a:shade val="50000"/>
            <a:hueOff val="21896"/>
            <a:satOff val="-1773"/>
            <a:lumOff val="3647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Управление человеческими ресурсами проекта</a:t>
          </a:r>
          <a:endParaRPr lang="ru-BY" sz="2100" kern="1200" dirty="0"/>
        </a:p>
      </dsp:txBody>
      <dsp:txXfrm>
        <a:off x="24588" y="2908637"/>
        <a:ext cx="8735800" cy="454509"/>
      </dsp:txXfrm>
    </dsp:sp>
    <dsp:sp modelId="{98063C84-7A2B-42CC-8E9C-8E424CD0F858}">
      <dsp:nvSpPr>
        <dsp:cNvPr id="0" name=""/>
        <dsp:cNvSpPr/>
      </dsp:nvSpPr>
      <dsp:spPr>
        <a:xfrm>
          <a:off x="0" y="3448214"/>
          <a:ext cx="8784976" cy="503685"/>
        </a:xfrm>
        <a:prstGeom prst="roundRect">
          <a:avLst/>
        </a:prstGeom>
        <a:solidFill>
          <a:schemeClr val="accent4">
            <a:shade val="50000"/>
            <a:hueOff val="16422"/>
            <a:satOff val="-1330"/>
            <a:lumOff val="2735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Управление взаимодействием в проекте</a:t>
          </a:r>
          <a:endParaRPr lang="ru-BY" sz="2100" kern="1200" dirty="0"/>
        </a:p>
      </dsp:txBody>
      <dsp:txXfrm>
        <a:off x="24588" y="3472802"/>
        <a:ext cx="8735800" cy="454509"/>
      </dsp:txXfrm>
    </dsp:sp>
    <dsp:sp modelId="{9149C30E-4A8E-42DE-8EA3-94DD3C07B9B1}">
      <dsp:nvSpPr>
        <dsp:cNvPr id="0" name=""/>
        <dsp:cNvSpPr/>
      </dsp:nvSpPr>
      <dsp:spPr>
        <a:xfrm>
          <a:off x="0" y="4012379"/>
          <a:ext cx="8784976" cy="503685"/>
        </a:xfrm>
        <a:prstGeom prst="roundRect">
          <a:avLst/>
        </a:prstGeom>
        <a:solidFill>
          <a:schemeClr val="accent4">
            <a:shade val="50000"/>
            <a:hueOff val="10948"/>
            <a:satOff val="-887"/>
            <a:lumOff val="1823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Управление рисками проекта</a:t>
          </a:r>
          <a:endParaRPr lang="ru-BY" sz="2100" kern="1200" dirty="0"/>
        </a:p>
      </dsp:txBody>
      <dsp:txXfrm>
        <a:off x="24588" y="4036967"/>
        <a:ext cx="8735800" cy="454509"/>
      </dsp:txXfrm>
    </dsp:sp>
    <dsp:sp modelId="{B65F56D7-27F9-4D63-976C-A1800D131D9E}">
      <dsp:nvSpPr>
        <dsp:cNvPr id="0" name=""/>
        <dsp:cNvSpPr/>
      </dsp:nvSpPr>
      <dsp:spPr>
        <a:xfrm>
          <a:off x="0" y="4576544"/>
          <a:ext cx="8784976" cy="503685"/>
        </a:xfrm>
        <a:prstGeom prst="roundRect">
          <a:avLst/>
        </a:prstGeom>
        <a:solidFill>
          <a:schemeClr val="accent4">
            <a:shade val="50000"/>
            <a:hueOff val="5474"/>
            <a:satOff val="-443"/>
            <a:lumOff val="912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Управление контрактами проекта</a:t>
          </a:r>
          <a:endParaRPr lang="ru-BY" sz="2100" kern="1200" dirty="0"/>
        </a:p>
      </dsp:txBody>
      <dsp:txXfrm>
        <a:off x="24588" y="4601132"/>
        <a:ext cx="8735800" cy="45450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B48197-7358-48E2-B2E4-4E604B8B96FF}">
      <dsp:nvSpPr>
        <dsp:cNvPr id="0" name=""/>
        <dsp:cNvSpPr/>
      </dsp:nvSpPr>
      <dsp:spPr>
        <a:xfrm>
          <a:off x="0" y="61549"/>
          <a:ext cx="6570662" cy="4797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Непрерывная обоснованность бизнес-цели</a:t>
          </a:r>
          <a:endParaRPr lang="ru-BY" sz="2000" kern="1200" dirty="0"/>
        </a:p>
      </dsp:txBody>
      <dsp:txXfrm>
        <a:off x="23417" y="84966"/>
        <a:ext cx="6523828" cy="432866"/>
      </dsp:txXfrm>
    </dsp:sp>
    <dsp:sp modelId="{1C01DE86-FE8D-4A0C-9C78-562E47EAB1C5}">
      <dsp:nvSpPr>
        <dsp:cNvPr id="0" name=""/>
        <dsp:cNvSpPr/>
      </dsp:nvSpPr>
      <dsp:spPr>
        <a:xfrm>
          <a:off x="0" y="598849"/>
          <a:ext cx="6570662" cy="479700"/>
        </a:xfrm>
        <a:prstGeom prst="roundRect">
          <a:avLst/>
        </a:prstGeom>
        <a:solidFill>
          <a:schemeClr val="accent3">
            <a:hueOff val="292024"/>
            <a:satOff val="-5433"/>
            <a:lumOff val="-164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Роли и ответственности</a:t>
          </a:r>
          <a:endParaRPr lang="ru-BY" sz="2000" kern="1200" dirty="0"/>
        </a:p>
      </dsp:txBody>
      <dsp:txXfrm>
        <a:off x="23417" y="622266"/>
        <a:ext cx="6523828" cy="432866"/>
      </dsp:txXfrm>
    </dsp:sp>
    <dsp:sp modelId="{2D75584B-8F8A-4A46-A186-259BD7611704}">
      <dsp:nvSpPr>
        <dsp:cNvPr id="0" name=""/>
        <dsp:cNvSpPr/>
      </dsp:nvSpPr>
      <dsp:spPr>
        <a:xfrm>
          <a:off x="0" y="1136150"/>
          <a:ext cx="6570662" cy="479700"/>
        </a:xfrm>
        <a:prstGeom prst="roundRect">
          <a:avLst/>
        </a:prstGeom>
        <a:solidFill>
          <a:schemeClr val="accent3">
            <a:hueOff val="584048"/>
            <a:satOff val="-10866"/>
            <a:lumOff val="-329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Управление по стадиям</a:t>
          </a:r>
          <a:endParaRPr lang="ru-BY" sz="2000" kern="1200" dirty="0"/>
        </a:p>
      </dsp:txBody>
      <dsp:txXfrm>
        <a:off x="23417" y="1159567"/>
        <a:ext cx="6523828" cy="432866"/>
      </dsp:txXfrm>
    </dsp:sp>
    <dsp:sp modelId="{CDB8BA67-55E2-4016-B1AD-FAA1EF24FF53}">
      <dsp:nvSpPr>
        <dsp:cNvPr id="0" name=""/>
        <dsp:cNvSpPr/>
      </dsp:nvSpPr>
      <dsp:spPr>
        <a:xfrm>
          <a:off x="0" y="1673450"/>
          <a:ext cx="6570662" cy="479700"/>
        </a:xfrm>
        <a:prstGeom prst="roundRect">
          <a:avLst/>
        </a:prstGeom>
        <a:solidFill>
          <a:schemeClr val="accent3">
            <a:hueOff val="876072"/>
            <a:satOff val="-16298"/>
            <a:lumOff val="-494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Управление по исключениям</a:t>
          </a:r>
          <a:endParaRPr lang="ru-BY" sz="2000" kern="1200" dirty="0"/>
        </a:p>
      </dsp:txBody>
      <dsp:txXfrm>
        <a:off x="23417" y="1696867"/>
        <a:ext cx="6523828" cy="432866"/>
      </dsp:txXfrm>
    </dsp:sp>
    <dsp:sp modelId="{64CD0831-6DD1-4AC5-9C75-EAD2E33F4BB1}">
      <dsp:nvSpPr>
        <dsp:cNvPr id="0" name=""/>
        <dsp:cNvSpPr/>
      </dsp:nvSpPr>
      <dsp:spPr>
        <a:xfrm>
          <a:off x="0" y="2210750"/>
          <a:ext cx="6570662" cy="479700"/>
        </a:xfrm>
        <a:prstGeom prst="roundRect">
          <a:avLst/>
        </a:prstGeom>
        <a:solidFill>
          <a:schemeClr val="accent3">
            <a:hueOff val="1168096"/>
            <a:satOff val="-21731"/>
            <a:lumOff val="-658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Фокус на продуктах</a:t>
          </a:r>
          <a:endParaRPr lang="ru-BY" sz="2000" kern="1200" dirty="0"/>
        </a:p>
      </dsp:txBody>
      <dsp:txXfrm>
        <a:off x="23417" y="2234167"/>
        <a:ext cx="6523828" cy="432866"/>
      </dsp:txXfrm>
    </dsp:sp>
    <dsp:sp modelId="{DEA63034-1BCB-4DA3-9C45-FB4BCB4A5D2D}">
      <dsp:nvSpPr>
        <dsp:cNvPr id="0" name=""/>
        <dsp:cNvSpPr/>
      </dsp:nvSpPr>
      <dsp:spPr>
        <a:xfrm>
          <a:off x="0" y="2748050"/>
          <a:ext cx="6570662" cy="479700"/>
        </a:xfrm>
        <a:prstGeom prst="roundRect">
          <a:avLst/>
        </a:prstGeom>
        <a:solidFill>
          <a:schemeClr val="accent3">
            <a:hueOff val="1460120"/>
            <a:satOff val="-27164"/>
            <a:lumOff val="-823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Принцип «адаптировать к контексту»</a:t>
          </a:r>
          <a:endParaRPr lang="ru-BY" sz="2000" kern="1200" dirty="0"/>
        </a:p>
      </dsp:txBody>
      <dsp:txXfrm>
        <a:off x="23417" y="2771467"/>
        <a:ext cx="6523828" cy="43286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552653-3670-4431-A757-27572C0DD013}">
      <dsp:nvSpPr>
        <dsp:cNvPr id="0" name=""/>
        <dsp:cNvSpPr/>
      </dsp:nvSpPr>
      <dsp:spPr>
        <a:xfrm>
          <a:off x="657066" y="1984"/>
          <a:ext cx="1642665" cy="985599"/>
        </a:xfrm>
        <a:prstGeom prst="rect">
          <a:avLst/>
        </a:prstGeom>
        <a:solidFill>
          <a:schemeClr val="accent4">
            <a:shade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Запуск</a:t>
          </a:r>
          <a:endParaRPr lang="ru-BY" sz="1400" kern="1200" dirty="0"/>
        </a:p>
      </dsp:txBody>
      <dsp:txXfrm>
        <a:off x="657066" y="1984"/>
        <a:ext cx="1642665" cy="985599"/>
      </dsp:txXfrm>
    </dsp:sp>
    <dsp:sp modelId="{C8A5AFDF-AD6C-47E6-AADF-637C212DAD5C}">
      <dsp:nvSpPr>
        <dsp:cNvPr id="0" name=""/>
        <dsp:cNvSpPr/>
      </dsp:nvSpPr>
      <dsp:spPr>
        <a:xfrm>
          <a:off x="2463998" y="1984"/>
          <a:ext cx="1642665" cy="985599"/>
        </a:xfrm>
        <a:prstGeom prst="rect">
          <a:avLst/>
        </a:prstGeom>
        <a:solidFill>
          <a:schemeClr val="accent4">
            <a:shade val="50000"/>
            <a:hueOff val="7038"/>
            <a:satOff val="-570"/>
            <a:lumOff val="1172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Направление </a:t>
          </a:r>
          <a:endParaRPr lang="ru-BY" sz="1400" kern="1200" dirty="0"/>
        </a:p>
      </dsp:txBody>
      <dsp:txXfrm>
        <a:off x="2463998" y="1984"/>
        <a:ext cx="1642665" cy="985599"/>
      </dsp:txXfrm>
    </dsp:sp>
    <dsp:sp modelId="{B30890E6-5DB6-407D-821C-A8551FBDA610}">
      <dsp:nvSpPr>
        <dsp:cNvPr id="0" name=""/>
        <dsp:cNvSpPr/>
      </dsp:nvSpPr>
      <dsp:spPr>
        <a:xfrm>
          <a:off x="4270930" y="1984"/>
          <a:ext cx="1642665" cy="985599"/>
        </a:xfrm>
        <a:prstGeom prst="rect">
          <a:avLst/>
        </a:prstGeom>
        <a:solidFill>
          <a:schemeClr val="accent4">
            <a:shade val="50000"/>
            <a:hueOff val="14076"/>
            <a:satOff val="-1140"/>
            <a:lumOff val="2345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Инициирование </a:t>
          </a:r>
          <a:endParaRPr lang="ru-BY" sz="1400" kern="1200" dirty="0"/>
        </a:p>
      </dsp:txBody>
      <dsp:txXfrm>
        <a:off x="4270930" y="1984"/>
        <a:ext cx="1642665" cy="985599"/>
      </dsp:txXfrm>
    </dsp:sp>
    <dsp:sp modelId="{4BD2E075-8B12-4FFD-9E41-B917F1380DA5}">
      <dsp:nvSpPr>
        <dsp:cNvPr id="0" name=""/>
        <dsp:cNvSpPr/>
      </dsp:nvSpPr>
      <dsp:spPr>
        <a:xfrm>
          <a:off x="657066" y="1151850"/>
          <a:ext cx="1642665" cy="985599"/>
        </a:xfrm>
        <a:prstGeom prst="rect">
          <a:avLst/>
        </a:prstGeom>
        <a:solidFill>
          <a:schemeClr val="accent4">
            <a:shade val="50000"/>
            <a:hueOff val="21114"/>
            <a:satOff val="-1710"/>
            <a:lumOff val="3517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Управление этапом</a:t>
          </a:r>
          <a:endParaRPr lang="ru-BY" sz="1400" kern="1200" dirty="0"/>
        </a:p>
      </dsp:txBody>
      <dsp:txXfrm>
        <a:off x="657066" y="1151850"/>
        <a:ext cx="1642665" cy="985599"/>
      </dsp:txXfrm>
    </dsp:sp>
    <dsp:sp modelId="{1DADCE55-2CCE-4DA3-9EAD-1C365088AE76}">
      <dsp:nvSpPr>
        <dsp:cNvPr id="0" name=""/>
        <dsp:cNvSpPr/>
      </dsp:nvSpPr>
      <dsp:spPr>
        <a:xfrm>
          <a:off x="2463998" y="1151850"/>
          <a:ext cx="1642665" cy="985599"/>
        </a:xfrm>
        <a:prstGeom prst="rect">
          <a:avLst/>
        </a:prstGeom>
        <a:solidFill>
          <a:schemeClr val="accent4">
            <a:shade val="50000"/>
            <a:hueOff val="21114"/>
            <a:satOff val="-1710"/>
            <a:lumOff val="3517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Управление поставками</a:t>
          </a:r>
          <a:endParaRPr lang="ru-BY" sz="1400" kern="1200" dirty="0"/>
        </a:p>
      </dsp:txBody>
      <dsp:txXfrm>
        <a:off x="2463998" y="1151850"/>
        <a:ext cx="1642665" cy="985599"/>
      </dsp:txXfrm>
    </dsp:sp>
    <dsp:sp modelId="{51F45FF3-3671-4727-9654-1B99D88FF21B}">
      <dsp:nvSpPr>
        <dsp:cNvPr id="0" name=""/>
        <dsp:cNvSpPr/>
      </dsp:nvSpPr>
      <dsp:spPr>
        <a:xfrm>
          <a:off x="4270930" y="1151850"/>
          <a:ext cx="1642665" cy="985599"/>
        </a:xfrm>
        <a:prstGeom prst="rect">
          <a:avLst/>
        </a:prstGeom>
        <a:solidFill>
          <a:schemeClr val="accent4">
            <a:shade val="50000"/>
            <a:hueOff val="14076"/>
            <a:satOff val="-1140"/>
            <a:lumOff val="2345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Управление этапами</a:t>
          </a:r>
          <a:endParaRPr lang="ru-BY" sz="1400" kern="1200" dirty="0"/>
        </a:p>
      </dsp:txBody>
      <dsp:txXfrm>
        <a:off x="4270930" y="1151850"/>
        <a:ext cx="1642665" cy="985599"/>
      </dsp:txXfrm>
    </dsp:sp>
    <dsp:sp modelId="{8728C35E-2C12-49C6-A705-12146F704247}">
      <dsp:nvSpPr>
        <dsp:cNvPr id="0" name=""/>
        <dsp:cNvSpPr/>
      </dsp:nvSpPr>
      <dsp:spPr>
        <a:xfrm>
          <a:off x="2463998" y="2301716"/>
          <a:ext cx="1642665" cy="985599"/>
        </a:xfrm>
        <a:prstGeom prst="rect">
          <a:avLst/>
        </a:prstGeom>
        <a:solidFill>
          <a:schemeClr val="accent4">
            <a:shade val="50000"/>
            <a:hueOff val="7038"/>
            <a:satOff val="-570"/>
            <a:lumOff val="1172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Завершение проекта</a:t>
          </a:r>
          <a:endParaRPr lang="ru-BY" sz="1400" kern="1200" dirty="0"/>
        </a:p>
      </dsp:txBody>
      <dsp:txXfrm>
        <a:off x="2463998" y="2301716"/>
        <a:ext cx="1642665" cy="98559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93BC0C-42B3-40E3-8F08-3C5A1CEFFE4E}">
      <dsp:nvSpPr>
        <dsp:cNvPr id="0" name=""/>
        <dsp:cNvSpPr/>
      </dsp:nvSpPr>
      <dsp:spPr>
        <a:xfrm>
          <a:off x="0" y="301489"/>
          <a:ext cx="6570662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27313B-5139-476E-AE71-8C60457B8D3D}">
      <dsp:nvSpPr>
        <dsp:cNvPr id="0" name=""/>
        <dsp:cNvSpPr/>
      </dsp:nvSpPr>
      <dsp:spPr>
        <a:xfrm>
          <a:off x="328533" y="94849"/>
          <a:ext cx="4599463" cy="4132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3849" tIns="0" rIns="173849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Контекст проекта</a:t>
          </a:r>
          <a:endParaRPr lang="ru-BY" sz="1400" kern="1200" dirty="0"/>
        </a:p>
      </dsp:txBody>
      <dsp:txXfrm>
        <a:off x="348708" y="115024"/>
        <a:ext cx="4559113" cy="372930"/>
      </dsp:txXfrm>
    </dsp:sp>
    <dsp:sp modelId="{D40CA0A0-1C18-481D-925F-6C680D587736}">
      <dsp:nvSpPr>
        <dsp:cNvPr id="0" name=""/>
        <dsp:cNvSpPr/>
      </dsp:nvSpPr>
      <dsp:spPr>
        <a:xfrm>
          <a:off x="0" y="936529"/>
          <a:ext cx="6570662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2DA92C-27C3-42BD-8293-AB1DA8B87C82}">
      <dsp:nvSpPr>
        <dsp:cNvPr id="0" name=""/>
        <dsp:cNvSpPr/>
      </dsp:nvSpPr>
      <dsp:spPr>
        <a:xfrm>
          <a:off x="328533" y="729889"/>
          <a:ext cx="4599463" cy="4132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3849" tIns="0" rIns="173849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Руководящие принципы</a:t>
          </a:r>
          <a:endParaRPr lang="ru-BY" sz="1400" kern="1200" dirty="0"/>
        </a:p>
      </dsp:txBody>
      <dsp:txXfrm>
        <a:off x="348708" y="750064"/>
        <a:ext cx="4559113" cy="372930"/>
      </dsp:txXfrm>
    </dsp:sp>
    <dsp:sp modelId="{089815A9-0989-4658-8FEB-7BE7CAB54DD6}">
      <dsp:nvSpPr>
        <dsp:cNvPr id="0" name=""/>
        <dsp:cNvSpPr/>
      </dsp:nvSpPr>
      <dsp:spPr>
        <a:xfrm>
          <a:off x="0" y="1571569"/>
          <a:ext cx="6570662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9325C2-22EF-4C21-9DD4-D218FD1E7A0E}">
      <dsp:nvSpPr>
        <dsp:cNvPr id="0" name=""/>
        <dsp:cNvSpPr/>
      </dsp:nvSpPr>
      <dsp:spPr>
        <a:xfrm>
          <a:off x="328533" y="1364930"/>
          <a:ext cx="4599463" cy="4132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3849" tIns="0" rIns="173849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Процессы управления проектом</a:t>
          </a:r>
          <a:endParaRPr lang="ru-BY" sz="1400" kern="1200" dirty="0"/>
        </a:p>
      </dsp:txBody>
      <dsp:txXfrm>
        <a:off x="348708" y="1385105"/>
        <a:ext cx="4559113" cy="372930"/>
      </dsp:txXfrm>
    </dsp:sp>
    <dsp:sp modelId="{105955C0-FB79-469D-B4AE-84E5E896B1CA}">
      <dsp:nvSpPr>
        <dsp:cNvPr id="0" name=""/>
        <dsp:cNvSpPr/>
      </dsp:nvSpPr>
      <dsp:spPr>
        <a:xfrm>
          <a:off x="0" y="2206610"/>
          <a:ext cx="6570662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781085-5457-431E-AC23-7A72AFDA39E0}">
      <dsp:nvSpPr>
        <dsp:cNvPr id="0" name=""/>
        <dsp:cNvSpPr/>
      </dsp:nvSpPr>
      <dsp:spPr>
        <a:xfrm>
          <a:off x="328533" y="1999970"/>
          <a:ext cx="4599463" cy="4132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3849" tIns="0" rIns="173849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Роли и ответственности</a:t>
          </a:r>
          <a:endParaRPr lang="ru-BY" sz="1400" kern="1200" dirty="0"/>
        </a:p>
      </dsp:txBody>
      <dsp:txXfrm>
        <a:off x="348708" y="2020145"/>
        <a:ext cx="4559113" cy="372930"/>
      </dsp:txXfrm>
    </dsp:sp>
    <dsp:sp modelId="{2E530673-441A-4FD1-A30B-D57CABD08062}">
      <dsp:nvSpPr>
        <dsp:cNvPr id="0" name=""/>
        <dsp:cNvSpPr/>
      </dsp:nvSpPr>
      <dsp:spPr>
        <a:xfrm>
          <a:off x="0" y="2841650"/>
          <a:ext cx="6570662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328013-988D-4523-B0A1-38F92C481A60}">
      <dsp:nvSpPr>
        <dsp:cNvPr id="0" name=""/>
        <dsp:cNvSpPr/>
      </dsp:nvSpPr>
      <dsp:spPr>
        <a:xfrm>
          <a:off x="328533" y="2635010"/>
          <a:ext cx="4599463" cy="4132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3849" tIns="0" rIns="173849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Управление рисками</a:t>
          </a:r>
          <a:endParaRPr lang="ru-BY" sz="1400" kern="1200" dirty="0"/>
        </a:p>
      </dsp:txBody>
      <dsp:txXfrm>
        <a:off x="348708" y="2655185"/>
        <a:ext cx="4559113" cy="3729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EA019-074F-435C-BA93-65AC0FD9ECAF}" type="datetimeFigureOut">
              <a:rPr lang="ru-RU" smtClean="0"/>
              <a:t>08.10.2024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60EE0C-B5C5-4A93-AC88-99A13BF103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0141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5459" y="959313"/>
            <a:ext cx="5760741" cy="257189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5459" y="3531205"/>
            <a:ext cx="5760741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513E4-3864-44B2-8E5D-0CC7BE744590}" type="datetimeFigureOut">
              <a:rPr lang="ru-RU" smtClean="0"/>
              <a:pPr/>
              <a:t>08.10.2024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5459" y="329308"/>
            <a:ext cx="3392144" cy="309201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86200" y="131730"/>
            <a:ext cx="802005" cy="503578"/>
          </a:xfrm>
        </p:spPr>
        <p:txBody>
          <a:bodyPr/>
          <a:lstStyle/>
          <a:p>
            <a:fld id="{92AFD545-6EA2-4F31-A188-E97290B3421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77142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513E4-3864-44B2-8E5D-0CC7BE744590}" type="datetimeFigureOut">
              <a:rPr lang="ru-RU" smtClean="0"/>
              <a:pPr/>
              <a:t>08.10.2024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FD545-6EA2-4F31-A188-E97290B3421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4545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5459" y="1756130"/>
            <a:ext cx="5764142" cy="2050066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5460" y="3806196"/>
            <a:ext cx="576414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513E4-3864-44B2-8E5D-0CC7BE744590}" type="datetimeFigureOut">
              <a:rPr lang="ru-RU" smtClean="0"/>
              <a:pPr/>
              <a:t>08.10.2024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FD545-6EA2-4F31-A188-E97290B3421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95572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5459" y="959314"/>
            <a:ext cx="6564015" cy="104411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5459" y="2172548"/>
            <a:ext cx="3125871" cy="327894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63822" y="2172548"/>
            <a:ext cx="3125652" cy="327894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513E4-3864-44B2-8E5D-0CC7BE744590}" type="datetimeFigureOut">
              <a:rPr lang="ru-RU" smtClean="0"/>
              <a:pPr/>
              <a:t>08.10.2024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FD545-6EA2-4F31-A188-E97290B3421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31082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652" y="959903"/>
            <a:ext cx="6571344" cy="10446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8131" y="2169094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8131" y="2973815"/>
            <a:ext cx="3125766" cy="24916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3822" y="2172548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63822" y="2971035"/>
            <a:ext cx="3125652" cy="248498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513E4-3864-44B2-8E5D-0CC7BE744590}" type="datetimeFigureOut">
              <a:rPr lang="ru-RU" smtClean="0"/>
              <a:pPr/>
              <a:t>08.10.2024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FD545-6EA2-4F31-A188-E97290B3421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5194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513E4-3864-44B2-8E5D-0CC7BE744590}" type="datetimeFigureOut">
              <a:rPr lang="ru-RU" smtClean="0"/>
              <a:pPr/>
              <a:t>08.10.2024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FD545-6EA2-4F31-A188-E97290B3421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8389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513E4-3864-44B2-8E5D-0CC7BE744590}" type="datetimeFigureOut">
              <a:rPr lang="ru-RU" smtClean="0"/>
              <a:pPr/>
              <a:t>08.10.2024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FD545-6EA2-4F31-A188-E97290B3421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6696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041" y="959313"/>
            <a:ext cx="2425950" cy="224205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9877" y="960890"/>
            <a:ext cx="3828178" cy="4496910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041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513E4-3864-44B2-8E5D-0CC7BE744590}" type="datetimeFigureOut">
              <a:rPr lang="ru-RU" smtClean="0"/>
              <a:pPr/>
              <a:t>08.10.2024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FD545-6EA2-4F31-A188-E97290B3421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79106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4996501" y="482171"/>
            <a:ext cx="3511387" cy="5149101"/>
            <a:chOff x="4996501" y="482171"/>
            <a:chExt cx="3511387" cy="5149101"/>
          </a:xfrm>
        </p:grpSpPr>
        <p:sp>
          <p:nvSpPr>
            <p:cNvPr id="14" name="Rectangle 13"/>
            <p:cNvSpPr/>
            <p:nvPr/>
          </p:nvSpPr>
          <p:spPr>
            <a:xfrm>
              <a:off x="4996501" y="482171"/>
              <a:ext cx="3511387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5312152" y="812506"/>
              <a:ext cx="2883013" cy="4479361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077" y="1129512"/>
            <a:ext cx="3386166" cy="1918487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1420" y="3057166"/>
            <a:ext cx="3390817" cy="2092568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4592" y="5469857"/>
            <a:ext cx="3393977" cy="320123"/>
          </a:xfrm>
        </p:spPr>
        <p:txBody>
          <a:bodyPr/>
          <a:lstStyle>
            <a:lvl1pPr algn="l">
              <a:defRPr/>
            </a:lvl1pPr>
          </a:lstStyle>
          <a:p>
            <a:fld id="{455513E4-3864-44B2-8E5D-0CC7BE744590}" type="datetimeFigureOut">
              <a:rPr lang="ru-RU" smtClean="0"/>
              <a:pPr/>
              <a:t>08.10.2024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459" y="318641"/>
            <a:ext cx="2601032" cy="320931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726491" y="131730"/>
            <a:ext cx="795746" cy="503578"/>
          </a:xfrm>
        </p:spPr>
        <p:txBody>
          <a:bodyPr/>
          <a:lstStyle/>
          <a:p>
            <a:fld id="{92AFD545-6EA2-4F31-A188-E97290B3421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70363" b="36435"/>
          <a:stretch/>
        </p:blipFill>
        <p:spPr>
          <a:xfrm>
            <a:off x="1125460" y="643464"/>
            <a:ext cx="339242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9119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513E4-3864-44B2-8E5D-0CC7BE744590}" type="datetimeFigureOut">
              <a:rPr lang="ru-RU" smtClean="0"/>
              <a:pPr/>
              <a:t>08.10.2024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FD545-6EA2-4F31-A188-E97290B3421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57750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6447" y="796298"/>
            <a:ext cx="1103027" cy="466256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1910" y="796298"/>
            <a:ext cx="5301095" cy="466256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513E4-3864-44B2-8E5D-0CC7BE744590}" type="datetimeFigureOut">
              <a:rPr lang="ru-RU" smtClean="0"/>
              <a:pPr/>
              <a:t>08.10.2024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FD545-6EA2-4F31-A188-E97290B3421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59215" b="36435"/>
          <a:stretch/>
        </p:blipFill>
        <p:spPr>
          <a:xfrm rot="5400000">
            <a:off x="5605390" y="3050294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2677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854"/>
            <a:ext cx="9144000" cy="7429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468769"/>
            <a:ext cx="9144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/>
          <p:cNvCxnSpPr/>
          <p:nvPr/>
        </p:nvCxnSpPr>
        <p:spPr>
          <a:xfrm>
            <a:off x="0" y="6121005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28684" y="956172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8684" y="2167385"/>
            <a:ext cx="6571343" cy="328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21309" y="330371"/>
            <a:ext cx="2368292" cy="3049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513E4-3864-44B2-8E5D-0CC7BE744590}" type="datetimeFigureOut">
              <a:rPr lang="ru-RU" smtClean="0"/>
              <a:pPr/>
              <a:t>08.10.2024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28684" y="329308"/>
            <a:ext cx="3388498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93728" y="131730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2AFD545-6EA2-4F31-A188-E97290B3421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0514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s://www.crn.ru/upload/iblock/a8b/1.jpg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s://www.crn.ru/upload/iblock/2ea/2.jpg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Управление проектами</a:t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25459" y="4077072"/>
            <a:ext cx="5760741" cy="977621"/>
          </a:xfrm>
        </p:spPr>
        <p:txBody>
          <a:bodyPr>
            <a:noAutofit/>
          </a:bodyPr>
          <a:lstStyle/>
          <a:p>
            <a:r>
              <a:rPr lang="ru-RU" sz="2000" dirty="0" err="1">
                <a:solidFill>
                  <a:schemeClr val="tx1"/>
                </a:solidFill>
              </a:rPr>
              <a:t>Кашникова</a:t>
            </a:r>
            <a:r>
              <a:rPr lang="ru-RU" sz="2000" dirty="0">
                <a:solidFill>
                  <a:schemeClr val="tx1"/>
                </a:solidFill>
              </a:rPr>
              <a:t> Инна Васильевна</a:t>
            </a:r>
          </a:p>
          <a:p>
            <a:r>
              <a:rPr lang="ru-RU" sz="2000" dirty="0">
                <a:solidFill>
                  <a:schemeClr val="tx1"/>
                </a:solidFill>
              </a:rPr>
              <a:t>К. ф.-м.н., доцент</a:t>
            </a:r>
          </a:p>
          <a:p>
            <a:r>
              <a:rPr lang="ru-RU" sz="2000" dirty="0">
                <a:solidFill>
                  <a:schemeClr val="tx1"/>
                </a:solidFill>
              </a:rPr>
              <a:t>Тел. 029-7799456</a:t>
            </a:r>
          </a:p>
          <a:p>
            <a:r>
              <a:rPr lang="en-US" sz="2000" dirty="0">
                <a:solidFill>
                  <a:schemeClr val="tx1"/>
                </a:solidFill>
              </a:rPr>
              <a:t>Kashnikava@bsuir.by</a:t>
            </a:r>
            <a:endParaRPr lang="ru-RU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31640" y="1196753"/>
            <a:ext cx="6368387" cy="425926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b="1" dirty="0"/>
              <a:t>В начале 70-х замечательный ученый академик </a:t>
            </a:r>
            <a:r>
              <a:rPr lang="ru-RU" b="1" dirty="0" err="1"/>
              <a:t>А.П.Ершов</a:t>
            </a:r>
            <a:r>
              <a:rPr lang="ru-RU" b="1" dirty="0"/>
              <a:t> сказал : «Программист должен обладать способностью первоклассного математика к абстракции и логическому мышлению в сочетании с </a:t>
            </a:r>
            <a:r>
              <a:rPr lang="ru-RU" b="1" dirty="0" err="1"/>
              <a:t>эдисоновским</a:t>
            </a:r>
            <a:r>
              <a:rPr lang="ru-RU" b="1" dirty="0"/>
              <a:t> талантом сооружать все, что угодно, из нуля и единиц. Он должен сочетать аккуратность бухгалтера с проницательностью разведчика, фантазию автора детективных романов с трезвой практичностью экономиста». 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9651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7" name="Rectangle 3"/>
          <p:cNvSpPr>
            <a:spLocks noChangeArrowheads="1"/>
          </p:cNvSpPr>
          <p:nvPr/>
        </p:nvSpPr>
        <p:spPr bwMode="auto">
          <a:xfrm>
            <a:off x="228600" y="1418085"/>
            <a:ext cx="8610600" cy="914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b="1" dirty="0"/>
              <a:t>США, Институт Управления Проектами (</a:t>
            </a:r>
            <a:r>
              <a:rPr lang="en-US" altLang="ru-RU" b="1" dirty="0"/>
              <a:t>PMI</a:t>
            </a:r>
            <a:r>
              <a:rPr lang="ru-RU" altLang="ru-RU" b="1" dirty="0"/>
              <a:t>):</a:t>
            </a:r>
            <a:r>
              <a:rPr lang="ru-RU" altLang="ru-RU" dirty="0"/>
              <a:t> </a:t>
            </a:r>
            <a:endParaRPr lang="ru-RU" altLang="ru-RU" b="1" i="1" dirty="0"/>
          </a:p>
          <a:p>
            <a:pPr algn="ctr" eaLnBrk="1" hangingPunct="1"/>
            <a:r>
              <a:rPr lang="ru-RU" altLang="ru-RU" b="1" i="1" dirty="0"/>
              <a:t>Проект</a:t>
            </a:r>
            <a:r>
              <a:rPr lang="ru-RU" altLang="ru-RU" i="1" dirty="0"/>
              <a:t> - это временное предприятие, предназначенное для создания </a:t>
            </a:r>
          </a:p>
          <a:p>
            <a:pPr algn="ctr" eaLnBrk="1" hangingPunct="1"/>
            <a:r>
              <a:rPr lang="ru-RU" altLang="ru-RU" i="1" dirty="0"/>
              <a:t>уникальных продуктов, услуг или результатов.</a:t>
            </a:r>
          </a:p>
        </p:txBody>
      </p:sp>
      <p:sp>
        <p:nvSpPr>
          <p:cNvPr id="400388" name="Rectangle 4"/>
          <p:cNvSpPr>
            <a:spLocks noChangeArrowheads="1"/>
          </p:cNvSpPr>
          <p:nvPr/>
        </p:nvSpPr>
        <p:spPr bwMode="auto">
          <a:xfrm>
            <a:off x="152400" y="2590800"/>
            <a:ext cx="8534400" cy="914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b="1" dirty="0"/>
              <a:t>Международная ассоциация управления проектами (</a:t>
            </a:r>
            <a:r>
              <a:rPr lang="en-US" altLang="ru-RU" b="1" dirty="0"/>
              <a:t>IPMA</a:t>
            </a:r>
            <a:r>
              <a:rPr lang="ru-RU" altLang="ru-RU" b="1" dirty="0"/>
              <a:t>):</a:t>
            </a:r>
            <a:endParaRPr lang="ru-RU" altLang="ru-RU" b="1" i="1" dirty="0"/>
          </a:p>
          <a:p>
            <a:pPr algn="ctr" eaLnBrk="1" hangingPunct="1"/>
            <a:r>
              <a:rPr lang="ru-RU" altLang="ru-RU" b="1" i="1" dirty="0"/>
              <a:t>Проект  – </a:t>
            </a:r>
            <a:r>
              <a:rPr lang="ru-RU" altLang="ru-RU" i="1" dirty="0"/>
              <a:t>целенаправленная деятельность временного характера, </a:t>
            </a:r>
          </a:p>
          <a:p>
            <a:pPr algn="ctr" eaLnBrk="1" hangingPunct="1"/>
            <a:r>
              <a:rPr lang="ru-RU" altLang="ru-RU" i="1" dirty="0"/>
              <a:t>предназначенная для создания уникального продукта или услуги.</a:t>
            </a:r>
          </a:p>
        </p:txBody>
      </p:sp>
      <p:sp>
        <p:nvSpPr>
          <p:cNvPr id="400389" name="Rectangle 5"/>
          <p:cNvSpPr>
            <a:spLocks noChangeArrowheads="1"/>
          </p:cNvSpPr>
          <p:nvPr/>
        </p:nvSpPr>
        <p:spPr bwMode="auto">
          <a:xfrm>
            <a:off x="146444" y="3745787"/>
            <a:ext cx="8534400" cy="914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1600" b="1" dirty="0"/>
              <a:t>Великобритания, Английская Ассоциация проект-менеджеров:</a:t>
            </a:r>
            <a:r>
              <a:rPr lang="ru-RU" altLang="ru-RU" dirty="0"/>
              <a:t> </a:t>
            </a:r>
            <a:endParaRPr lang="ru-RU" altLang="ru-RU" b="1" i="1" dirty="0"/>
          </a:p>
          <a:p>
            <a:pPr algn="ctr" eaLnBrk="1" hangingPunct="1"/>
            <a:r>
              <a:rPr lang="ru-RU" altLang="ru-RU" sz="1600" b="1" i="1" dirty="0"/>
              <a:t>Проект</a:t>
            </a:r>
            <a:r>
              <a:rPr lang="ru-RU" altLang="ru-RU" sz="1600" i="1" dirty="0"/>
              <a:t> - это отдельное предприятие с определенными целями, часто </a:t>
            </a:r>
          </a:p>
          <a:p>
            <a:pPr algn="ctr" eaLnBrk="1" hangingPunct="1"/>
            <a:r>
              <a:rPr lang="ru-RU" altLang="ru-RU" sz="1600" i="1" dirty="0" err="1"/>
              <a:t>включ</a:t>
            </a:r>
            <a:r>
              <a:rPr lang="ru-RU" altLang="ru-RU" sz="1600" i="1" dirty="0"/>
              <a:t>. требования по времени, стоимости и кач-</a:t>
            </a:r>
            <a:r>
              <a:rPr lang="ru-RU" altLang="ru-RU" sz="1600" i="1" dirty="0" err="1"/>
              <a:t>ву</a:t>
            </a:r>
            <a:r>
              <a:rPr lang="ru-RU" altLang="ru-RU" sz="1600" i="1" dirty="0"/>
              <a:t> достигаемых результатов.</a:t>
            </a:r>
            <a:r>
              <a:rPr lang="ru-RU" altLang="ru-RU" dirty="0"/>
              <a:t> </a:t>
            </a:r>
          </a:p>
        </p:txBody>
      </p:sp>
      <p:sp>
        <p:nvSpPr>
          <p:cNvPr id="400390" name="Rectangle 6"/>
          <p:cNvSpPr>
            <a:spLocks noChangeArrowheads="1"/>
          </p:cNvSpPr>
          <p:nvPr/>
        </p:nvSpPr>
        <p:spPr bwMode="auto">
          <a:xfrm>
            <a:off x="179667" y="4868415"/>
            <a:ext cx="8610600" cy="11430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b="1" dirty="0"/>
              <a:t>Мировой Банк, “Оперативное руководство” № 2.20:</a:t>
            </a:r>
            <a:r>
              <a:rPr lang="ru-RU" altLang="ru-RU" dirty="0"/>
              <a:t> </a:t>
            </a:r>
            <a:endParaRPr lang="ru-RU" altLang="ru-RU" i="1" dirty="0"/>
          </a:p>
          <a:p>
            <a:pPr algn="ctr" eaLnBrk="1" hangingPunct="1"/>
            <a:r>
              <a:rPr lang="ru-RU" altLang="ru-RU" sz="1400" i="1" dirty="0"/>
              <a:t>Понятие </a:t>
            </a:r>
            <a:r>
              <a:rPr lang="ru-RU" altLang="ru-RU" sz="1400" b="1" i="1" dirty="0"/>
              <a:t>“проект”</a:t>
            </a:r>
            <a:r>
              <a:rPr lang="ru-RU" altLang="ru-RU" sz="1400" i="1" dirty="0"/>
              <a:t> обозначает комплекс взаимосвязанных  мероприятий, </a:t>
            </a:r>
          </a:p>
          <a:p>
            <a:pPr algn="ctr" eaLnBrk="1" hangingPunct="1"/>
            <a:r>
              <a:rPr lang="ru-RU" altLang="ru-RU" sz="1400" i="1" dirty="0"/>
              <a:t>предназначенных для достижения, в течение заданного периода времени и при установленном </a:t>
            </a:r>
          </a:p>
          <a:p>
            <a:pPr algn="ctr" eaLnBrk="1" hangingPunct="1"/>
            <a:r>
              <a:rPr lang="ru-RU" altLang="ru-RU" sz="1400" i="1" dirty="0"/>
              <a:t>бюджете, поставленных задач с четко</a:t>
            </a:r>
            <a:r>
              <a:rPr lang="ru-RU" altLang="ru-RU" i="1" dirty="0"/>
              <a:t> </a:t>
            </a:r>
            <a:r>
              <a:rPr lang="ru-RU" altLang="ru-RU" sz="1400" i="1" dirty="0"/>
              <a:t>определенными целями.</a:t>
            </a:r>
            <a:r>
              <a:rPr lang="ru-RU" altLang="ru-RU" dirty="0"/>
              <a:t> </a:t>
            </a:r>
          </a:p>
        </p:txBody>
      </p:sp>
      <p:grpSp>
        <p:nvGrpSpPr>
          <p:cNvPr id="8" name="Группа 7"/>
          <p:cNvGrpSpPr/>
          <p:nvPr/>
        </p:nvGrpSpPr>
        <p:grpSpPr>
          <a:xfrm>
            <a:off x="179667" y="152400"/>
            <a:ext cx="8229600" cy="1007370"/>
            <a:chOff x="0" y="1926"/>
            <a:chExt cx="8229600" cy="1007370"/>
          </a:xfrm>
          <a:scene3d>
            <a:camera prst="orthographicFront"/>
            <a:lightRig rig="threePt" dir="t"/>
          </a:scene3d>
        </p:grpSpPr>
        <p:sp>
          <p:nvSpPr>
            <p:cNvPr id="9" name="Скругленный прямоугольник 8"/>
            <p:cNvSpPr/>
            <p:nvPr/>
          </p:nvSpPr>
          <p:spPr>
            <a:xfrm>
              <a:off x="0" y="1926"/>
              <a:ext cx="8229600" cy="1007370"/>
            </a:xfrm>
            <a:prstGeom prst="roundRect">
              <a:avLst/>
            </a:prstGeom>
            <a:sp3d>
              <a:bevelT prst="relaxedInset"/>
            </a:sp3d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sp>
        <p:sp>
          <p:nvSpPr>
            <p:cNvPr id="10" name="Скругленный прямоугольник 4"/>
            <p:cNvSpPr txBox="1"/>
            <p:nvPr/>
          </p:nvSpPr>
          <p:spPr>
            <a:xfrm>
              <a:off x="49176" y="51102"/>
              <a:ext cx="8131248" cy="90901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60020" tIns="160020" rIns="160020" bIns="160020" numCol="1" spcCol="1270" anchor="ctr" anchorCtr="0">
              <a:noAutofit/>
            </a:bodyPr>
            <a:lstStyle/>
            <a:p>
              <a:pPr lvl="0" algn="ctr" defTabSz="18669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2800" b="1" kern="1200" dirty="0">
                  <a:solidFill>
                    <a:srgbClr val="C00000"/>
                  </a:solidFill>
                </a:rPr>
                <a:t>ПОНЯТИЕ ПРОЕКТА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0074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00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0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400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00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0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6" dur="1000"/>
                                        <p:tgtEl>
                                          <p:spTgt spid="400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00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00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3" dur="1000"/>
                                        <p:tgtEl>
                                          <p:spTgt spid="400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00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00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0" dur="1000"/>
                                        <p:tgtEl>
                                          <p:spTgt spid="400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87" grpId="0" animBg="1"/>
      <p:bldP spid="400388" grpId="0" animBg="1"/>
      <p:bldP spid="400389" grpId="0" animBg="1"/>
      <p:bldP spid="40039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196752"/>
            <a:ext cx="8208912" cy="4680520"/>
          </a:xfrm>
        </p:spPr>
        <p:txBody>
          <a:bodyPr>
            <a:normAutofit/>
          </a:bodyPr>
          <a:lstStyle/>
          <a:p>
            <a:pPr algn="just"/>
            <a:r>
              <a:rPr lang="ru-RU" sz="2800" dirty="0"/>
              <a:t>Проект – это</a:t>
            </a:r>
            <a:r>
              <a:rPr lang="en-US" sz="2800" dirty="0"/>
              <a:t> </a:t>
            </a:r>
            <a:r>
              <a:rPr lang="ru-RU" sz="2800" dirty="0"/>
              <a:t>комплекс усилий, предпринимаемых с целью получения конкретных уникальных результатов в рамках</a:t>
            </a:r>
            <a:r>
              <a:rPr lang="en-US" sz="2800" dirty="0"/>
              <a:t> </a:t>
            </a:r>
            <a:r>
              <a:rPr lang="ru-RU" sz="2800" dirty="0"/>
              <a:t>отведенного времени и в пределах утвержденного бюджета, который выделяется на оплату ресурсов,</a:t>
            </a:r>
            <a:r>
              <a:rPr lang="en-US" sz="2800" dirty="0"/>
              <a:t> </a:t>
            </a:r>
            <a:r>
              <a:rPr lang="ru-RU" sz="2800" dirty="0"/>
              <a:t>используемых или потребляемых в ходе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3778666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6DB4CA-3A61-18F6-FFB1-22C9149A8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861" y="-24136"/>
            <a:ext cx="5764142" cy="584171"/>
          </a:xfrm>
        </p:spPr>
        <p:txBody>
          <a:bodyPr>
            <a:normAutofit/>
          </a:bodyPr>
          <a:lstStyle/>
          <a:p>
            <a:r>
              <a:rPr lang="ru-RU" sz="2800" b="1" dirty="0"/>
              <a:t>Основные признаки проекта</a:t>
            </a:r>
            <a:endParaRPr lang="ru-BY" sz="2800" b="1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B529846-855D-73A5-BF44-0E8616918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4734" y="3599342"/>
            <a:ext cx="7623004" cy="558908"/>
          </a:xfrm>
        </p:spPr>
        <p:txBody>
          <a:bodyPr>
            <a:noAutofit/>
          </a:bodyPr>
          <a:lstStyle/>
          <a:p>
            <a:r>
              <a:rPr lang="ru-RU" sz="2800" b="1" dirty="0"/>
              <a:t>Дополнительные признаки проекта</a:t>
            </a:r>
            <a:endParaRPr lang="ru-BY" sz="2800" b="1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7F121248-A6ED-9A7B-CFCB-51DA215FD36E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26705450"/>
              </p:ext>
            </p:extLst>
          </p:nvPr>
        </p:nvGraphicFramePr>
        <p:xfrm>
          <a:off x="0" y="728663"/>
          <a:ext cx="8567738" cy="2663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876F4C2F-1E0D-1C08-A7C9-2F73013B79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200452"/>
              </p:ext>
            </p:extLst>
          </p:nvPr>
        </p:nvGraphicFramePr>
        <p:xfrm>
          <a:off x="-108520" y="4365104"/>
          <a:ext cx="8568952" cy="23123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384460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4679DC6-B70E-5C5E-DACE-5979EFC0AB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8640"/>
            <a:ext cx="9144000" cy="4879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BC68720-E359-2578-4A68-A164CE5C1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624" y="5373216"/>
            <a:ext cx="6571343" cy="576064"/>
          </a:xfrm>
        </p:spPr>
        <p:txBody>
          <a:bodyPr/>
          <a:lstStyle/>
          <a:p>
            <a:r>
              <a:rPr lang="ru-RU" dirty="0"/>
              <a:t>Границы проекта по </a:t>
            </a:r>
            <a:r>
              <a:rPr lang="en-US" dirty="0"/>
              <a:t>PMBOK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2080591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одержимое 4"/>
          <p:cNvSpPr>
            <a:spLocks noGrp="1"/>
          </p:cNvSpPr>
          <p:nvPr>
            <p:ph idx="1"/>
          </p:nvPr>
        </p:nvSpPr>
        <p:spPr>
          <a:xfrm>
            <a:off x="323528" y="1196752"/>
            <a:ext cx="8229600" cy="5390059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Управление проектом – управленческая деятельность, направленная на достижение целей проекта с требуемым качеством, в рамках бюджета, в установленные сроки, при существующих ограничениях и неопределенности. Управление проектом  предполагает создание временной динамичной организационной структуры для выполнения работ жизненного цикла проекта, привлечение необходимых ресурсов и технологий, а также применение управленческих знаний, опыта и специализированных методов и инструментов.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7709" y="80425"/>
            <a:ext cx="6571343" cy="104923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ru-RU" dirty="0"/>
              <a:t>ЭВОЛЮЦИЯ УПРАВЛЕНИЯ ПРОЕКТАМИ</a:t>
            </a:r>
          </a:p>
        </p:txBody>
      </p:sp>
      <p:graphicFrame>
        <p:nvGraphicFramePr>
          <p:cNvPr id="5" name="Содержимое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1236485"/>
              </p:ext>
            </p:extLst>
          </p:nvPr>
        </p:nvGraphicFramePr>
        <p:xfrm>
          <a:off x="457200" y="1484784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046542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B1DB0CD-BEBA-3F13-43F6-07FF380E62A6}"/>
              </a:ext>
            </a:extLst>
          </p:cNvPr>
          <p:cNvSpPr/>
          <p:nvPr/>
        </p:nvSpPr>
        <p:spPr>
          <a:xfrm>
            <a:off x="0" y="33338"/>
            <a:ext cx="7272338" cy="264001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  <a:defRPr/>
            </a:pPr>
            <a:r>
              <a:rPr lang="ru-RU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1910 год </a:t>
            </a:r>
            <a:r>
              <a:rPr lang="ru-RU" sz="2400" b="1" dirty="0">
                <a:ea typeface="Calibri" panose="020F0502020204030204" pitchFamily="34" charset="0"/>
                <a:cs typeface="Arial" panose="020B0604020202020204" pitchFamily="34" charset="0"/>
              </a:rPr>
              <a:t>– </a:t>
            </a:r>
            <a:r>
              <a:rPr lang="ru-RU" sz="2400" b="1" dirty="0" err="1">
                <a:ea typeface="Calibri" panose="020F0502020204030204" pitchFamily="34" charset="0"/>
                <a:cs typeface="Arial" panose="020B0604020202020204" pitchFamily="34" charset="0"/>
              </a:rPr>
              <a:t>Гант</a:t>
            </a:r>
            <a:r>
              <a:rPr lang="ru-RU" sz="2400" b="1" dirty="0">
                <a:ea typeface="Calibri" panose="020F0502020204030204" pitchFamily="34" charset="0"/>
                <a:cs typeface="Arial" panose="020B0604020202020204" pitchFamily="34" charset="0"/>
              </a:rPr>
              <a:t> создал свои знаменитые диаграммы. Это столбчатые диаграммы, которые помогали визуально определить продолжительность и последовательность выполнения задач в проекте.</a:t>
            </a:r>
          </a:p>
          <a:p>
            <a:pPr algn="just">
              <a:lnSpc>
                <a:spcPct val="115000"/>
              </a:lnSpc>
              <a:spcAft>
                <a:spcPts val="0"/>
              </a:spcAft>
              <a:defRPr/>
            </a:pPr>
            <a:endParaRPr lang="be-BY" sz="2400" b="1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7411" name="Рисунок 1">
            <a:extLst>
              <a:ext uri="{FF2B5EF4-FFF2-40B4-BE49-F238E27FC236}">
                <a16:creationId xmlns:a16="http://schemas.microsoft.com/office/drawing/2014/main" id="{82EFD429-D595-F326-947B-7C1058DD93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00" b="13901"/>
          <a:stretch>
            <a:fillRect/>
          </a:stretch>
        </p:blipFill>
        <p:spPr bwMode="auto">
          <a:xfrm>
            <a:off x="250825" y="2492375"/>
            <a:ext cx="7273925" cy="388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5604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18DD6B1-151D-FD3D-16CA-E55E5A210A6B}"/>
              </a:ext>
            </a:extLst>
          </p:cNvPr>
          <p:cNvSpPr/>
          <p:nvPr/>
        </p:nvSpPr>
        <p:spPr>
          <a:xfrm>
            <a:off x="-22226" y="-17463"/>
            <a:ext cx="9166225" cy="5648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  <a:defRPr/>
            </a:pPr>
            <a:r>
              <a:rPr lang="ru-RU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1937 год </a:t>
            </a:r>
            <a:r>
              <a:rPr lang="ru-RU" sz="2200" b="1" dirty="0">
                <a:ea typeface="Calibri" panose="020F0502020204030204" pitchFamily="34" charset="0"/>
                <a:cs typeface="Arial" panose="020B0604020202020204" pitchFamily="34" charset="0"/>
              </a:rPr>
              <a:t>– Лютер </a:t>
            </a:r>
            <a:r>
              <a:rPr lang="ru-RU" sz="2200" b="1" dirty="0" err="1">
                <a:ea typeface="Calibri" panose="020F0502020204030204" pitchFamily="34" charset="0"/>
                <a:cs typeface="Arial" panose="020B0604020202020204" pitchFamily="34" charset="0"/>
              </a:rPr>
              <a:t>Гулик</a:t>
            </a:r>
            <a:r>
              <a:rPr lang="ru-RU" sz="2200" b="1" dirty="0">
                <a:ea typeface="Calibri" panose="020F0502020204030204" pitchFamily="34" charset="0"/>
                <a:cs typeface="Arial" panose="020B0604020202020204" pitchFamily="34" charset="0"/>
              </a:rPr>
              <a:t> разработал матричную структуру управления для ведения проектов. Согласно этой структуре один рабочий мог подчиняться двум менеджерам. Руководитель проекта ставил задачи, а функциональный руководитель определял, каким образом эти задачи стоит выполнять.</a:t>
            </a:r>
            <a:endParaRPr lang="be-BY" sz="2200" b="1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defRPr/>
            </a:pPr>
            <a:r>
              <a:rPr lang="ru-RU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1953-1954 годы </a:t>
            </a:r>
            <a:r>
              <a:rPr lang="ru-RU" sz="2200" b="1" dirty="0">
                <a:ea typeface="Calibri" panose="020F0502020204030204" pitchFamily="34" charset="0"/>
                <a:cs typeface="Arial" panose="020B0604020202020204" pitchFamily="34" charset="0"/>
              </a:rPr>
              <a:t>в США ВВС совместно с Комитетом по специальный проектам по вооружению США собрала воедино все известные на тот момент знания по управлению проектами.</a:t>
            </a:r>
            <a:endParaRPr lang="be-BY" sz="2200" b="1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defRPr/>
            </a:pPr>
            <a:r>
              <a:rPr lang="ru-RU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1956 год </a:t>
            </a:r>
            <a:r>
              <a:rPr lang="ru-RU" sz="2200" b="1" dirty="0">
                <a:ea typeface="Calibri" panose="020F0502020204030204" pitchFamily="34" charset="0"/>
                <a:cs typeface="Arial" panose="020B0604020202020204" pitchFamily="34" charset="0"/>
              </a:rPr>
              <a:t>– Создание метода Критического пути.</a:t>
            </a:r>
            <a:endParaRPr lang="be-BY" sz="2200" b="1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defRPr/>
            </a:pPr>
            <a:r>
              <a:rPr lang="ru-RU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1956-1958 год </a:t>
            </a:r>
            <a:r>
              <a:rPr lang="ru-RU" sz="2200" b="1" dirty="0">
                <a:ea typeface="Calibri" panose="020F0502020204030204" pitchFamily="34" charset="0"/>
                <a:cs typeface="Arial" panose="020B0604020202020204" pitchFamily="34" charset="0"/>
              </a:rPr>
              <a:t>– ВМС США изобрели технологию PERT. Специальная технология, которая используется при анализе сроков и ресурсов проектов.</a:t>
            </a:r>
            <a:endParaRPr lang="be-BY" sz="2200" b="1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335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36E27F3-F760-9AB5-45E6-8882AD114CF7}"/>
              </a:ext>
            </a:extLst>
          </p:cNvPr>
          <p:cNvSpPr/>
          <p:nvPr/>
        </p:nvSpPr>
        <p:spPr>
          <a:xfrm>
            <a:off x="-22226" y="-17463"/>
            <a:ext cx="9166225" cy="5574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  <a:defRPr/>
            </a:pPr>
            <a:r>
              <a:rPr lang="ru-RU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1959 год </a:t>
            </a:r>
            <a:r>
              <a:rPr lang="ru-RU" sz="2400" b="1" dirty="0">
                <a:ea typeface="Calibri" panose="020F0502020204030204" pitchFamily="34" charset="0"/>
                <a:cs typeface="Arial" panose="020B0604020202020204" pitchFamily="34" charset="0"/>
              </a:rPr>
              <a:t>– под воздействием NASA получило широкое распространение такое понятие, как жизненный цикл проекта.</a:t>
            </a:r>
            <a:endParaRPr lang="be-BY" sz="2400" b="1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defRPr/>
            </a:pPr>
            <a:r>
              <a:rPr lang="ru-RU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1977 год </a:t>
            </a:r>
            <a:r>
              <a:rPr lang="ru-RU" sz="2400" b="1" dirty="0">
                <a:ea typeface="Calibri" panose="020F0502020204030204" pitchFamily="34" charset="0"/>
                <a:cs typeface="Arial" panose="020B0604020202020204" pitchFamily="34" charset="0"/>
              </a:rPr>
              <a:t>– появление методов управления конфликтами в проектах.</a:t>
            </a:r>
            <a:endParaRPr lang="be-BY" sz="2400" b="1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defRPr/>
            </a:pPr>
            <a:r>
              <a:rPr lang="ru-RU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1977 – 1979 годы </a:t>
            </a:r>
            <a:r>
              <a:rPr lang="ru-RU" sz="2400" b="1" dirty="0">
                <a:ea typeface="Calibri" panose="020F0502020204030204" pitchFamily="34" charset="0"/>
                <a:cs typeface="Arial" panose="020B0604020202020204" pitchFamily="34" charset="0"/>
              </a:rPr>
              <a:t>– были созданы различные структуры организации проектов.</a:t>
            </a:r>
            <a:endParaRPr lang="be-BY" sz="2400" b="1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defRPr/>
            </a:pPr>
            <a:r>
              <a:rPr lang="ru-RU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1987 год</a:t>
            </a:r>
            <a:r>
              <a:rPr lang="ru-RU" sz="2400" b="1" dirty="0">
                <a:ea typeface="Calibri" panose="020F0502020204030204" pitchFamily="34" charset="0"/>
                <a:cs typeface="Arial" panose="020B0604020202020204" pitchFamily="34" charset="0"/>
              </a:rPr>
              <a:t> – PMI опубликовала первую редакцию PMBоK (свод правил по управлению проектами). С этого момента управление проектами становится отдельной дисциплиной.</a:t>
            </a:r>
            <a:endParaRPr lang="be-BY" sz="2400" b="1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defRPr/>
            </a:pPr>
            <a:r>
              <a:rPr lang="ru-RU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1991 год </a:t>
            </a:r>
            <a:r>
              <a:rPr lang="ru-RU" sz="2400" b="1" dirty="0">
                <a:ea typeface="Calibri" panose="020F0502020204030204" pitchFamily="34" charset="0"/>
                <a:cs typeface="Arial" panose="020B0604020202020204" pitchFamily="34" charset="0"/>
              </a:rPr>
              <a:t>– в Германии выходит один из наиболее полных учебников по управлению проектами.</a:t>
            </a:r>
            <a:endParaRPr lang="be-BY" sz="2400" b="1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1709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956172"/>
            <a:ext cx="8640960" cy="1049235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/>
              <a:t>Дальнейшие направления развития</a:t>
            </a:r>
            <a:br>
              <a:rPr lang="ru-RU" sz="2800" b="1" dirty="0"/>
            </a:br>
            <a:r>
              <a:rPr lang="ru-RU" sz="2800" b="1" dirty="0"/>
              <a:t>проектного менеджмента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9289588"/>
              </p:ext>
            </p:extLst>
          </p:nvPr>
        </p:nvGraphicFramePr>
        <p:xfrm>
          <a:off x="181154" y="1052736"/>
          <a:ext cx="8781691" cy="5570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6480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63D16E-5DA9-4B59-80AB-38CCD7D11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6CC0F420-E33A-4127-8E14-3BFF46F85C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234021"/>
              </p:ext>
            </p:extLst>
          </p:nvPr>
        </p:nvGraphicFramePr>
        <p:xfrm>
          <a:off x="-3645" y="116632"/>
          <a:ext cx="9001000" cy="612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20325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3F63CB-727B-4024-8314-F55172B57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614"/>
            <a:ext cx="8281663" cy="461057"/>
          </a:xfrm>
        </p:spPr>
        <p:txBody>
          <a:bodyPr>
            <a:normAutofit fontScale="90000"/>
          </a:bodyPr>
          <a:lstStyle/>
          <a:p>
            <a:r>
              <a:rPr lang="ru-RU" dirty="0"/>
              <a:t> </a:t>
            </a:r>
            <a:r>
              <a:rPr lang="ru-RU" sz="3100" b="1" dirty="0"/>
              <a:t>Классификация программных продуктов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EA5BCDB3-8585-4ED3-8D50-BACC2C46B43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95536" y="980728"/>
          <a:ext cx="8568952" cy="56886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25233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59C481E-D49A-4D23-BC33-E72CF1343C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8E44B4B-803E-4AD7-A1F7-347FF6298E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6970DEB-424D-47A3-AD50-DF159779A3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DF044BF-A3D7-4167-83A8-3F3F8E4DCC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43E7C66-3309-4C6F-B796-4F2BB3AB23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2B4CF44-E8D8-487D-941E-6EFE7A8028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EBD77B4-1468-48FC-8B4E-69166426DF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8626A3A-2629-48C1-B114-49AD878D6B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2950AFE-3079-4B76-A641-C2C7A74D72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66EB011-3549-4D2C-A26F-3D94294480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/>
        </p:bldSub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07504" y="1124744"/>
            <a:ext cx="8640960" cy="4968552"/>
          </a:xfrm>
        </p:spPr>
        <p:txBody>
          <a:bodyPr>
            <a:normAutofit/>
          </a:bodyPr>
          <a:lstStyle/>
          <a:p>
            <a:pPr marL="457200" lvl="1" indent="0" algn="just">
              <a:buNone/>
            </a:pPr>
            <a:r>
              <a:rPr lang="ru-RU" dirty="0"/>
              <a:t>ИТ- проекты являются одними из наиболее сложных. Они связаны со значительными рисками, как технологическими, так и рисками внедрения (человеческий фактор). Процент незавершенных проектов  и проектов, завершенных со значительными срывами  по срокам и перерасходом бюджета, является одним из самых высоких. В то же время число и сложность этих проектов постоянно возрастают. Выпущено немало литературы, посвященной особенностям управления </a:t>
            </a:r>
            <a:r>
              <a:rPr lang="ru-RU" dirty="0" err="1"/>
              <a:t>ИТ-проектами</a:t>
            </a:r>
            <a:r>
              <a:rPr lang="ru-RU" dirty="0"/>
              <a:t>. Так, например Дж Филипс утверждает, что менеджер </a:t>
            </a:r>
            <a:r>
              <a:rPr lang="ru-RU" dirty="0" err="1"/>
              <a:t>ИТ-проекта</a:t>
            </a:r>
            <a:r>
              <a:rPr lang="ru-RU" dirty="0"/>
              <a:t> должен обладать качествами режиссера, тренера спортивной команды и даже командира космического корабля. Как режиссеру ему придется работать со звездами, как тренеру – руководить  командой, чтобы выиграть приз,  и как командиру корабля – знать обо всем происходящем на борту.</a:t>
            </a:r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2394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745" y="44624"/>
            <a:ext cx="8928992" cy="1049235"/>
          </a:xfrm>
        </p:spPr>
        <p:txBody>
          <a:bodyPr>
            <a:normAutofit/>
          </a:bodyPr>
          <a:lstStyle/>
          <a:p>
            <a:r>
              <a:rPr lang="ru-RU" dirty="0"/>
              <a:t>Отличительные особенности ИТ-проектов:</a:t>
            </a:r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18217629-2DBD-E71F-132E-50B83EFB1DD8}"/>
              </a:ext>
            </a:extLst>
          </p:cNvPr>
          <p:cNvGraphicFramePr/>
          <p:nvPr/>
        </p:nvGraphicFramePr>
        <p:xfrm>
          <a:off x="107504" y="1196752"/>
          <a:ext cx="8928992" cy="5395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1587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6F75C4-6E4B-4234-9634-E182FA930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8E121A8-8B04-41B8-9F66-BFB9E422341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7" y="1196752"/>
            <a:ext cx="8549521" cy="316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8746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794603-765F-4196-BB56-746707857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 descr="Увеличить">
            <a:hlinkClick r:id="rId2" tgtFrame="&quot;_blank&quot;" tooltip="&quot;Данные по успешности проектов за 20 лет&quot;"/>
            <a:extLst>
              <a:ext uri="{FF2B5EF4-FFF2-40B4-BE49-F238E27FC236}">
                <a16:creationId xmlns:a16="http://schemas.microsoft.com/office/drawing/2014/main" id="{88CD2EBA-016D-4E7A-BAC5-E464E6A503E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764704"/>
            <a:ext cx="8229600" cy="35372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73289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4D62D3-93B5-4EE9-8700-068A7B15B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2778C0AE-49B7-4AF3-B8D2-01065C5802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32" y="116632"/>
            <a:ext cx="9091335" cy="6270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2048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Результаты успешности </a:t>
            </a:r>
            <a:r>
              <a:rPr lang="ru-RU" dirty="0" err="1"/>
              <a:t>ИТ-проектов</a:t>
            </a:r>
            <a:r>
              <a:rPr lang="ru-RU" dirty="0"/>
              <a:t> </a:t>
            </a:r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128713" y="2264859"/>
            <a:ext cx="6570662" cy="3093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45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75A6EF-675F-4C76-A2F7-51CACF7FC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 descr="Увеличить">
            <a:hlinkClick r:id="rId2" tgtFrame="&quot;_blank&quot;" tooltip="&quot;Портрет среднестатистического «успешного» проекта&quot;"/>
            <a:extLst>
              <a:ext uri="{FF2B5EF4-FFF2-40B4-BE49-F238E27FC236}">
                <a16:creationId xmlns:a16="http://schemas.microsoft.com/office/drawing/2014/main" id="{5E0A4E6F-2CD3-49CA-9CDF-D54C4B69F04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6632"/>
            <a:ext cx="8856984" cy="51845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94341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BD5F54-52F0-4684-8C40-AA6191191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584" y="5373216"/>
            <a:ext cx="6571343" cy="1049235"/>
          </a:xfrm>
        </p:spPr>
        <p:txBody>
          <a:bodyPr/>
          <a:lstStyle/>
          <a:p>
            <a:r>
              <a:rPr lang="be-BY" dirty="0"/>
              <a:t>Закон 4 </a:t>
            </a:r>
            <a:r>
              <a:rPr lang="en-US" dirty="0"/>
              <a:t>P </a:t>
            </a: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70335450-392E-4010-9603-83726E49CE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552" y="-99392"/>
            <a:ext cx="8064896" cy="5355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9084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939784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ПРОЕКТНЫЙ МЕНЕДЖМЕНТ</a:t>
            </a:r>
          </a:p>
        </p:txBody>
      </p:sp>
      <p:graphicFrame>
        <p:nvGraphicFramePr>
          <p:cNvPr id="8" name="Содержимое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5291107"/>
              </p:ext>
            </p:extLst>
          </p:nvPr>
        </p:nvGraphicFramePr>
        <p:xfrm>
          <a:off x="539552" y="1080286"/>
          <a:ext cx="8229600" cy="46974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75778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516B3532-5048-4530-8FB7-0C366425C1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graphicEl>
                                              <a:dgm id="{516B3532-5048-4530-8FB7-0C366425C1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05D1D5AE-BD65-4BF6-BE01-C9E45992A0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graphicEl>
                                              <a:dgm id="{05D1D5AE-BD65-4BF6-BE01-C9E45992A01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E2331BF4-D34B-4EC2-A55A-E4806CFB5D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>
                                            <p:graphicEl>
                                              <a:dgm id="{E2331BF4-D34B-4EC2-A55A-E4806CFB5D3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Sub>
          <a:bldDgm bld="one"/>
        </p:bldSub>
      </p:bldGraphic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60" y="83048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i="1" dirty="0"/>
              <a:t>Концепция 1. Цели проекта определяют его содержание</a:t>
            </a:r>
            <a:br>
              <a:rPr lang="ru-RU" b="1" i="1" dirty="0"/>
            </a:br>
            <a:endParaRPr lang="ru-RU" b="1" i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Цель – описание того, что мы хотим достичь. </a:t>
            </a:r>
          </a:p>
          <a:p>
            <a:r>
              <a:rPr lang="ru-RU" dirty="0"/>
              <a:t>Стратегия – констатация того, каким образом мы собираемся эти цели достигать. </a:t>
            </a:r>
          </a:p>
          <a:p>
            <a:r>
              <a:rPr lang="ru-RU" dirty="0"/>
              <a:t>Проекты преобразуют стратегии в действия, а цели в реальность.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Критерии концепции SMART достижения целей</a:t>
            </a:r>
          </a:p>
        </p:txBody>
      </p:sp>
      <p:pic>
        <p:nvPicPr>
          <p:cNvPr id="4" name="Содержимое 3" descr="smart-goals"/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128713" y="2575433"/>
            <a:ext cx="6570662" cy="2472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2B8E27-F6A5-407C-A572-BB379D4CF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956172"/>
            <a:ext cx="8964488" cy="1049235"/>
          </a:xfrm>
        </p:spPr>
        <p:txBody>
          <a:bodyPr>
            <a:normAutofit/>
          </a:bodyPr>
          <a:lstStyle/>
          <a:p>
            <a:r>
              <a:rPr lang="ru-RU" b="1" dirty="0" err="1"/>
              <a:t>Smart</a:t>
            </a:r>
            <a:r>
              <a:rPr lang="ru-RU" b="1" dirty="0"/>
              <a:t>-цели  можно  подразделить  на  четыре  стандартные группы: 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FA3A363E-1E52-461E-81BF-715B448B28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4727994"/>
              </p:ext>
            </p:extLst>
          </p:nvPr>
        </p:nvGraphicFramePr>
        <p:xfrm>
          <a:off x="179513" y="2005407"/>
          <a:ext cx="8964487" cy="3960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67711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Концепция 2 Тройственное ограничение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07504" y="2167385"/>
            <a:ext cx="8856984" cy="3734443"/>
          </a:xfrm>
        </p:spPr>
        <p:txBody>
          <a:bodyPr>
            <a:normAutofit/>
          </a:bodyPr>
          <a:lstStyle/>
          <a:p>
            <a:r>
              <a:rPr lang="ru-RU" dirty="0"/>
              <a:t>Ограничения определяют дополнительные требования и условия реализации проекта. Выделяют три основных ограничения: сроки, затраты, качество. </a:t>
            </a:r>
          </a:p>
          <a:p>
            <a:endParaRPr lang="ru-RU" dirty="0"/>
          </a:p>
          <a:p>
            <a:r>
              <a:rPr lang="ru-RU" dirty="0"/>
              <a:t>Известный закон Лермана гласит: «Любую техническую проблему можно преодолеть, имея достаточно времени и денег» Следствие Лермана уточняет: «Вам никогда не будет хватать либо времени либо денег»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14282" y="428604"/>
            <a:ext cx="7929618" cy="507209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55576" y="1166018"/>
            <a:ext cx="8229600" cy="4525963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Какой из трех целей: срокам, расходам или содержанию отдать предпочтение, зависит от каждого отдельного проекта. На этот вопрос нельзя дать общий ответ. Кроме этого в процессе работы над проектом приоритеты могут меняться. И все же, чаще всего, на первом месте стоят предметные цели, а две другие цели имеют подчиненное значение. При этом очень важно, чтобы каждый участник проекта был хорошо проинформирован о приоритетах, чтобы приспосабливать свои отдельные действия к соответствующим подчиненным целям.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Концепция 3. Учет неопределенности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ru-RU" dirty="0"/>
              <a:t>Уникальность целей и деятельности, выполняемой в рамках проекта, является источником неопределенности. Менеджер не может абсолютно точно определить состав работ, предвидеть все условия реализации проекта, четко сформулировать требования  к ресурсам. </a:t>
            </a:r>
          </a:p>
          <a:p>
            <a:pPr algn="just"/>
            <a:r>
              <a:rPr lang="ru-RU" dirty="0"/>
              <a:t>Важным условием достижения целей проект является нахождение разумного баланса между ограничениями и неопределенностью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609600" y="304800"/>
            <a:ext cx="81534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ru-RU" altLang="ru-RU" sz="2000" b="1" u="sng"/>
              <a:t>Неопределенность</a:t>
            </a:r>
            <a:r>
              <a:rPr lang="ru-RU" altLang="ru-RU" sz="2000"/>
              <a:t> - это неполнота и неточность информации о внутренних и внешних условиях реализации проекта, поэтому возможны те или иные непредсказуемые события, вероятностные характеристики которых неизвестны.</a:t>
            </a:r>
          </a:p>
        </p:txBody>
      </p:sp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685800" y="1828800"/>
            <a:ext cx="3505200" cy="146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ru-RU" altLang="ru-RU" sz="2000"/>
              <a:t>усиление динамики и сложности  производственной деятельности предприятия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ru-RU" altLang="ru-RU" sz="2000"/>
              <a:t>изменения внешней среды</a:t>
            </a:r>
            <a:endParaRPr lang="ru-RU" altLang="ru-RU"/>
          </a:p>
        </p:txBody>
      </p:sp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5943600" y="2057400"/>
            <a:ext cx="27432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 sz="2000"/>
              <a:t>увеличение неопределенности</a:t>
            </a:r>
          </a:p>
        </p:txBody>
      </p:sp>
      <p:sp>
        <p:nvSpPr>
          <p:cNvPr id="13320" name="AutoShape 8"/>
          <p:cNvSpPr>
            <a:spLocks noChangeArrowheads="1"/>
          </p:cNvSpPr>
          <p:nvPr/>
        </p:nvSpPr>
        <p:spPr bwMode="auto">
          <a:xfrm>
            <a:off x="4724400" y="2362200"/>
            <a:ext cx="914400" cy="381000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ru-RU"/>
          </a:p>
        </p:txBody>
      </p:sp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3276600" y="3733800"/>
            <a:ext cx="55626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 sz="2000" dirty="0"/>
              <a:t>В ходе реализации проекта могут  возникнуть ситуации, вызывающие потери прибыли, выручки и имущества</a:t>
            </a:r>
          </a:p>
        </p:txBody>
      </p:sp>
      <p:sp>
        <p:nvSpPr>
          <p:cNvPr id="13322" name="AutoShape 10"/>
          <p:cNvSpPr>
            <a:spLocks noChangeArrowheads="1"/>
          </p:cNvSpPr>
          <p:nvPr/>
        </p:nvSpPr>
        <p:spPr bwMode="auto">
          <a:xfrm rot="5400000">
            <a:off x="6515100" y="3086100"/>
            <a:ext cx="762000" cy="381000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ru-RU"/>
          </a:p>
        </p:txBody>
      </p:sp>
      <p:sp>
        <p:nvSpPr>
          <p:cNvPr id="13323" name="Text Box 11"/>
          <p:cNvSpPr txBox="1">
            <a:spLocks noChangeArrowheads="1"/>
          </p:cNvSpPr>
          <p:nvPr/>
        </p:nvSpPr>
        <p:spPr bwMode="auto">
          <a:xfrm>
            <a:off x="762000" y="5410200"/>
            <a:ext cx="5181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 sz="2000" dirty="0"/>
              <a:t>Возможность таких потерь характеризует категория </a:t>
            </a:r>
            <a:r>
              <a:rPr lang="ru-RU" altLang="ru-RU" sz="2000" b="1" u="sng" dirty="0"/>
              <a:t>риска</a:t>
            </a:r>
          </a:p>
        </p:txBody>
      </p:sp>
      <p:cxnSp>
        <p:nvCxnSpPr>
          <p:cNvPr id="13324" name="AutoShape 12"/>
          <p:cNvCxnSpPr>
            <a:cxnSpLocks noChangeShapeType="1"/>
            <a:stCxn id="13321" idx="1"/>
            <a:endCxn id="13323" idx="1"/>
          </p:cNvCxnSpPr>
          <p:nvPr/>
        </p:nvCxnSpPr>
        <p:spPr bwMode="auto">
          <a:xfrm rot="10800000" flipV="1">
            <a:off x="762000" y="4237038"/>
            <a:ext cx="2514600" cy="1524000"/>
          </a:xfrm>
          <a:prstGeom prst="bentConnector3">
            <a:avLst>
              <a:gd name="adj1" fmla="val 109093"/>
            </a:avLst>
          </a:prstGeom>
          <a:noFill/>
          <a:ln w="28575">
            <a:solidFill>
              <a:schemeClr val="accent1"/>
            </a:solidFill>
            <a:miter lim="800000"/>
            <a:headEnd/>
            <a:tailEnd type="triangle" w="med" len="med"/>
          </a:ln>
          <a:effectLst>
            <a:outerShdw dist="107763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354887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 autoUpdateAnimBg="0"/>
      <p:bldP spid="13318" grpId="0" autoUpdateAnimBg="0"/>
      <p:bldP spid="13319" grpId="0" autoUpdateAnimBg="0"/>
      <p:bldP spid="13321" grpId="0" autoUpdateAnimBg="0"/>
      <p:bldP spid="13323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Концепция 4. Концепция жизненного цикла проекта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Жизненный цикл проекта – последовательность фаз проекта, задаваемая исходя из потребностей управления проектом. Жизненный цикл проекта принято делить на фазы, фазы – на стадии, стадии – на этапы. </a:t>
            </a:r>
          </a:p>
          <a:p>
            <a:r>
              <a:rPr lang="ru-RU" dirty="0"/>
              <a:t>Традиционным является разбиение проекта на 4 крупных этапа: формулирование проекта, планирование, осуществление и завершение.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44" y="142851"/>
            <a:ext cx="8643998" cy="6171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58D20E-8990-485E-899F-7A59CF94D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2FA313DB-518C-4F93-8E81-57E988829E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40802"/>
            <a:ext cx="8388424" cy="6182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8558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980728"/>
            <a:ext cx="8424936" cy="1049235"/>
          </a:xfrm>
        </p:spPr>
        <p:txBody>
          <a:bodyPr>
            <a:normAutofit fontScale="90000"/>
          </a:bodyPr>
          <a:lstStyle/>
          <a:p>
            <a:r>
              <a:rPr lang="ru-RU" sz="3100" b="1" dirty="0"/>
              <a:t>Концепция 5 . Концепция временной организационной структуры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Привлечение исполнителей к выполнению проекта</a:t>
            </a:r>
          </a:p>
          <a:p>
            <a:r>
              <a:rPr lang="ru-RU" dirty="0"/>
              <a:t>Четкое распределение ответственности за достижение целей</a:t>
            </a:r>
          </a:p>
          <a:p>
            <a:r>
              <a:rPr lang="ru-RU" dirty="0"/>
              <a:t>Ключевая роль менеджера проекта</a:t>
            </a:r>
          </a:p>
          <a:p>
            <a:r>
              <a:rPr lang="ru-RU" dirty="0"/>
              <a:t>Необходимость вписаться к существующую структуру организации, реализующей проект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4F70DD7A-A262-2EC2-E9B4-18A92E427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503" y="0"/>
            <a:ext cx="9158335" cy="6021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94062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2ED945-FA9A-4863-B6A3-47E16588B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8CF34E99-24ED-485C-A4F0-96A5A4EB1D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504" y="7617"/>
            <a:ext cx="8252569" cy="61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3598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60" y="100754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Концепция 6. Интеграция технологических и управленческих компетенций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  <a:p>
            <a:endParaRPr lang="ru-RU" dirty="0"/>
          </a:p>
          <a:p>
            <a:r>
              <a:rPr lang="ru-RU" dirty="0"/>
              <a:t>Наличие технологий и квалифицированных исполнителей – главные составляющие успеха проекта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7BBC49-657A-4A26-9037-A92DA9A71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F8781AEA-F77E-4BC2-B01C-30E67ED932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504" y="7172"/>
            <a:ext cx="8640960" cy="659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1115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949B08-A5C4-471B-A425-718695AA7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84F1CBD5-C060-46E8-8358-41BE95AF66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520" y="116632"/>
            <a:ext cx="8784976" cy="6518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0421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836712"/>
            <a:ext cx="8229600" cy="4525963"/>
          </a:xfrm>
        </p:spPr>
        <p:txBody>
          <a:bodyPr>
            <a:normAutofit/>
          </a:bodyPr>
          <a:lstStyle/>
          <a:p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BY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Стандарты управления проектами — это документы, определяющие понятия, термины, методологии, фазы, роли, обязанности и компетентность в сфере проектного менеджмента. Они представляют собой совокупность знаний и опыта работы, проверенных практически и признанных авторитетными источниками.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013836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661C110-ACD3-094A-16F5-FD310D7DB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60648"/>
            <a:ext cx="7236296" cy="5427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20359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DA1F11-2CCD-78F9-EE63-334BB4EA3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PMBOK (Project Management Body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Knowledge</a:t>
            </a:r>
            <a:r>
              <a:rPr lang="ru-RU" dirty="0"/>
              <a:t>):</a:t>
            </a:r>
            <a:endParaRPr lang="ru-BY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01D283-908A-5926-A240-C6FB46013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PMBOK разработан Project Management Institute (PMI) и является одним из самых широко распространенных стандартов управления проектами. Он определяет основные процессы, практики и знания, необходимые для эффективного управления проектами. PMBOK включает в себя такие элементы, как управление областями знаний проекта (Project Management </a:t>
            </a:r>
            <a:r>
              <a:rPr lang="ru-RU" dirty="0" err="1"/>
              <a:t>Knowledge</a:t>
            </a:r>
            <a:r>
              <a:rPr lang="ru-RU" dirty="0"/>
              <a:t> </a:t>
            </a:r>
            <a:r>
              <a:rPr lang="ru-RU" dirty="0" err="1"/>
              <a:t>Areas</a:t>
            </a:r>
            <a:r>
              <a:rPr lang="ru-RU" dirty="0"/>
              <a:t>), процессы управления проектом и соответствующие входы, выходы и инструменты.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31381101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F21D66-42AF-9D01-6EAD-8291A204F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836712"/>
            <a:ext cx="8640960" cy="1049235"/>
          </a:xfrm>
        </p:spPr>
        <p:txBody>
          <a:bodyPr>
            <a:normAutofit/>
          </a:bodyPr>
          <a:lstStyle/>
          <a:p>
            <a:r>
              <a:rPr lang="ru-RU" sz="2400" dirty="0"/>
              <a:t>Руководство </a:t>
            </a:r>
            <a:r>
              <a:rPr lang="en-US" sz="2400" dirty="0"/>
              <a:t>PMBOK </a:t>
            </a:r>
            <a:r>
              <a:rPr lang="ru-RU" sz="2400" dirty="0"/>
              <a:t>включает следующие разделы:</a:t>
            </a:r>
            <a:endParaRPr lang="ru-BY" sz="2400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6A34F24E-5AA9-CEE9-A95C-CFF48CC189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3170876"/>
              </p:ext>
            </p:extLst>
          </p:nvPr>
        </p:nvGraphicFramePr>
        <p:xfrm>
          <a:off x="467544" y="1628800"/>
          <a:ext cx="8208912" cy="44644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12723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8D6CD-3323-84CC-E944-33D0AF17C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34869D-47A6-AB3B-8A4D-D12045317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-99392"/>
            <a:ext cx="8640960" cy="1049235"/>
          </a:xfrm>
        </p:spPr>
        <p:txBody>
          <a:bodyPr>
            <a:normAutofit/>
          </a:bodyPr>
          <a:lstStyle/>
          <a:p>
            <a:r>
              <a:rPr lang="ru-RU" sz="2400" dirty="0"/>
              <a:t>В стандарте детально описывается девять областей знаний, связанных с управлением проектами:</a:t>
            </a:r>
            <a:endParaRPr lang="ru-BY" sz="2400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2A3708BA-02C3-BE45-C9C7-DA584E8D1FB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9512" y="949842"/>
          <a:ext cx="8784976" cy="51434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814922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A8D229-2E57-EE30-D32E-716C39190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BY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PRINCE2 (</a:t>
            </a:r>
            <a:r>
              <a:rPr lang="ru-BY" sz="3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Projects</a:t>
            </a:r>
            <a:r>
              <a:rPr lang="ru-BY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BY" sz="3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ru-BY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BY" sz="3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Controlled</a:t>
            </a:r>
            <a:r>
              <a:rPr lang="ru-BY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BY" sz="3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Environments</a:t>
            </a:r>
            <a:r>
              <a:rPr lang="ru-BY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ru-BY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4D109B-E343-43CE-729B-98918C8D9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BY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:PRINCE2 является методологией управления проектами, разработанной в Великобритании. Он предоставляет набор описаний ролей, процессов и шаблонов, которые помогают в управлении проектами на разных уровнях сложности. PRINCE2 выделяет шесть основных переменных проекта (время, стоимость, качество, объем работы, риски и выгоды) и предоставляет рекомендации по их управлению.</a:t>
            </a:r>
          </a:p>
          <a:p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10048889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4DD919-A562-A712-5EAD-E7AB4D347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принципы </a:t>
            </a:r>
            <a:r>
              <a:rPr lang="en-US" dirty="0"/>
              <a:t>PRINCE2</a:t>
            </a:r>
            <a:r>
              <a:rPr lang="ru-RU" dirty="0"/>
              <a:t>   включают:</a:t>
            </a:r>
            <a:endParaRPr lang="ru-BY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595595C3-99AE-B579-1626-5411687F31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0177799"/>
              </p:ext>
            </p:extLst>
          </p:nvPr>
        </p:nvGraphicFramePr>
        <p:xfrm>
          <a:off x="1128713" y="2166938"/>
          <a:ext cx="6570662" cy="3289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252678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364B05-7308-A430-4C81-B8031DF5E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Процессы </a:t>
            </a:r>
            <a:r>
              <a:rPr lang="en-US" dirty="0"/>
              <a:t>PRINCE 2</a:t>
            </a:r>
            <a:endParaRPr lang="ru-BY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92C7FB74-BC5D-FFE8-A8BE-3C7C3FA23C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8067785"/>
              </p:ext>
            </p:extLst>
          </p:nvPr>
        </p:nvGraphicFramePr>
        <p:xfrm>
          <a:off x="1128713" y="2166938"/>
          <a:ext cx="6570662" cy="3289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46873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CED12E-DF7B-3426-E8D2-28160EE97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BY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ISO 21500:</a:t>
            </a:r>
            <a:endParaRPr lang="ru-BY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8F0D78-BE79-FF3F-686F-60F6E8BC3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BY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ISO 21500 является международным стандартом, разработанным Международной организацией по стандартизации (ISO). Он предоставляет руководство по управлению проектами и включает в себя общие принципы, процессы и практики управления проектами. ISO 21500 является общим руководством и может быть адаптирован к различным организационным контекстам.</a:t>
            </a:r>
          </a:p>
          <a:p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32710929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72CDE1-7038-D83F-4551-F03BD011B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ru-RU" dirty="0" err="1"/>
              <a:t>тандарт</a:t>
            </a:r>
            <a:r>
              <a:rPr lang="ru-RU" dirty="0"/>
              <a:t> </a:t>
            </a:r>
            <a:r>
              <a:rPr lang="en-US" dirty="0"/>
              <a:t>ISO 21500</a:t>
            </a:r>
            <a:endParaRPr lang="ru-BY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C9090E81-13E6-2034-A6FA-D0D81F1A41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8348705"/>
              </p:ext>
            </p:extLst>
          </p:nvPr>
        </p:nvGraphicFramePr>
        <p:xfrm>
          <a:off x="1128713" y="2166938"/>
          <a:ext cx="6570662" cy="3289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0234123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28596" y="2000240"/>
            <a:ext cx="842968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История  первая.  Студент 3-го  курса  университета  в  целях </a:t>
            </a:r>
          </a:p>
          <a:p>
            <a:pPr algn="just"/>
            <a:r>
              <a:rPr lang="ru-RU" dirty="0"/>
              <a:t>самообразования  решил  в  одиночку  переписать  одну  всемирно  известную крупную программную систему, имеющую тысячи внедрений. Конечно, он не  справился  с  работой  самостоятельно,  но  сумел  заинтересовать  других программистов-любителей  со  схожими  интересами,  которые  также  стали работать  над системой  совершенно  бесплатно  в  свободное  от  основной </a:t>
            </a:r>
          </a:p>
          <a:p>
            <a:pPr algn="just"/>
            <a:r>
              <a:rPr lang="ru-RU" dirty="0"/>
              <a:t>работы время. 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11560" y="908721"/>
            <a:ext cx="7992888" cy="4547300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История  вторая.  Француз,  учившийся  программированию  в </a:t>
            </a:r>
          </a:p>
          <a:p>
            <a:pPr algn="just"/>
            <a:endParaRPr lang="en-US" dirty="0"/>
          </a:p>
          <a:p>
            <a:pPr algn="just"/>
            <a:r>
              <a:rPr lang="ru-RU" dirty="0"/>
              <a:t>Швейцарии,  самостоятельно  написал  компилятор  примитивного  учебного языка  программирования.  Язык  был  разработан  профессором  выпустившей  его  кафедры  для  использования  в  учебном  процессе – для  реализации фрагментов  компилятора  студентами  в  качестве  курсовых  и  дипломных проектов.  В  языке  намеренно  не  было  сложных  конструкций  и  операций ввода-вывода, что делало почти невозможным промышленное использование языка. С этим компилятором молодой выпускник уехал в США и попытался организовать  его  промышленный  выпуск  по  цене  в 10 раз  ниже  среднего уровня цен на компиляторы с других языков программирования.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11560" y="1340768"/>
            <a:ext cx="7704856" cy="3288635"/>
          </a:xfrm>
        </p:spPr>
        <p:txBody>
          <a:bodyPr/>
          <a:lstStyle/>
          <a:p>
            <a:r>
              <a:rPr lang="ru-RU" dirty="0"/>
              <a:t>Молодой программист из Санкт-Петербурга на досуге  написал  простую  почтовую  программу,  позволяющую  работать  с  электронной почтой через Web-интерфейс. До него в мире были разработаны и  широко  применялись  десятки,  если  не  сотни  аналогичных  систем.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1052737"/>
            <a:ext cx="8496944" cy="4403284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Одна  компания  является  гигантом  и  имеет консервативный  имидж  в  обществе.  Еще  совсем  недавно  предписывалось, чтобы  все,  включая  ремонтных  рабочих,  появлялись  на  работу  в  белых рубашках  и  галстуках.  За  почти  столетие  своего  существования  компания никогда не считалась научно-техническим лидером. Между тем ее цены на 25% выше цен конкурентов. Низкие планы объемов реализации приводят к тому, что планы менеджеров по продажам почти всегда выполнены, премии выплачиваются регулярно.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27584" y="1196752"/>
            <a:ext cx="7632848" cy="4464496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Два  человека,  бросивших  колледж  и  продававших  устройства  для  незаконных  бесплатных  междугородних  разговоров,  разработали  компьютер  за 1300 долл.  Штаб-квартира  этой  компании располагалась в спальне одного учредителя, а сборочный конвейер – в гараже  другого.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27584" y="1052736"/>
            <a:ext cx="7632848" cy="4968552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Мир  меняется,  менеджеры  должны  принимать  решения быстро. Один человек не может руководить тысячью подчиненных. За одним исключением. Есть одна организация, самая старая на Земле. Она насчитывает  всего 4 уровня  иерархии  и существует  свыше  полутора  тысяч лет.  В  ней  полностью  отсутствует  демократия,  решения  принимаются  со скоростью  улитки  с  опозданием  в  десятки  лет.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Галерея">
  <a:themeElements>
    <a:clrScheme name="Синий и зеленый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Галерея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алерея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1827</TotalTime>
  <Words>2148</Words>
  <Application>Microsoft Office PowerPoint</Application>
  <PresentationFormat>Экран (4:3)</PresentationFormat>
  <Paragraphs>193</Paragraphs>
  <Slides>56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56</vt:i4>
      </vt:variant>
    </vt:vector>
  </HeadingPairs>
  <TitlesOfParts>
    <vt:vector size="60" baseType="lpstr">
      <vt:lpstr>Arial</vt:lpstr>
      <vt:lpstr>Calibri</vt:lpstr>
      <vt:lpstr>Century Gothic</vt:lpstr>
      <vt:lpstr>Галерея</vt:lpstr>
      <vt:lpstr>Управление проектами </vt:lpstr>
      <vt:lpstr>Презентация PowerPoint</vt:lpstr>
      <vt:lpstr>Презентация PowerPoint</vt:lpstr>
      <vt:lpstr>Презентация PowerPoint</vt:lpstr>
      <vt:lpstr>Основные признаки проекта</vt:lpstr>
      <vt:lpstr>Границы проекта по PMBOK</vt:lpstr>
      <vt:lpstr>Презентация PowerPoint</vt:lpstr>
      <vt:lpstr>ЭВОЛЮЦИЯ УПРАВЛЕНИЯ ПРОЕКТАМИ</vt:lpstr>
      <vt:lpstr>Презентация PowerPoint</vt:lpstr>
      <vt:lpstr>Презентация PowerPoint</vt:lpstr>
      <vt:lpstr>Презентация PowerPoint</vt:lpstr>
      <vt:lpstr>Дальнейшие направления развития проектного менеджмента</vt:lpstr>
      <vt:lpstr>Презентация PowerPoint</vt:lpstr>
      <vt:lpstr> Классификация программных продуктов</vt:lpstr>
      <vt:lpstr>Презентация PowerPoint</vt:lpstr>
      <vt:lpstr>Отличительные особенности ИТ-проектов:</vt:lpstr>
      <vt:lpstr>Презентация PowerPoint</vt:lpstr>
      <vt:lpstr>Презентация PowerPoint</vt:lpstr>
      <vt:lpstr>Презентация PowerPoint</vt:lpstr>
      <vt:lpstr>Результаты успешности ИТ-проектов </vt:lpstr>
      <vt:lpstr>Презентация PowerPoint</vt:lpstr>
      <vt:lpstr>Закон 4 P </vt:lpstr>
      <vt:lpstr>ПРОЕКТНЫЙ МЕНЕДЖМЕНТ</vt:lpstr>
      <vt:lpstr>Концепция 1. Цели проекта определяют его содержание </vt:lpstr>
      <vt:lpstr>Критерии концепции SMART достижения целей</vt:lpstr>
      <vt:lpstr>Smart-цели  можно  подразделить  на  четыре  стандартные группы: </vt:lpstr>
      <vt:lpstr>Концепция 2 Тройственное ограничение</vt:lpstr>
      <vt:lpstr>Презентация PowerPoint</vt:lpstr>
      <vt:lpstr>Презентация PowerPoint</vt:lpstr>
      <vt:lpstr>Концепция 3. Учет неопределенности</vt:lpstr>
      <vt:lpstr>Презентация PowerPoint</vt:lpstr>
      <vt:lpstr>Концепция 4. Концепция жизненного цикла проекта</vt:lpstr>
      <vt:lpstr>Презентация PowerPoint</vt:lpstr>
      <vt:lpstr>Презентация PowerPoint</vt:lpstr>
      <vt:lpstr>Концепция 5 . Концепция временной организационной структуры </vt:lpstr>
      <vt:lpstr>Презентация PowerPoint</vt:lpstr>
      <vt:lpstr>Презентация PowerPoint</vt:lpstr>
      <vt:lpstr>Концепция 6. Интеграция технологических и управленческих компетенций</vt:lpstr>
      <vt:lpstr>Презентация PowerPoint</vt:lpstr>
      <vt:lpstr>Презентация PowerPoint</vt:lpstr>
      <vt:lpstr>Презентация PowerPoint</vt:lpstr>
      <vt:lpstr>Презентация PowerPoint</vt:lpstr>
      <vt:lpstr>PMBOK (Project Management Body of Knowledge):</vt:lpstr>
      <vt:lpstr>Руководство PMBOK включает следующие разделы:</vt:lpstr>
      <vt:lpstr>В стандарте детально описывается девять областей знаний, связанных с управлением проектами:</vt:lpstr>
      <vt:lpstr>PRINCE2 (Projects in Controlled Environments)</vt:lpstr>
      <vt:lpstr>Основные принципы PRINCE2   включают:</vt:lpstr>
      <vt:lpstr>Процессы PRINCE 2</vt:lpstr>
      <vt:lpstr>ISO 21500:</vt:lpstr>
      <vt:lpstr>Cтандарт ISO 21500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Управление Web-проектами</dc:title>
  <dc:creator>Dir</dc:creator>
  <cp:lastModifiedBy>User</cp:lastModifiedBy>
  <cp:revision>98</cp:revision>
  <dcterms:created xsi:type="dcterms:W3CDTF">2019-12-26T12:17:17Z</dcterms:created>
  <dcterms:modified xsi:type="dcterms:W3CDTF">2024-10-08T15:15:40Z</dcterms:modified>
</cp:coreProperties>
</file>