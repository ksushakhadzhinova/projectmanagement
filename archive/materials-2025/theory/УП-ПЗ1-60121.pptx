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0"/>
  </p:notesMasterIdLst>
  <p:sldIdLst>
    <p:sldId id="256" r:id="rId2"/>
    <p:sldId id="344" r:id="rId3"/>
    <p:sldId id="259" r:id="rId4"/>
    <p:sldId id="580" r:id="rId5"/>
    <p:sldId id="672" r:id="rId6"/>
    <p:sldId id="677" r:id="rId7"/>
    <p:sldId id="350" r:id="rId8"/>
    <p:sldId id="351" r:id="rId9"/>
    <p:sldId id="678" r:id="rId10"/>
    <p:sldId id="679" r:id="rId11"/>
    <p:sldId id="631" r:id="rId12"/>
    <p:sldId id="266" r:id="rId13"/>
    <p:sldId id="443" r:id="rId14"/>
    <p:sldId id="444" r:id="rId15"/>
    <p:sldId id="445" r:id="rId16"/>
    <p:sldId id="442" r:id="rId17"/>
    <p:sldId id="324" r:id="rId18"/>
    <p:sldId id="452" r:id="rId19"/>
    <p:sldId id="628" r:id="rId20"/>
    <p:sldId id="295" r:id="rId21"/>
    <p:sldId id="296" r:id="rId22"/>
    <p:sldId id="298" r:id="rId23"/>
    <p:sldId id="273" r:id="rId24"/>
    <p:sldId id="458" r:id="rId25"/>
    <p:sldId id="459" r:id="rId26"/>
    <p:sldId id="460" r:id="rId27"/>
    <p:sldId id="618" r:id="rId28"/>
    <p:sldId id="629" r:id="rId29"/>
  </p:sldIdLst>
  <p:sldSz cx="12192000" cy="6858000"/>
  <p:notesSz cx="6761163" cy="99425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4660"/>
  </p:normalViewPr>
  <p:slideViewPr>
    <p:cSldViewPr snapToGrid="0">
      <p:cViewPr varScale="1">
        <p:scale>
          <a:sx n="106" d="100"/>
          <a:sy n="106" d="100"/>
        </p:scale>
        <p:origin x="10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0795D8-24A6-4554-80F7-6964FEC1BE26}" type="doc">
      <dgm:prSet loTypeId="urn:microsoft.com/office/officeart/2005/8/layout/process2" loCatId="process" qsTypeId="urn:microsoft.com/office/officeart/2005/8/quickstyle/simple1" qsCatId="simple" csTypeId="urn:microsoft.com/office/officeart/2005/8/colors/colorful3" csCatId="colorful" phldr="1"/>
      <dgm:spPr/>
    </dgm:pt>
    <dgm:pt modelId="{1BFA256C-2E9D-4082-8804-BC350A8D3D6F}">
      <dgm:prSet phldrT="[Текст]"/>
      <dgm:spPr/>
      <dgm:t>
        <a:bodyPr/>
        <a:lstStyle/>
        <a:p>
          <a:r>
            <a:rPr lang="ru-BY" dirty="0"/>
            <a:t>Идентификация основных компонентов проекта</a:t>
          </a:r>
        </a:p>
      </dgm:t>
    </dgm:pt>
    <dgm:pt modelId="{51E4DD43-5B71-4AB6-B29C-2B6A8A674C26}" type="parTrans" cxnId="{C5BA871E-F5D6-4EFE-A25C-B285E11DAEF8}">
      <dgm:prSet/>
      <dgm:spPr/>
      <dgm:t>
        <a:bodyPr/>
        <a:lstStyle/>
        <a:p>
          <a:endParaRPr lang="ru-BY"/>
        </a:p>
      </dgm:t>
    </dgm:pt>
    <dgm:pt modelId="{0E35E120-9D86-40EE-BBD3-1214E52D2057}" type="sibTrans" cxnId="{C5BA871E-F5D6-4EFE-A25C-B285E11DAEF8}">
      <dgm:prSet/>
      <dgm:spPr/>
      <dgm:t>
        <a:bodyPr/>
        <a:lstStyle/>
        <a:p>
          <a:endParaRPr lang="ru-BY"/>
        </a:p>
      </dgm:t>
    </dgm:pt>
    <dgm:pt modelId="{49BF4A51-CE8B-493E-AE12-59F5AF135772}">
      <dgm:prSet phldrT="[Текст]"/>
      <dgm:spPr/>
      <dgm:t>
        <a:bodyPr/>
        <a:lstStyle/>
        <a:p>
          <a:r>
            <a:rPr lang="ru-RU" dirty="0"/>
            <a:t>Разбиение компонентов на подзадачи</a:t>
          </a:r>
          <a:endParaRPr lang="ru-BY" dirty="0"/>
        </a:p>
      </dgm:t>
    </dgm:pt>
    <dgm:pt modelId="{3125B66E-BB60-4216-BAFE-EE3D36813CD2}" type="parTrans" cxnId="{0D61EC52-7E59-4479-BB59-457343D41268}">
      <dgm:prSet/>
      <dgm:spPr/>
      <dgm:t>
        <a:bodyPr/>
        <a:lstStyle/>
        <a:p>
          <a:endParaRPr lang="ru-BY"/>
        </a:p>
      </dgm:t>
    </dgm:pt>
    <dgm:pt modelId="{B3209AF1-9454-40F0-9758-D0157B644E6E}" type="sibTrans" cxnId="{0D61EC52-7E59-4479-BB59-457343D41268}">
      <dgm:prSet/>
      <dgm:spPr/>
      <dgm:t>
        <a:bodyPr/>
        <a:lstStyle/>
        <a:p>
          <a:endParaRPr lang="ru-BY"/>
        </a:p>
      </dgm:t>
    </dgm:pt>
    <dgm:pt modelId="{4C34A568-5163-49B0-A4CA-1B10FCBAA5D4}">
      <dgm:prSet phldrT="[Текст]"/>
      <dgm:spPr/>
      <dgm:t>
        <a:bodyPr/>
        <a:lstStyle/>
        <a:p>
          <a:r>
            <a:rPr lang="ru-RU" dirty="0"/>
            <a:t>Иерархическая структура</a:t>
          </a:r>
          <a:endParaRPr lang="ru-BY" dirty="0"/>
        </a:p>
      </dgm:t>
    </dgm:pt>
    <dgm:pt modelId="{7DE3094F-6A50-4306-924C-F63B9E4063C1}" type="parTrans" cxnId="{A9E5362C-0F8B-4C87-801C-E02240A9EF12}">
      <dgm:prSet/>
      <dgm:spPr/>
      <dgm:t>
        <a:bodyPr/>
        <a:lstStyle/>
        <a:p>
          <a:endParaRPr lang="ru-BY"/>
        </a:p>
      </dgm:t>
    </dgm:pt>
    <dgm:pt modelId="{59DBAFC7-86D8-4C77-B8EB-FB62EBC4C00A}" type="sibTrans" cxnId="{A9E5362C-0F8B-4C87-801C-E02240A9EF12}">
      <dgm:prSet/>
      <dgm:spPr/>
      <dgm:t>
        <a:bodyPr/>
        <a:lstStyle/>
        <a:p>
          <a:endParaRPr lang="ru-BY"/>
        </a:p>
      </dgm:t>
    </dgm:pt>
    <dgm:pt modelId="{E2300284-1E4F-4949-8BE8-955D7FBDE950}">
      <dgm:prSet phldrT="[Текст]"/>
      <dgm:spPr/>
      <dgm:t>
        <a:bodyPr/>
        <a:lstStyle/>
        <a:p>
          <a:r>
            <a:rPr lang="ru-RU" dirty="0"/>
            <a:t>Определение зависимостей</a:t>
          </a:r>
          <a:endParaRPr lang="ru-BY" dirty="0"/>
        </a:p>
      </dgm:t>
    </dgm:pt>
    <dgm:pt modelId="{B3F24565-679B-40E6-B160-DA119B22ECC2}" type="parTrans" cxnId="{FB769258-66E1-4DC3-AB2E-99A1A6380DF4}">
      <dgm:prSet/>
      <dgm:spPr/>
      <dgm:t>
        <a:bodyPr/>
        <a:lstStyle/>
        <a:p>
          <a:endParaRPr lang="ru-BY"/>
        </a:p>
      </dgm:t>
    </dgm:pt>
    <dgm:pt modelId="{8E673522-D2B8-48DB-9199-BDE77565A24C}" type="sibTrans" cxnId="{FB769258-66E1-4DC3-AB2E-99A1A6380DF4}">
      <dgm:prSet/>
      <dgm:spPr/>
      <dgm:t>
        <a:bodyPr/>
        <a:lstStyle/>
        <a:p>
          <a:endParaRPr lang="ru-BY"/>
        </a:p>
      </dgm:t>
    </dgm:pt>
    <dgm:pt modelId="{85E0B31A-DD4D-4C46-89EA-0AA5EB48FC93}">
      <dgm:prSet phldrT="[Текст]"/>
      <dgm:spPr/>
      <dgm:t>
        <a:bodyPr/>
        <a:lstStyle/>
        <a:p>
          <a:r>
            <a:rPr lang="ru-RU" dirty="0"/>
            <a:t>Установление уровней управления</a:t>
          </a:r>
          <a:endParaRPr lang="ru-BY" dirty="0"/>
        </a:p>
      </dgm:t>
    </dgm:pt>
    <dgm:pt modelId="{B82776E6-11DF-4D6F-A3D8-C86BED9505DD}" type="parTrans" cxnId="{7B57820A-F114-4278-BBB9-D22D21FDF761}">
      <dgm:prSet/>
      <dgm:spPr/>
      <dgm:t>
        <a:bodyPr/>
        <a:lstStyle/>
        <a:p>
          <a:endParaRPr lang="ru-BY"/>
        </a:p>
      </dgm:t>
    </dgm:pt>
    <dgm:pt modelId="{40B46054-3394-48B6-BD47-6FCC1A7648E5}" type="sibTrans" cxnId="{7B57820A-F114-4278-BBB9-D22D21FDF761}">
      <dgm:prSet/>
      <dgm:spPr/>
      <dgm:t>
        <a:bodyPr/>
        <a:lstStyle/>
        <a:p>
          <a:endParaRPr lang="ru-BY"/>
        </a:p>
      </dgm:t>
    </dgm:pt>
    <dgm:pt modelId="{5569CD1D-7163-44C1-8453-14B032B6FA32}" type="pres">
      <dgm:prSet presAssocID="{3C0795D8-24A6-4554-80F7-6964FEC1BE26}" presName="linearFlow" presStyleCnt="0">
        <dgm:presLayoutVars>
          <dgm:resizeHandles val="exact"/>
        </dgm:presLayoutVars>
      </dgm:prSet>
      <dgm:spPr/>
    </dgm:pt>
    <dgm:pt modelId="{F8D2554E-CB1A-4A65-9A66-E8E6B5D78B57}" type="pres">
      <dgm:prSet presAssocID="{1BFA256C-2E9D-4082-8804-BC350A8D3D6F}" presName="node" presStyleLbl="node1" presStyleIdx="0" presStyleCnt="5">
        <dgm:presLayoutVars>
          <dgm:bulletEnabled val="1"/>
        </dgm:presLayoutVars>
      </dgm:prSet>
      <dgm:spPr/>
    </dgm:pt>
    <dgm:pt modelId="{719A8686-3D86-4621-BE3D-5C835139FC4F}" type="pres">
      <dgm:prSet presAssocID="{0E35E120-9D86-40EE-BBD3-1214E52D2057}" presName="sibTrans" presStyleLbl="sibTrans2D1" presStyleIdx="0" presStyleCnt="4"/>
      <dgm:spPr/>
    </dgm:pt>
    <dgm:pt modelId="{52624FE9-1C66-4FAB-9161-F4E224FA32D5}" type="pres">
      <dgm:prSet presAssocID="{0E35E120-9D86-40EE-BBD3-1214E52D2057}" presName="connectorText" presStyleLbl="sibTrans2D1" presStyleIdx="0" presStyleCnt="4"/>
      <dgm:spPr/>
    </dgm:pt>
    <dgm:pt modelId="{88332AA4-B3A1-40F2-B9EC-9F8A3837E22D}" type="pres">
      <dgm:prSet presAssocID="{49BF4A51-CE8B-493E-AE12-59F5AF135772}" presName="node" presStyleLbl="node1" presStyleIdx="1" presStyleCnt="5">
        <dgm:presLayoutVars>
          <dgm:bulletEnabled val="1"/>
        </dgm:presLayoutVars>
      </dgm:prSet>
      <dgm:spPr/>
    </dgm:pt>
    <dgm:pt modelId="{0823ACEA-228F-48B8-A236-816DFBF95E55}" type="pres">
      <dgm:prSet presAssocID="{B3209AF1-9454-40F0-9758-D0157B644E6E}" presName="sibTrans" presStyleLbl="sibTrans2D1" presStyleIdx="1" presStyleCnt="4"/>
      <dgm:spPr/>
    </dgm:pt>
    <dgm:pt modelId="{639EC588-BD4C-4A45-BA0C-21B4F49518B6}" type="pres">
      <dgm:prSet presAssocID="{B3209AF1-9454-40F0-9758-D0157B644E6E}" presName="connectorText" presStyleLbl="sibTrans2D1" presStyleIdx="1" presStyleCnt="4"/>
      <dgm:spPr/>
    </dgm:pt>
    <dgm:pt modelId="{D6448524-84A7-4276-A079-F00883B51D44}" type="pres">
      <dgm:prSet presAssocID="{4C34A568-5163-49B0-A4CA-1B10FCBAA5D4}" presName="node" presStyleLbl="node1" presStyleIdx="2" presStyleCnt="5">
        <dgm:presLayoutVars>
          <dgm:bulletEnabled val="1"/>
        </dgm:presLayoutVars>
      </dgm:prSet>
      <dgm:spPr/>
    </dgm:pt>
    <dgm:pt modelId="{3463FB94-78BA-46A7-A55E-A3057994BCA6}" type="pres">
      <dgm:prSet presAssocID="{59DBAFC7-86D8-4C77-B8EB-FB62EBC4C00A}" presName="sibTrans" presStyleLbl="sibTrans2D1" presStyleIdx="2" presStyleCnt="4"/>
      <dgm:spPr/>
    </dgm:pt>
    <dgm:pt modelId="{E40ED503-7AE7-4B95-8580-7E3C441BCFB6}" type="pres">
      <dgm:prSet presAssocID="{59DBAFC7-86D8-4C77-B8EB-FB62EBC4C00A}" presName="connectorText" presStyleLbl="sibTrans2D1" presStyleIdx="2" presStyleCnt="4"/>
      <dgm:spPr/>
    </dgm:pt>
    <dgm:pt modelId="{14B1F0E2-0A3D-4704-ADCE-1BAC4D54C55A}" type="pres">
      <dgm:prSet presAssocID="{E2300284-1E4F-4949-8BE8-955D7FBDE950}" presName="node" presStyleLbl="node1" presStyleIdx="3" presStyleCnt="5">
        <dgm:presLayoutVars>
          <dgm:bulletEnabled val="1"/>
        </dgm:presLayoutVars>
      </dgm:prSet>
      <dgm:spPr/>
    </dgm:pt>
    <dgm:pt modelId="{8ED3DE63-30F6-4188-86CE-AFA8A01E7766}" type="pres">
      <dgm:prSet presAssocID="{8E673522-D2B8-48DB-9199-BDE77565A24C}" presName="sibTrans" presStyleLbl="sibTrans2D1" presStyleIdx="3" presStyleCnt="4"/>
      <dgm:spPr/>
    </dgm:pt>
    <dgm:pt modelId="{19FC74AE-216D-4FAA-B477-B3989343D775}" type="pres">
      <dgm:prSet presAssocID="{8E673522-D2B8-48DB-9199-BDE77565A24C}" presName="connectorText" presStyleLbl="sibTrans2D1" presStyleIdx="3" presStyleCnt="4"/>
      <dgm:spPr/>
    </dgm:pt>
    <dgm:pt modelId="{2A5CA489-0EF0-496B-BBEC-DFE8016176F4}" type="pres">
      <dgm:prSet presAssocID="{85E0B31A-DD4D-4C46-89EA-0AA5EB48FC93}" presName="node" presStyleLbl="node1" presStyleIdx="4" presStyleCnt="5">
        <dgm:presLayoutVars>
          <dgm:bulletEnabled val="1"/>
        </dgm:presLayoutVars>
      </dgm:prSet>
      <dgm:spPr/>
    </dgm:pt>
  </dgm:ptLst>
  <dgm:cxnLst>
    <dgm:cxn modelId="{9BA1D804-EEDD-443B-B96D-2FE8585C499A}" type="presOf" srcId="{59DBAFC7-86D8-4C77-B8EB-FB62EBC4C00A}" destId="{E40ED503-7AE7-4B95-8580-7E3C441BCFB6}" srcOrd="1" destOrd="0" presId="urn:microsoft.com/office/officeart/2005/8/layout/process2"/>
    <dgm:cxn modelId="{7B57820A-F114-4278-BBB9-D22D21FDF761}" srcId="{3C0795D8-24A6-4554-80F7-6964FEC1BE26}" destId="{85E0B31A-DD4D-4C46-89EA-0AA5EB48FC93}" srcOrd="4" destOrd="0" parTransId="{B82776E6-11DF-4D6F-A3D8-C86BED9505DD}" sibTransId="{40B46054-3394-48B6-BD47-6FCC1A7648E5}"/>
    <dgm:cxn modelId="{4E439216-C292-40F9-B29D-2FA9232AAEB8}" type="presOf" srcId="{49BF4A51-CE8B-493E-AE12-59F5AF135772}" destId="{88332AA4-B3A1-40F2-B9EC-9F8A3837E22D}" srcOrd="0" destOrd="0" presId="urn:microsoft.com/office/officeart/2005/8/layout/process2"/>
    <dgm:cxn modelId="{6AD75B19-CBDB-4344-9952-2A66128ACF1F}" type="presOf" srcId="{B3209AF1-9454-40F0-9758-D0157B644E6E}" destId="{0823ACEA-228F-48B8-A236-816DFBF95E55}" srcOrd="0" destOrd="0" presId="urn:microsoft.com/office/officeart/2005/8/layout/process2"/>
    <dgm:cxn modelId="{C5BA871E-F5D6-4EFE-A25C-B285E11DAEF8}" srcId="{3C0795D8-24A6-4554-80F7-6964FEC1BE26}" destId="{1BFA256C-2E9D-4082-8804-BC350A8D3D6F}" srcOrd="0" destOrd="0" parTransId="{51E4DD43-5B71-4AB6-B29C-2B6A8A674C26}" sibTransId="{0E35E120-9D86-40EE-BBD3-1214E52D2057}"/>
    <dgm:cxn modelId="{D36A8022-EC30-4CD5-B054-D32A41DFE87B}" type="presOf" srcId="{8E673522-D2B8-48DB-9199-BDE77565A24C}" destId="{19FC74AE-216D-4FAA-B477-B3989343D775}" srcOrd="1" destOrd="0" presId="urn:microsoft.com/office/officeart/2005/8/layout/process2"/>
    <dgm:cxn modelId="{A9E5362C-0F8B-4C87-801C-E02240A9EF12}" srcId="{3C0795D8-24A6-4554-80F7-6964FEC1BE26}" destId="{4C34A568-5163-49B0-A4CA-1B10FCBAA5D4}" srcOrd="2" destOrd="0" parTransId="{7DE3094F-6A50-4306-924C-F63B9E4063C1}" sibTransId="{59DBAFC7-86D8-4C77-B8EB-FB62EBC4C00A}"/>
    <dgm:cxn modelId="{A7CF6C62-A213-4883-8501-20E5D1434C35}" type="presOf" srcId="{E2300284-1E4F-4949-8BE8-955D7FBDE950}" destId="{14B1F0E2-0A3D-4704-ADCE-1BAC4D54C55A}" srcOrd="0" destOrd="0" presId="urn:microsoft.com/office/officeart/2005/8/layout/process2"/>
    <dgm:cxn modelId="{7E546B6A-A181-4E99-86FD-D832FE2B19FE}" type="presOf" srcId="{0E35E120-9D86-40EE-BBD3-1214E52D2057}" destId="{719A8686-3D86-4621-BE3D-5C835139FC4F}" srcOrd="0" destOrd="0" presId="urn:microsoft.com/office/officeart/2005/8/layout/process2"/>
    <dgm:cxn modelId="{7419296F-D40C-4D45-8D56-B8EBBF146F06}" type="presOf" srcId="{3C0795D8-24A6-4554-80F7-6964FEC1BE26}" destId="{5569CD1D-7163-44C1-8453-14B032B6FA32}" srcOrd="0" destOrd="0" presId="urn:microsoft.com/office/officeart/2005/8/layout/process2"/>
    <dgm:cxn modelId="{0D61EC52-7E59-4479-BB59-457343D41268}" srcId="{3C0795D8-24A6-4554-80F7-6964FEC1BE26}" destId="{49BF4A51-CE8B-493E-AE12-59F5AF135772}" srcOrd="1" destOrd="0" parTransId="{3125B66E-BB60-4216-BAFE-EE3D36813CD2}" sibTransId="{B3209AF1-9454-40F0-9758-D0157B644E6E}"/>
    <dgm:cxn modelId="{D1B69656-7A18-4D6D-ADD1-073F373BDAA2}" type="presOf" srcId="{8E673522-D2B8-48DB-9199-BDE77565A24C}" destId="{8ED3DE63-30F6-4188-86CE-AFA8A01E7766}" srcOrd="0" destOrd="0" presId="urn:microsoft.com/office/officeart/2005/8/layout/process2"/>
    <dgm:cxn modelId="{FB769258-66E1-4DC3-AB2E-99A1A6380DF4}" srcId="{3C0795D8-24A6-4554-80F7-6964FEC1BE26}" destId="{E2300284-1E4F-4949-8BE8-955D7FBDE950}" srcOrd="3" destOrd="0" parTransId="{B3F24565-679B-40E6-B160-DA119B22ECC2}" sibTransId="{8E673522-D2B8-48DB-9199-BDE77565A24C}"/>
    <dgm:cxn modelId="{3E175DA0-C900-49F0-9ACD-7B9A05FAA902}" type="presOf" srcId="{59DBAFC7-86D8-4C77-B8EB-FB62EBC4C00A}" destId="{3463FB94-78BA-46A7-A55E-A3057994BCA6}" srcOrd="0" destOrd="0" presId="urn:microsoft.com/office/officeart/2005/8/layout/process2"/>
    <dgm:cxn modelId="{0E1891A8-C9AD-4054-B2C4-D52A68ECCD60}" type="presOf" srcId="{0E35E120-9D86-40EE-BBD3-1214E52D2057}" destId="{52624FE9-1C66-4FAB-9161-F4E224FA32D5}" srcOrd="1" destOrd="0" presId="urn:microsoft.com/office/officeart/2005/8/layout/process2"/>
    <dgm:cxn modelId="{6A83BBAE-7B26-414C-A8CF-0EDB25F78651}" type="presOf" srcId="{4C34A568-5163-49B0-A4CA-1B10FCBAA5D4}" destId="{D6448524-84A7-4276-A079-F00883B51D44}" srcOrd="0" destOrd="0" presId="urn:microsoft.com/office/officeart/2005/8/layout/process2"/>
    <dgm:cxn modelId="{CE6E8DAF-6A60-4DD8-B0E8-B411A4D2B87A}" type="presOf" srcId="{1BFA256C-2E9D-4082-8804-BC350A8D3D6F}" destId="{F8D2554E-CB1A-4A65-9A66-E8E6B5D78B57}" srcOrd="0" destOrd="0" presId="urn:microsoft.com/office/officeart/2005/8/layout/process2"/>
    <dgm:cxn modelId="{9CB609B3-0EEC-41FF-8EB5-DEFDA0F6C311}" type="presOf" srcId="{B3209AF1-9454-40F0-9758-D0157B644E6E}" destId="{639EC588-BD4C-4A45-BA0C-21B4F49518B6}" srcOrd="1" destOrd="0" presId="urn:microsoft.com/office/officeart/2005/8/layout/process2"/>
    <dgm:cxn modelId="{18ACADF9-5FFD-4B92-9908-43672C45B71D}" type="presOf" srcId="{85E0B31A-DD4D-4C46-89EA-0AA5EB48FC93}" destId="{2A5CA489-0EF0-496B-BBEC-DFE8016176F4}" srcOrd="0" destOrd="0" presId="urn:microsoft.com/office/officeart/2005/8/layout/process2"/>
    <dgm:cxn modelId="{75B7009B-C0F4-4A89-BB7B-7B8288DDD321}" type="presParOf" srcId="{5569CD1D-7163-44C1-8453-14B032B6FA32}" destId="{F8D2554E-CB1A-4A65-9A66-E8E6B5D78B57}" srcOrd="0" destOrd="0" presId="urn:microsoft.com/office/officeart/2005/8/layout/process2"/>
    <dgm:cxn modelId="{E0AEF329-F6D5-4F59-960B-F913CEC787A4}" type="presParOf" srcId="{5569CD1D-7163-44C1-8453-14B032B6FA32}" destId="{719A8686-3D86-4621-BE3D-5C835139FC4F}" srcOrd="1" destOrd="0" presId="urn:microsoft.com/office/officeart/2005/8/layout/process2"/>
    <dgm:cxn modelId="{A14AFB26-264F-4A8B-93BC-ADBADC881AAA}" type="presParOf" srcId="{719A8686-3D86-4621-BE3D-5C835139FC4F}" destId="{52624FE9-1C66-4FAB-9161-F4E224FA32D5}" srcOrd="0" destOrd="0" presId="urn:microsoft.com/office/officeart/2005/8/layout/process2"/>
    <dgm:cxn modelId="{20F3DDCB-8BE4-49B0-B52B-66CE7E3910E6}" type="presParOf" srcId="{5569CD1D-7163-44C1-8453-14B032B6FA32}" destId="{88332AA4-B3A1-40F2-B9EC-9F8A3837E22D}" srcOrd="2" destOrd="0" presId="urn:microsoft.com/office/officeart/2005/8/layout/process2"/>
    <dgm:cxn modelId="{A2962E15-453F-40A0-80FE-E252811B7F20}" type="presParOf" srcId="{5569CD1D-7163-44C1-8453-14B032B6FA32}" destId="{0823ACEA-228F-48B8-A236-816DFBF95E55}" srcOrd="3" destOrd="0" presId="urn:microsoft.com/office/officeart/2005/8/layout/process2"/>
    <dgm:cxn modelId="{DBDB2EA9-D1A4-4A4A-941C-62EC9E08C5AE}" type="presParOf" srcId="{0823ACEA-228F-48B8-A236-816DFBF95E55}" destId="{639EC588-BD4C-4A45-BA0C-21B4F49518B6}" srcOrd="0" destOrd="0" presId="urn:microsoft.com/office/officeart/2005/8/layout/process2"/>
    <dgm:cxn modelId="{03290A7F-BFCF-4C3D-BE9B-78B9A53C1E2F}" type="presParOf" srcId="{5569CD1D-7163-44C1-8453-14B032B6FA32}" destId="{D6448524-84A7-4276-A079-F00883B51D44}" srcOrd="4" destOrd="0" presId="urn:microsoft.com/office/officeart/2005/8/layout/process2"/>
    <dgm:cxn modelId="{3850EADD-EF41-4ACC-A601-9C097AE5F6F8}" type="presParOf" srcId="{5569CD1D-7163-44C1-8453-14B032B6FA32}" destId="{3463FB94-78BA-46A7-A55E-A3057994BCA6}" srcOrd="5" destOrd="0" presId="urn:microsoft.com/office/officeart/2005/8/layout/process2"/>
    <dgm:cxn modelId="{DBA31EAD-7CF9-4D6D-8ADF-7989EE976800}" type="presParOf" srcId="{3463FB94-78BA-46A7-A55E-A3057994BCA6}" destId="{E40ED503-7AE7-4B95-8580-7E3C441BCFB6}" srcOrd="0" destOrd="0" presId="urn:microsoft.com/office/officeart/2005/8/layout/process2"/>
    <dgm:cxn modelId="{7D790B14-D6C1-4934-AC9B-1380E8F29B40}" type="presParOf" srcId="{5569CD1D-7163-44C1-8453-14B032B6FA32}" destId="{14B1F0E2-0A3D-4704-ADCE-1BAC4D54C55A}" srcOrd="6" destOrd="0" presId="urn:microsoft.com/office/officeart/2005/8/layout/process2"/>
    <dgm:cxn modelId="{4EF32335-22A7-4CD6-87D1-41C04F2FF9BA}" type="presParOf" srcId="{5569CD1D-7163-44C1-8453-14B032B6FA32}" destId="{8ED3DE63-30F6-4188-86CE-AFA8A01E7766}" srcOrd="7" destOrd="0" presId="urn:microsoft.com/office/officeart/2005/8/layout/process2"/>
    <dgm:cxn modelId="{073C007D-44E5-4D12-A748-0D0631D66ED9}" type="presParOf" srcId="{8ED3DE63-30F6-4188-86CE-AFA8A01E7766}" destId="{19FC74AE-216D-4FAA-B477-B3989343D775}" srcOrd="0" destOrd="0" presId="urn:microsoft.com/office/officeart/2005/8/layout/process2"/>
    <dgm:cxn modelId="{3480D9CA-6944-460D-B372-FBF7D503A816}" type="presParOf" srcId="{5569CD1D-7163-44C1-8453-14B032B6FA32}" destId="{2A5CA489-0EF0-496B-BBEC-DFE8016176F4}"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C12C83-20C0-4E8D-A1F0-48C45AE155C1}"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ru-BY"/>
        </a:p>
      </dgm:t>
    </dgm:pt>
    <dgm:pt modelId="{1056A65F-BD62-4614-98A8-F2E43BCB2532}">
      <dgm:prSet phldrT="[Текст]"/>
      <dgm:spPr/>
      <dgm:t>
        <a:bodyPr/>
        <a:lstStyle/>
        <a:p>
          <a:pPr>
            <a:buFontTx/>
            <a:buNone/>
          </a:pPr>
          <a:r>
            <a:rPr lang="ru-RU" altLang="ru-BY" b="1" dirty="0"/>
            <a:t>1)</a:t>
          </a:r>
          <a:r>
            <a:rPr lang="ru-RU" altLang="ru-BY" dirty="0"/>
            <a:t> </a:t>
          </a:r>
          <a:r>
            <a:rPr lang="ru-RU" altLang="ru-BY" b="1" dirty="0"/>
            <a:t>Правило 8/80</a:t>
          </a:r>
          <a:endParaRPr lang="ru-BY" dirty="0"/>
        </a:p>
      </dgm:t>
    </dgm:pt>
    <dgm:pt modelId="{FAB30778-FA72-49D7-A404-2E54D5B4C95A}" type="parTrans" cxnId="{A047AE0B-6058-4BC1-8707-A72D239B42EE}">
      <dgm:prSet/>
      <dgm:spPr/>
      <dgm:t>
        <a:bodyPr/>
        <a:lstStyle/>
        <a:p>
          <a:endParaRPr lang="ru-BY"/>
        </a:p>
      </dgm:t>
    </dgm:pt>
    <dgm:pt modelId="{68BABB3B-AD28-4ABA-A970-739277090650}" type="sibTrans" cxnId="{A047AE0B-6058-4BC1-8707-A72D239B42EE}">
      <dgm:prSet/>
      <dgm:spPr/>
      <dgm:t>
        <a:bodyPr/>
        <a:lstStyle/>
        <a:p>
          <a:endParaRPr lang="ru-BY"/>
        </a:p>
      </dgm:t>
    </dgm:pt>
    <dgm:pt modelId="{14747B07-FE9B-4B93-9998-400D4F0169E3}">
      <dgm:prSet/>
      <dgm:spPr/>
      <dgm:t>
        <a:bodyPr/>
        <a:lstStyle/>
        <a:p>
          <a:r>
            <a:rPr lang="ru-RU" altLang="ru-BY" b="1" dirty="0"/>
            <a:t>2) Правило отчетного периода</a:t>
          </a:r>
          <a:endParaRPr lang="ru-RU" altLang="ru-BY" dirty="0"/>
        </a:p>
      </dgm:t>
    </dgm:pt>
    <dgm:pt modelId="{91DC2DA1-FED8-43C8-AD57-9032B1A3C7D9}" type="parTrans" cxnId="{E7ACDDB1-ADC3-48EC-930D-165358070B6B}">
      <dgm:prSet/>
      <dgm:spPr/>
      <dgm:t>
        <a:bodyPr/>
        <a:lstStyle/>
        <a:p>
          <a:endParaRPr lang="ru-BY"/>
        </a:p>
      </dgm:t>
    </dgm:pt>
    <dgm:pt modelId="{A7CF3861-F039-4BE4-A61A-CE4937B81B36}" type="sibTrans" cxnId="{E7ACDDB1-ADC3-48EC-930D-165358070B6B}">
      <dgm:prSet/>
      <dgm:spPr/>
      <dgm:t>
        <a:bodyPr/>
        <a:lstStyle/>
        <a:p>
          <a:endParaRPr lang="ru-BY"/>
        </a:p>
      </dgm:t>
    </dgm:pt>
    <dgm:pt modelId="{64111763-E0FB-4A69-8AFE-FE593546816F}">
      <dgm:prSet/>
      <dgm:spPr/>
      <dgm:t>
        <a:bodyPr/>
        <a:lstStyle/>
        <a:p>
          <a:r>
            <a:rPr lang="ru-RU" altLang="ru-BY" b="1" dirty="0"/>
            <a:t>3) Правило "полезности"</a:t>
          </a:r>
          <a:endParaRPr lang="ru-RU" altLang="ru-BY" dirty="0"/>
        </a:p>
      </dgm:t>
    </dgm:pt>
    <dgm:pt modelId="{190BD3B3-9831-45E7-BCA8-94083DB2E5C5}" type="parTrans" cxnId="{07CE7A5F-5D3B-4E86-A50B-8DF58E5F2F9C}">
      <dgm:prSet/>
      <dgm:spPr/>
      <dgm:t>
        <a:bodyPr/>
        <a:lstStyle/>
        <a:p>
          <a:endParaRPr lang="ru-BY"/>
        </a:p>
      </dgm:t>
    </dgm:pt>
    <dgm:pt modelId="{BFD79F47-8515-4D7A-AE6C-8562AC9CDD62}" type="sibTrans" cxnId="{07CE7A5F-5D3B-4E86-A50B-8DF58E5F2F9C}">
      <dgm:prSet/>
      <dgm:spPr/>
      <dgm:t>
        <a:bodyPr/>
        <a:lstStyle/>
        <a:p>
          <a:endParaRPr lang="ru-BY"/>
        </a:p>
      </dgm:t>
    </dgm:pt>
    <dgm:pt modelId="{134A1820-7865-4538-B6D3-03E6AD38EB31}">
      <dgm:prSet/>
      <dgm:spPr/>
      <dgm:t>
        <a:bodyPr/>
        <a:lstStyle/>
        <a:p>
          <a:r>
            <a:rPr lang="ru-RU" altLang="ru-BY" dirty="0"/>
            <a:t>– задачу, полученную в результате такого дробления, легче оценить (в силу ее меньшей продолжительности во времени и, следовательно, меньшей неопределенности);</a:t>
          </a:r>
        </a:p>
      </dgm:t>
    </dgm:pt>
    <dgm:pt modelId="{99071647-219C-42FD-B3D5-37CE98AA6337}" type="parTrans" cxnId="{2CAC7CEF-65A1-4E88-8EBC-E43D39467A56}">
      <dgm:prSet/>
      <dgm:spPr/>
      <dgm:t>
        <a:bodyPr/>
        <a:lstStyle/>
        <a:p>
          <a:endParaRPr lang="ru-BY"/>
        </a:p>
      </dgm:t>
    </dgm:pt>
    <dgm:pt modelId="{84F4E8B8-F231-40CA-94A7-73395DC02A27}" type="sibTrans" cxnId="{2CAC7CEF-65A1-4E88-8EBC-E43D39467A56}">
      <dgm:prSet/>
      <dgm:spPr/>
      <dgm:t>
        <a:bodyPr/>
        <a:lstStyle/>
        <a:p>
          <a:endParaRPr lang="ru-BY"/>
        </a:p>
      </dgm:t>
    </dgm:pt>
    <dgm:pt modelId="{C0276EBB-5741-4501-9705-AA637E3C9196}">
      <dgm:prSet/>
      <dgm:spPr/>
      <dgm:t>
        <a:bodyPr/>
        <a:lstStyle/>
        <a:p>
          <a:r>
            <a:rPr lang="ru-RU" altLang="ru-BY" dirty="0"/>
            <a:t>– более мелкие и конкретные задачи легче распределять между отдельными исполнителями;</a:t>
          </a:r>
        </a:p>
      </dgm:t>
    </dgm:pt>
    <dgm:pt modelId="{B962FF20-7B64-4492-A3A3-912EBD58198A}" type="parTrans" cxnId="{BE5A5D52-8689-4299-90DD-CDAC6BEC45DB}">
      <dgm:prSet/>
      <dgm:spPr/>
      <dgm:t>
        <a:bodyPr/>
        <a:lstStyle/>
        <a:p>
          <a:endParaRPr lang="ru-BY"/>
        </a:p>
      </dgm:t>
    </dgm:pt>
    <dgm:pt modelId="{45B86C33-AB96-484E-BF3E-90E5D8BAF8EA}" type="sibTrans" cxnId="{BE5A5D52-8689-4299-90DD-CDAC6BEC45DB}">
      <dgm:prSet/>
      <dgm:spPr/>
      <dgm:t>
        <a:bodyPr/>
        <a:lstStyle/>
        <a:p>
          <a:endParaRPr lang="ru-BY"/>
        </a:p>
      </dgm:t>
    </dgm:pt>
    <dgm:pt modelId="{5E06A31E-6B10-4167-8200-02E6C0A2F3A4}">
      <dgm:prSet/>
      <dgm:spPr/>
      <dgm:t>
        <a:bodyPr/>
        <a:lstStyle/>
        <a:p>
          <a:r>
            <a:rPr lang="ru-RU" altLang="ru-BY" dirty="0"/>
            <a:t>– более мелкие задачи легче поддаются контролю.</a:t>
          </a:r>
        </a:p>
      </dgm:t>
    </dgm:pt>
    <dgm:pt modelId="{63424F02-A989-48DA-8F26-9B62BE1D7A7D}" type="parTrans" cxnId="{38B66791-60A4-416F-946D-4A379D626F2D}">
      <dgm:prSet/>
      <dgm:spPr/>
      <dgm:t>
        <a:bodyPr/>
        <a:lstStyle/>
        <a:p>
          <a:endParaRPr lang="ru-BY"/>
        </a:p>
      </dgm:t>
    </dgm:pt>
    <dgm:pt modelId="{2520ABB5-3858-4044-8960-B87A0B91B452}" type="sibTrans" cxnId="{38B66791-60A4-416F-946D-4A379D626F2D}">
      <dgm:prSet/>
      <dgm:spPr/>
      <dgm:t>
        <a:bodyPr/>
        <a:lstStyle/>
        <a:p>
          <a:endParaRPr lang="ru-BY"/>
        </a:p>
      </dgm:t>
    </dgm:pt>
    <dgm:pt modelId="{07057E7F-F397-4D0A-B654-2CE78968B5C7}">
      <dgm:prSet/>
      <dgm:spPr/>
      <dgm:t>
        <a:bodyPr/>
        <a:lstStyle/>
        <a:p>
          <a:r>
            <a:rPr lang="ru-RU" altLang="ru-BY" dirty="0"/>
            <a:t>Если же дробление не отвечает этим требованиям, от него следует отказаться.</a:t>
          </a:r>
        </a:p>
      </dgm:t>
    </dgm:pt>
    <dgm:pt modelId="{10E4E190-EF3C-494D-A643-625450B46698}" type="parTrans" cxnId="{079B2A0E-5EF1-455B-8CD7-800B14866248}">
      <dgm:prSet/>
      <dgm:spPr/>
      <dgm:t>
        <a:bodyPr/>
        <a:lstStyle/>
        <a:p>
          <a:endParaRPr lang="ru-BY"/>
        </a:p>
      </dgm:t>
    </dgm:pt>
    <dgm:pt modelId="{104DC27E-B2E1-4CAB-A793-0F2D2AEC0A39}" type="sibTrans" cxnId="{079B2A0E-5EF1-455B-8CD7-800B14866248}">
      <dgm:prSet/>
      <dgm:spPr/>
      <dgm:t>
        <a:bodyPr/>
        <a:lstStyle/>
        <a:p>
          <a:endParaRPr lang="ru-BY"/>
        </a:p>
      </dgm:t>
    </dgm:pt>
    <dgm:pt modelId="{5130F696-4B89-4898-AD09-31CC54DB2BD3}">
      <dgm:prSet phldrT="[Текст]"/>
      <dgm:spPr/>
      <dgm:t>
        <a:bodyPr/>
        <a:lstStyle/>
        <a:p>
          <a:pPr>
            <a:buFontTx/>
            <a:buNone/>
          </a:pPr>
          <a:r>
            <a:rPr lang="ru-RU" altLang="ru-BY"/>
            <a:t>означает, что ни одна из задач не должна иметь объем меньший, чем 8 чел/ч и больший, чем 80 чел/ч (это составляет соответственно от 1 до 10 дней при 8-часовой продолжительности рабочего дня).</a:t>
          </a:r>
          <a:endParaRPr lang="ru-BY" dirty="0"/>
        </a:p>
      </dgm:t>
    </dgm:pt>
    <dgm:pt modelId="{F34AF4D9-CCA4-4443-A974-F9E88C43B875}" type="parTrans" cxnId="{40B942C0-D02E-48EB-8126-C343761CF21E}">
      <dgm:prSet/>
      <dgm:spPr/>
      <dgm:t>
        <a:bodyPr/>
        <a:lstStyle/>
        <a:p>
          <a:endParaRPr lang="ru-BY"/>
        </a:p>
      </dgm:t>
    </dgm:pt>
    <dgm:pt modelId="{F30634E5-8618-486A-9316-4F45258C5628}" type="sibTrans" cxnId="{40B942C0-D02E-48EB-8126-C343761CF21E}">
      <dgm:prSet/>
      <dgm:spPr/>
      <dgm:t>
        <a:bodyPr/>
        <a:lstStyle/>
        <a:p>
          <a:endParaRPr lang="ru-BY"/>
        </a:p>
      </dgm:t>
    </dgm:pt>
    <dgm:pt modelId="{EB35F4A6-66E4-44A0-8806-595C9EC7BA25}">
      <dgm:prSet/>
      <dgm:spPr/>
      <dgm:t>
        <a:bodyPr/>
        <a:lstStyle/>
        <a:p>
          <a:r>
            <a:rPr lang="ru-RU" altLang="ru-BY" dirty="0"/>
            <a:t>продолжительность каждой задачи не должна быть больше периода, через который проводятся совещания, посвященные рассмотрению хода проекта. То есть, если такие совещания проводятся еженедельно, выполнение каждой задачи не должно превышать одной недели.</a:t>
          </a:r>
        </a:p>
      </dgm:t>
    </dgm:pt>
    <dgm:pt modelId="{58820AB4-BB72-41AF-B417-E25C77766A17}" type="parTrans" cxnId="{2A3FE13C-C66C-4275-8DF4-0C12B67CDD21}">
      <dgm:prSet/>
      <dgm:spPr/>
      <dgm:t>
        <a:bodyPr/>
        <a:lstStyle/>
        <a:p>
          <a:endParaRPr lang="ru-BY"/>
        </a:p>
      </dgm:t>
    </dgm:pt>
    <dgm:pt modelId="{A3695866-FD84-43EB-BF14-C716686E830C}" type="sibTrans" cxnId="{2A3FE13C-C66C-4275-8DF4-0C12B67CDD21}">
      <dgm:prSet/>
      <dgm:spPr/>
      <dgm:t>
        <a:bodyPr/>
        <a:lstStyle/>
        <a:p>
          <a:endParaRPr lang="ru-BY"/>
        </a:p>
      </dgm:t>
    </dgm:pt>
    <dgm:pt modelId="{EFF59244-1722-4ADB-9D54-108C3C9358F1}">
      <dgm:prSet/>
      <dgm:spPr/>
      <dgm:t>
        <a:bodyPr/>
        <a:lstStyle/>
        <a:p>
          <a:r>
            <a:rPr lang="ru-RU" altLang="ru-BY" dirty="0"/>
            <a:t>при дроблении задачи на более мелкие следует учитывать, что существуют три причины, обусловливающие целесообразность такого разделения:</a:t>
          </a:r>
        </a:p>
      </dgm:t>
    </dgm:pt>
    <dgm:pt modelId="{E3623279-2CB8-4C36-B051-51F7867B172E}" type="parTrans" cxnId="{C13A068D-951D-474A-B351-3446804305F5}">
      <dgm:prSet/>
      <dgm:spPr/>
      <dgm:t>
        <a:bodyPr/>
        <a:lstStyle/>
        <a:p>
          <a:endParaRPr lang="ru-BY"/>
        </a:p>
      </dgm:t>
    </dgm:pt>
    <dgm:pt modelId="{0D7CA7BD-B008-4D9B-AB0E-990FCD9ED605}" type="sibTrans" cxnId="{C13A068D-951D-474A-B351-3446804305F5}">
      <dgm:prSet/>
      <dgm:spPr/>
      <dgm:t>
        <a:bodyPr/>
        <a:lstStyle/>
        <a:p>
          <a:endParaRPr lang="ru-BY"/>
        </a:p>
      </dgm:t>
    </dgm:pt>
    <dgm:pt modelId="{01E0F267-6DCF-4F9C-828A-4969C73F9A1A}" type="pres">
      <dgm:prSet presAssocID="{F4C12C83-20C0-4E8D-A1F0-48C45AE155C1}" presName="linear" presStyleCnt="0">
        <dgm:presLayoutVars>
          <dgm:animLvl val="lvl"/>
          <dgm:resizeHandles val="exact"/>
        </dgm:presLayoutVars>
      </dgm:prSet>
      <dgm:spPr/>
    </dgm:pt>
    <dgm:pt modelId="{947DC14B-E1DD-4846-A180-FC36AAAD327A}" type="pres">
      <dgm:prSet presAssocID="{1056A65F-BD62-4614-98A8-F2E43BCB2532}" presName="parentText" presStyleLbl="node1" presStyleIdx="0" presStyleCnt="4">
        <dgm:presLayoutVars>
          <dgm:chMax val="0"/>
          <dgm:bulletEnabled val="1"/>
        </dgm:presLayoutVars>
      </dgm:prSet>
      <dgm:spPr/>
    </dgm:pt>
    <dgm:pt modelId="{E96A2DC3-C4FB-4D88-9ABA-CB9784C90564}" type="pres">
      <dgm:prSet presAssocID="{1056A65F-BD62-4614-98A8-F2E43BCB2532}" presName="childText" presStyleLbl="revTx" presStyleIdx="0" presStyleCnt="3">
        <dgm:presLayoutVars>
          <dgm:bulletEnabled val="1"/>
        </dgm:presLayoutVars>
      </dgm:prSet>
      <dgm:spPr/>
    </dgm:pt>
    <dgm:pt modelId="{649CA9F6-0826-43CD-B64B-B6060F382735}" type="pres">
      <dgm:prSet presAssocID="{14747B07-FE9B-4B93-9998-400D4F0169E3}" presName="parentText" presStyleLbl="node1" presStyleIdx="1" presStyleCnt="4">
        <dgm:presLayoutVars>
          <dgm:chMax val="0"/>
          <dgm:bulletEnabled val="1"/>
        </dgm:presLayoutVars>
      </dgm:prSet>
      <dgm:spPr/>
    </dgm:pt>
    <dgm:pt modelId="{96A21E66-00A6-4D2F-A1D3-27700F26FF7F}" type="pres">
      <dgm:prSet presAssocID="{14747B07-FE9B-4B93-9998-400D4F0169E3}" presName="childText" presStyleLbl="revTx" presStyleIdx="1" presStyleCnt="3">
        <dgm:presLayoutVars>
          <dgm:bulletEnabled val="1"/>
        </dgm:presLayoutVars>
      </dgm:prSet>
      <dgm:spPr/>
    </dgm:pt>
    <dgm:pt modelId="{48FF4F07-B8C3-4B74-A185-9FD664D5F583}" type="pres">
      <dgm:prSet presAssocID="{64111763-E0FB-4A69-8AFE-FE593546816F}" presName="parentText" presStyleLbl="node1" presStyleIdx="2" presStyleCnt="4">
        <dgm:presLayoutVars>
          <dgm:chMax val="0"/>
          <dgm:bulletEnabled val="1"/>
        </dgm:presLayoutVars>
      </dgm:prSet>
      <dgm:spPr/>
    </dgm:pt>
    <dgm:pt modelId="{AF2121C5-EFDD-4B75-BF98-C818C5C5D612}" type="pres">
      <dgm:prSet presAssocID="{64111763-E0FB-4A69-8AFE-FE593546816F}" presName="childText" presStyleLbl="revTx" presStyleIdx="2" presStyleCnt="3">
        <dgm:presLayoutVars>
          <dgm:bulletEnabled val="1"/>
        </dgm:presLayoutVars>
      </dgm:prSet>
      <dgm:spPr/>
    </dgm:pt>
    <dgm:pt modelId="{3F994BAD-405A-40C4-9942-B09DC0663209}" type="pres">
      <dgm:prSet presAssocID="{07057E7F-F397-4D0A-B654-2CE78968B5C7}" presName="parentText" presStyleLbl="node1" presStyleIdx="3" presStyleCnt="4">
        <dgm:presLayoutVars>
          <dgm:chMax val="0"/>
          <dgm:bulletEnabled val="1"/>
        </dgm:presLayoutVars>
      </dgm:prSet>
      <dgm:spPr/>
    </dgm:pt>
  </dgm:ptLst>
  <dgm:cxnLst>
    <dgm:cxn modelId="{21D7DF02-E18F-4EE0-AC77-8F7F5436769F}" type="presOf" srcId="{EFF59244-1722-4ADB-9D54-108C3C9358F1}" destId="{AF2121C5-EFDD-4B75-BF98-C818C5C5D612}" srcOrd="0" destOrd="0" presId="urn:microsoft.com/office/officeart/2005/8/layout/vList2"/>
    <dgm:cxn modelId="{3F6B5404-CB9D-4796-8045-4FFF285E487B}" type="presOf" srcId="{5130F696-4B89-4898-AD09-31CC54DB2BD3}" destId="{E96A2DC3-C4FB-4D88-9ABA-CB9784C90564}" srcOrd="0" destOrd="0" presId="urn:microsoft.com/office/officeart/2005/8/layout/vList2"/>
    <dgm:cxn modelId="{A047AE0B-6058-4BC1-8707-A72D239B42EE}" srcId="{F4C12C83-20C0-4E8D-A1F0-48C45AE155C1}" destId="{1056A65F-BD62-4614-98A8-F2E43BCB2532}" srcOrd="0" destOrd="0" parTransId="{FAB30778-FA72-49D7-A404-2E54D5B4C95A}" sibTransId="{68BABB3B-AD28-4ABA-A970-739277090650}"/>
    <dgm:cxn modelId="{079B2A0E-5EF1-455B-8CD7-800B14866248}" srcId="{F4C12C83-20C0-4E8D-A1F0-48C45AE155C1}" destId="{07057E7F-F397-4D0A-B654-2CE78968B5C7}" srcOrd="3" destOrd="0" parTransId="{10E4E190-EF3C-494D-A643-625450B46698}" sibTransId="{104DC27E-B2E1-4CAB-A793-0F2D2AEC0A39}"/>
    <dgm:cxn modelId="{D4F7ED14-93A5-4F58-B45A-2DC5CD620AC0}" type="presOf" srcId="{C0276EBB-5741-4501-9705-AA637E3C9196}" destId="{AF2121C5-EFDD-4B75-BF98-C818C5C5D612}" srcOrd="0" destOrd="2" presId="urn:microsoft.com/office/officeart/2005/8/layout/vList2"/>
    <dgm:cxn modelId="{FFD13415-B281-4C6C-BE4D-D3990C3D69D3}" type="presOf" srcId="{5E06A31E-6B10-4167-8200-02E6C0A2F3A4}" destId="{AF2121C5-EFDD-4B75-BF98-C818C5C5D612}" srcOrd="0" destOrd="3" presId="urn:microsoft.com/office/officeart/2005/8/layout/vList2"/>
    <dgm:cxn modelId="{2A3FE13C-C66C-4275-8DF4-0C12B67CDD21}" srcId="{14747B07-FE9B-4B93-9998-400D4F0169E3}" destId="{EB35F4A6-66E4-44A0-8806-595C9EC7BA25}" srcOrd="0" destOrd="0" parTransId="{58820AB4-BB72-41AF-B417-E25C77766A17}" sibTransId="{A3695866-FD84-43EB-BF14-C716686E830C}"/>
    <dgm:cxn modelId="{07CE7A5F-5D3B-4E86-A50B-8DF58E5F2F9C}" srcId="{F4C12C83-20C0-4E8D-A1F0-48C45AE155C1}" destId="{64111763-E0FB-4A69-8AFE-FE593546816F}" srcOrd="2" destOrd="0" parTransId="{190BD3B3-9831-45E7-BCA8-94083DB2E5C5}" sibTransId="{BFD79F47-8515-4D7A-AE6C-8562AC9CDD62}"/>
    <dgm:cxn modelId="{3B97AC4B-BDA5-49DE-B90C-43D57E82B678}" type="presOf" srcId="{1056A65F-BD62-4614-98A8-F2E43BCB2532}" destId="{947DC14B-E1DD-4846-A180-FC36AAAD327A}" srcOrd="0" destOrd="0" presId="urn:microsoft.com/office/officeart/2005/8/layout/vList2"/>
    <dgm:cxn modelId="{BE5A5D52-8689-4299-90DD-CDAC6BEC45DB}" srcId="{64111763-E0FB-4A69-8AFE-FE593546816F}" destId="{C0276EBB-5741-4501-9705-AA637E3C9196}" srcOrd="2" destOrd="0" parTransId="{B962FF20-7B64-4492-A3A3-912EBD58198A}" sibTransId="{45B86C33-AB96-484E-BF3E-90E5D8BAF8EA}"/>
    <dgm:cxn modelId="{4964DE83-3D51-4BAE-8262-34EF917BC528}" type="presOf" srcId="{07057E7F-F397-4D0A-B654-2CE78968B5C7}" destId="{3F994BAD-405A-40C4-9942-B09DC0663209}" srcOrd="0" destOrd="0" presId="urn:microsoft.com/office/officeart/2005/8/layout/vList2"/>
    <dgm:cxn modelId="{C13A068D-951D-474A-B351-3446804305F5}" srcId="{64111763-E0FB-4A69-8AFE-FE593546816F}" destId="{EFF59244-1722-4ADB-9D54-108C3C9358F1}" srcOrd="0" destOrd="0" parTransId="{E3623279-2CB8-4C36-B051-51F7867B172E}" sibTransId="{0D7CA7BD-B008-4D9B-AB0E-990FCD9ED605}"/>
    <dgm:cxn modelId="{38B66791-60A4-416F-946D-4A379D626F2D}" srcId="{64111763-E0FB-4A69-8AFE-FE593546816F}" destId="{5E06A31E-6B10-4167-8200-02E6C0A2F3A4}" srcOrd="3" destOrd="0" parTransId="{63424F02-A989-48DA-8F26-9B62BE1D7A7D}" sibTransId="{2520ABB5-3858-4044-8960-B87A0B91B452}"/>
    <dgm:cxn modelId="{98E2949A-A1BB-41B2-8D39-1267CF2CEDD1}" type="presOf" srcId="{64111763-E0FB-4A69-8AFE-FE593546816F}" destId="{48FF4F07-B8C3-4B74-A185-9FD664D5F583}" srcOrd="0" destOrd="0" presId="urn:microsoft.com/office/officeart/2005/8/layout/vList2"/>
    <dgm:cxn modelId="{A69BA7A8-DD93-4D07-8E8B-79C49453B606}" type="presOf" srcId="{14747B07-FE9B-4B93-9998-400D4F0169E3}" destId="{649CA9F6-0826-43CD-B64B-B6060F382735}" srcOrd="0" destOrd="0" presId="urn:microsoft.com/office/officeart/2005/8/layout/vList2"/>
    <dgm:cxn modelId="{E7ACDDB1-ADC3-48EC-930D-165358070B6B}" srcId="{F4C12C83-20C0-4E8D-A1F0-48C45AE155C1}" destId="{14747B07-FE9B-4B93-9998-400D4F0169E3}" srcOrd="1" destOrd="0" parTransId="{91DC2DA1-FED8-43C8-AD57-9032B1A3C7D9}" sibTransId="{A7CF3861-F039-4BE4-A61A-CE4937B81B36}"/>
    <dgm:cxn modelId="{40B942C0-D02E-48EB-8126-C343761CF21E}" srcId="{1056A65F-BD62-4614-98A8-F2E43BCB2532}" destId="{5130F696-4B89-4898-AD09-31CC54DB2BD3}" srcOrd="0" destOrd="0" parTransId="{F34AF4D9-CCA4-4443-A974-F9E88C43B875}" sibTransId="{F30634E5-8618-486A-9316-4F45258C5628}"/>
    <dgm:cxn modelId="{5770F3C8-63BB-476B-840D-097AB4190D17}" type="presOf" srcId="{134A1820-7865-4538-B6D3-03E6AD38EB31}" destId="{AF2121C5-EFDD-4B75-BF98-C818C5C5D612}" srcOrd="0" destOrd="1" presId="urn:microsoft.com/office/officeart/2005/8/layout/vList2"/>
    <dgm:cxn modelId="{80CB8BC9-A1EE-4EAF-9252-0B1314E8EB93}" type="presOf" srcId="{F4C12C83-20C0-4E8D-A1F0-48C45AE155C1}" destId="{01E0F267-6DCF-4F9C-828A-4969C73F9A1A}" srcOrd="0" destOrd="0" presId="urn:microsoft.com/office/officeart/2005/8/layout/vList2"/>
    <dgm:cxn modelId="{2CAC7CEF-65A1-4E88-8EBC-E43D39467A56}" srcId="{64111763-E0FB-4A69-8AFE-FE593546816F}" destId="{134A1820-7865-4538-B6D3-03E6AD38EB31}" srcOrd="1" destOrd="0" parTransId="{99071647-219C-42FD-B3D5-37CE98AA6337}" sibTransId="{84F4E8B8-F231-40CA-94A7-73395DC02A27}"/>
    <dgm:cxn modelId="{B4FA06FE-9A98-470D-95D0-94BA017D1AE7}" type="presOf" srcId="{EB35F4A6-66E4-44A0-8806-595C9EC7BA25}" destId="{96A21E66-00A6-4D2F-A1D3-27700F26FF7F}" srcOrd="0" destOrd="0" presId="urn:microsoft.com/office/officeart/2005/8/layout/vList2"/>
    <dgm:cxn modelId="{D5C85159-BD05-4409-A6BA-83E29B657EE5}" type="presParOf" srcId="{01E0F267-6DCF-4F9C-828A-4969C73F9A1A}" destId="{947DC14B-E1DD-4846-A180-FC36AAAD327A}" srcOrd="0" destOrd="0" presId="urn:microsoft.com/office/officeart/2005/8/layout/vList2"/>
    <dgm:cxn modelId="{40173287-2B57-4BBD-8A42-448F85A137EC}" type="presParOf" srcId="{01E0F267-6DCF-4F9C-828A-4969C73F9A1A}" destId="{E96A2DC3-C4FB-4D88-9ABA-CB9784C90564}" srcOrd="1" destOrd="0" presId="urn:microsoft.com/office/officeart/2005/8/layout/vList2"/>
    <dgm:cxn modelId="{00E51F50-B57E-4FE3-B14D-B56D9E1BDD9D}" type="presParOf" srcId="{01E0F267-6DCF-4F9C-828A-4969C73F9A1A}" destId="{649CA9F6-0826-43CD-B64B-B6060F382735}" srcOrd="2" destOrd="0" presId="urn:microsoft.com/office/officeart/2005/8/layout/vList2"/>
    <dgm:cxn modelId="{00B2BB0F-BEAA-4015-9AA3-3576E8B991EF}" type="presParOf" srcId="{01E0F267-6DCF-4F9C-828A-4969C73F9A1A}" destId="{96A21E66-00A6-4D2F-A1D3-27700F26FF7F}" srcOrd="3" destOrd="0" presId="urn:microsoft.com/office/officeart/2005/8/layout/vList2"/>
    <dgm:cxn modelId="{5D8022FF-2838-4EAD-9919-CF05DF79B61F}" type="presParOf" srcId="{01E0F267-6DCF-4F9C-828A-4969C73F9A1A}" destId="{48FF4F07-B8C3-4B74-A185-9FD664D5F583}" srcOrd="4" destOrd="0" presId="urn:microsoft.com/office/officeart/2005/8/layout/vList2"/>
    <dgm:cxn modelId="{FB7100F4-6CDA-4059-9B51-711B13752646}" type="presParOf" srcId="{01E0F267-6DCF-4F9C-828A-4969C73F9A1A}" destId="{AF2121C5-EFDD-4B75-BF98-C818C5C5D612}" srcOrd="5" destOrd="0" presId="urn:microsoft.com/office/officeart/2005/8/layout/vList2"/>
    <dgm:cxn modelId="{CBE56021-6810-43C9-9AE9-93D557FE4256}" type="presParOf" srcId="{01E0F267-6DCF-4F9C-828A-4969C73F9A1A}" destId="{3F994BAD-405A-40C4-9942-B09DC066320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298BB9-D6BB-4AAF-8437-27B96E71CCB4}"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ru-BY"/>
        </a:p>
      </dgm:t>
    </dgm:pt>
    <dgm:pt modelId="{623432E4-9727-43CD-8D7C-57A7DF0A60E0}">
      <dgm:prSet phldrT="[Текст]"/>
      <dgm:spPr/>
      <dgm:t>
        <a:bodyPr/>
        <a:lstStyle/>
        <a:p>
          <a:pPr>
            <a:buFont typeface="Arial" panose="020B0604020202020204" pitchFamily="34" charset="0"/>
            <a:buChar char="•"/>
          </a:pPr>
          <a:r>
            <a:rPr lang="ru-RU" b="1" i="0" dirty="0"/>
            <a:t>Платформа онлайн-обучения</a:t>
          </a:r>
          <a:endParaRPr lang="ru-BY" dirty="0"/>
        </a:p>
      </dgm:t>
    </dgm:pt>
    <dgm:pt modelId="{D08FAAE9-F0F5-48D9-8878-C45F9D57C41A}" type="parTrans" cxnId="{28EEC821-6E88-478E-816A-41C0D85B7FF7}">
      <dgm:prSet/>
      <dgm:spPr/>
      <dgm:t>
        <a:bodyPr/>
        <a:lstStyle/>
        <a:p>
          <a:endParaRPr lang="ru-BY"/>
        </a:p>
      </dgm:t>
    </dgm:pt>
    <dgm:pt modelId="{2573561B-784E-44B8-B80D-E09E6588457D}" type="sibTrans" cxnId="{28EEC821-6E88-478E-816A-41C0D85B7FF7}">
      <dgm:prSet/>
      <dgm:spPr/>
      <dgm:t>
        <a:bodyPr/>
        <a:lstStyle/>
        <a:p>
          <a:endParaRPr lang="ru-BY"/>
        </a:p>
      </dgm:t>
    </dgm:pt>
    <dgm:pt modelId="{A6C82D5E-1AA8-4AD5-81AD-4CB96FECD26E}">
      <dgm:prSet/>
      <dgm:spPr/>
      <dgm:t>
        <a:bodyPr/>
        <a:lstStyle/>
        <a:p>
          <a:pPr>
            <a:buFont typeface="Arial" panose="020B0604020202020204" pitchFamily="34" charset="0"/>
            <a:buChar char="•"/>
          </a:pPr>
          <a:r>
            <a:rPr lang="ru-RU" b="0" i="0"/>
            <a:t>Разработка модуля управления курсами</a:t>
          </a:r>
        </a:p>
      </dgm:t>
    </dgm:pt>
    <dgm:pt modelId="{57B17DD2-6F0F-4548-8409-101BEEFD24CD}" type="parTrans" cxnId="{3ACF7EB7-95FF-4AD0-A40B-B07B218E54A0}">
      <dgm:prSet/>
      <dgm:spPr/>
      <dgm:t>
        <a:bodyPr/>
        <a:lstStyle/>
        <a:p>
          <a:endParaRPr lang="ru-BY"/>
        </a:p>
      </dgm:t>
    </dgm:pt>
    <dgm:pt modelId="{A1F5DEAE-AD26-4931-BCEC-1B5D9A98C6EA}" type="sibTrans" cxnId="{3ACF7EB7-95FF-4AD0-A40B-B07B218E54A0}">
      <dgm:prSet/>
      <dgm:spPr/>
      <dgm:t>
        <a:bodyPr/>
        <a:lstStyle/>
        <a:p>
          <a:endParaRPr lang="ru-BY"/>
        </a:p>
      </dgm:t>
    </dgm:pt>
    <dgm:pt modelId="{017298B3-368A-40A4-9C9E-ADD9E80C696C}">
      <dgm:prSet/>
      <dgm:spPr/>
      <dgm:t>
        <a:bodyPr/>
        <a:lstStyle/>
        <a:p>
          <a:pPr>
            <a:buFont typeface="Arial" panose="020B0604020202020204" pitchFamily="34" charset="0"/>
            <a:buChar char="•"/>
          </a:pPr>
          <a:r>
            <a:rPr lang="ru-RU" b="0" i="0"/>
            <a:t>Разработка личного кабинета студента</a:t>
          </a:r>
        </a:p>
      </dgm:t>
    </dgm:pt>
    <dgm:pt modelId="{B788BA44-4653-4BAD-A4C1-BF6A49AD2F61}" type="parTrans" cxnId="{2F145DDF-0FA7-41BD-B8B9-B4E85445AFEA}">
      <dgm:prSet/>
      <dgm:spPr/>
      <dgm:t>
        <a:bodyPr/>
        <a:lstStyle/>
        <a:p>
          <a:endParaRPr lang="ru-BY"/>
        </a:p>
      </dgm:t>
    </dgm:pt>
    <dgm:pt modelId="{251A86A3-D1C9-418B-9CA7-BCC976162EE1}" type="sibTrans" cxnId="{2F145DDF-0FA7-41BD-B8B9-B4E85445AFEA}">
      <dgm:prSet/>
      <dgm:spPr/>
      <dgm:t>
        <a:bodyPr/>
        <a:lstStyle/>
        <a:p>
          <a:endParaRPr lang="ru-BY"/>
        </a:p>
      </dgm:t>
    </dgm:pt>
    <dgm:pt modelId="{32F5CA48-C5B4-402A-B665-8D4AA0ABD8B0}">
      <dgm:prSet/>
      <dgm:spPr/>
      <dgm:t>
        <a:bodyPr/>
        <a:lstStyle/>
        <a:p>
          <a:pPr>
            <a:buFont typeface="Arial" panose="020B0604020202020204" pitchFamily="34" charset="0"/>
            <a:buChar char="•"/>
          </a:pPr>
          <a:r>
            <a:rPr lang="ru-RU" b="0" i="0"/>
            <a:t>Разработка системы тестирования и сертификации</a:t>
          </a:r>
        </a:p>
      </dgm:t>
    </dgm:pt>
    <dgm:pt modelId="{8B2C0380-188E-4074-B5BC-A658557A9F40}" type="parTrans" cxnId="{C3670A15-305C-40F7-9F2A-5E67212A72A4}">
      <dgm:prSet/>
      <dgm:spPr/>
      <dgm:t>
        <a:bodyPr/>
        <a:lstStyle/>
        <a:p>
          <a:endParaRPr lang="ru-BY"/>
        </a:p>
      </dgm:t>
    </dgm:pt>
    <dgm:pt modelId="{5707066B-7BFD-41B0-BDA5-4731B4EA9E7C}" type="sibTrans" cxnId="{C3670A15-305C-40F7-9F2A-5E67212A72A4}">
      <dgm:prSet/>
      <dgm:spPr/>
      <dgm:t>
        <a:bodyPr/>
        <a:lstStyle/>
        <a:p>
          <a:endParaRPr lang="ru-BY"/>
        </a:p>
      </dgm:t>
    </dgm:pt>
    <dgm:pt modelId="{C8EE464E-3A91-4774-821A-72FEB852FAF5}" type="pres">
      <dgm:prSet presAssocID="{1F298BB9-D6BB-4AAF-8437-27B96E71CCB4}" presName="hierChild1" presStyleCnt="0">
        <dgm:presLayoutVars>
          <dgm:orgChart val="1"/>
          <dgm:chPref val="1"/>
          <dgm:dir/>
          <dgm:animOne val="branch"/>
          <dgm:animLvl val="lvl"/>
          <dgm:resizeHandles/>
        </dgm:presLayoutVars>
      </dgm:prSet>
      <dgm:spPr/>
    </dgm:pt>
    <dgm:pt modelId="{C407B413-6627-431B-9D1B-D9801A6E4005}" type="pres">
      <dgm:prSet presAssocID="{623432E4-9727-43CD-8D7C-57A7DF0A60E0}" presName="hierRoot1" presStyleCnt="0">
        <dgm:presLayoutVars>
          <dgm:hierBranch val="init"/>
        </dgm:presLayoutVars>
      </dgm:prSet>
      <dgm:spPr/>
    </dgm:pt>
    <dgm:pt modelId="{6D86031B-4016-4CC7-8EF9-F2775DCAFF8A}" type="pres">
      <dgm:prSet presAssocID="{623432E4-9727-43CD-8D7C-57A7DF0A60E0}" presName="rootComposite1" presStyleCnt="0"/>
      <dgm:spPr/>
    </dgm:pt>
    <dgm:pt modelId="{238B0FF9-A21A-4CBE-8E1C-8B39D129AD94}" type="pres">
      <dgm:prSet presAssocID="{623432E4-9727-43CD-8D7C-57A7DF0A60E0}" presName="rootText1" presStyleLbl="node0" presStyleIdx="0" presStyleCnt="1">
        <dgm:presLayoutVars>
          <dgm:chPref val="3"/>
        </dgm:presLayoutVars>
      </dgm:prSet>
      <dgm:spPr/>
    </dgm:pt>
    <dgm:pt modelId="{11356136-D84B-42AA-83A0-7202532C05B9}" type="pres">
      <dgm:prSet presAssocID="{623432E4-9727-43CD-8D7C-57A7DF0A60E0}" presName="rootConnector1" presStyleLbl="node1" presStyleIdx="0" presStyleCnt="0"/>
      <dgm:spPr/>
    </dgm:pt>
    <dgm:pt modelId="{50AFB1BA-5861-4FDB-8A5B-47205C4A00E8}" type="pres">
      <dgm:prSet presAssocID="{623432E4-9727-43CD-8D7C-57A7DF0A60E0}" presName="hierChild2" presStyleCnt="0"/>
      <dgm:spPr/>
    </dgm:pt>
    <dgm:pt modelId="{A8324DE5-1C56-49D0-B622-0808D1603630}" type="pres">
      <dgm:prSet presAssocID="{57B17DD2-6F0F-4548-8409-101BEEFD24CD}" presName="Name37" presStyleLbl="parChTrans1D2" presStyleIdx="0" presStyleCnt="3"/>
      <dgm:spPr/>
    </dgm:pt>
    <dgm:pt modelId="{79C90B3B-4CCF-42E8-9044-460BCEC87DE7}" type="pres">
      <dgm:prSet presAssocID="{A6C82D5E-1AA8-4AD5-81AD-4CB96FECD26E}" presName="hierRoot2" presStyleCnt="0">
        <dgm:presLayoutVars>
          <dgm:hierBranch val="init"/>
        </dgm:presLayoutVars>
      </dgm:prSet>
      <dgm:spPr/>
    </dgm:pt>
    <dgm:pt modelId="{08685F6A-4A8F-44D7-BA6B-DAD92E97FA2B}" type="pres">
      <dgm:prSet presAssocID="{A6C82D5E-1AA8-4AD5-81AD-4CB96FECD26E}" presName="rootComposite" presStyleCnt="0"/>
      <dgm:spPr/>
    </dgm:pt>
    <dgm:pt modelId="{7C228E10-DDD5-4D1A-9558-EE536886A6A1}" type="pres">
      <dgm:prSet presAssocID="{A6C82D5E-1AA8-4AD5-81AD-4CB96FECD26E}" presName="rootText" presStyleLbl="node2" presStyleIdx="0" presStyleCnt="3">
        <dgm:presLayoutVars>
          <dgm:chPref val="3"/>
        </dgm:presLayoutVars>
      </dgm:prSet>
      <dgm:spPr/>
    </dgm:pt>
    <dgm:pt modelId="{24AEF872-6641-4B8C-89EA-A096EDB670B2}" type="pres">
      <dgm:prSet presAssocID="{A6C82D5E-1AA8-4AD5-81AD-4CB96FECD26E}" presName="rootConnector" presStyleLbl="node2" presStyleIdx="0" presStyleCnt="3"/>
      <dgm:spPr/>
    </dgm:pt>
    <dgm:pt modelId="{E3168CB4-A36F-4A14-BC99-7D921B0B6D37}" type="pres">
      <dgm:prSet presAssocID="{A6C82D5E-1AA8-4AD5-81AD-4CB96FECD26E}" presName="hierChild4" presStyleCnt="0"/>
      <dgm:spPr/>
    </dgm:pt>
    <dgm:pt modelId="{A7C1CDBA-4709-4208-B0C0-A896D174A9BA}" type="pres">
      <dgm:prSet presAssocID="{A6C82D5E-1AA8-4AD5-81AD-4CB96FECD26E}" presName="hierChild5" presStyleCnt="0"/>
      <dgm:spPr/>
    </dgm:pt>
    <dgm:pt modelId="{A749CE5B-5A6D-4A1C-B9E2-BE6CBA6EAFF1}" type="pres">
      <dgm:prSet presAssocID="{B788BA44-4653-4BAD-A4C1-BF6A49AD2F61}" presName="Name37" presStyleLbl="parChTrans1D2" presStyleIdx="1" presStyleCnt="3"/>
      <dgm:spPr/>
    </dgm:pt>
    <dgm:pt modelId="{E40356C6-AA72-4CB1-A8CC-74E4EE079AB6}" type="pres">
      <dgm:prSet presAssocID="{017298B3-368A-40A4-9C9E-ADD9E80C696C}" presName="hierRoot2" presStyleCnt="0">
        <dgm:presLayoutVars>
          <dgm:hierBranch val="init"/>
        </dgm:presLayoutVars>
      </dgm:prSet>
      <dgm:spPr/>
    </dgm:pt>
    <dgm:pt modelId="{AC4A6407-9BB6-47B3-90E7-9435807DF89A}" type="pres">
      <dgm:prSet presAssocID="{017298B3-368A-40A4-9C9E-ADD9E80C696C}" presName="rootComposite" presStyleCnt="0"/>
      <dgm:spPr/>
    </dgm:pt>
    <dgm:pt modelId="{2F7DBCB9-4C0C-4813-AECA-24FE880B88D8}" type="pres">
      <dgm:prSet presAssocID="{017298B3-368A-40A4-9C9E-ADD9E80C696C}" presName="rootText" presStyleLbl="node2" presStyleIdx="1" presStyleCnt="3">
        <dgm:presLayoutVars>
          <dgm:chPref val="3"/>
        </dgm:presLayoutVars>
      </dgm:prSet>
      <dgm:spPr/>
    </dgm:pt>
    <dgm:pt modelId="{B5FF08DF-6970-46ED-8ABE-01C36353E477}" type="pres">
      <dgm:prSet presAssocID="{017298B3-368A-40A4-9C9E-ADD9E80C696C}" presName="rootConnector" presStyleLbl="node2" presStyleIdx="1" presStyleCnt="3"/>
      <dgm:spPr/>
    </dgm:pt>
    <dgm:pt modelId="{6CDA53F6-7A68-4ADF-95C6-8EE3A30FE82F}" type="pres">
      <dgm:prSet presAssocID="{017298B3-368A-40A4-9C9E-ADD9E80C696C}" presName="hierChild4" presStyleCnt="0"/>
      <dgm:spPr/>
    </dgm:pt>
    <dgm:pt modelId="{A1D743B1-534E-4249-AD22-5C23FE90EDE3}" type="pres">
      <dgm:prSet presAssocID="{017298B3-368A-40A4-9C9E-ADD9E80C696C}" presName="hierChild5" presStyleCnt="0"/>
      <dgm:spPr/>
    </dgm:pt>
    <dgm:pt modelId="{8FD351B8-C0D4-4A8E-89E2-3DCC585371C8}" type="pres">
      <dgm:prSet presAssocID="{8B2C0380-188E-4074-B5BC-A658557A9F40}" presName="Name37" presStyleLbl="parChTrans1D2" presStyleIdx="2" presStyleCnt="3"/>
      <dgm:spPr/>
    </dgm:pt>
    <dgm:pt modelId="{89017985-4F2E-442F-8261-089BBF74616A}" type="pres">
      <dgm:prSet presAssocID="{32F5CA48-C5B4-402A-B665-8D4AA0ABD8B0}" presName="hierRoot2" presStyleCnt="0">
        <dgm:presLayoutVars>
          <dgm:hierBranch val="init"/>
        </dgm:presLayoutVars>
      </dgm:prSet>
      <dgm:spPr/>
    </dgm:pt>
    <dgm:pt modelId="{EFA56AEE-5E0B-489E-9BCE-27488DEE8CB2}" type="pres">
      <dgm:prSet presAssocID="{32F5CA48-C5B4-402A-B665-8D4AA0ABD8B0}" presName="rootComposite" presStyleCnt="0"/>
      <dgm:spPr/>
    </dgm:pt>
    <dgm:pt modelId="{281DF538-1547-4303-B1ED-ABA9FEEEA754}" type="pres">
      <dgm:prSet presAssocID="{32F5CA48-C5B4-402A-B665-8D4AA0ABD8B0}" presName="rootText" presStyleLbl="node2" presStyleIdx="2" presStyleCnt="3">
        <dgm:presLayoutVars>
          <dgm:chPref val="3"/>
        </dgm:presLayoutVars>
      </dgm:prSet>
      <dgm:spPr/>
    </dgm:pt>
    <dgm:pt modelId="{E4C33B2E-237B-4CA6-B7C9-E4B1335221F8}" type="pres">
      <dgm:prSet presAssocID="{32F5CA48-C5B4-402A-B665-8D4AA0ABD8B0}" presName="rootConnector" presStyleLbl="node2" presStyleIdx="2" presStyleCnt="3"/>
      <dgm:spPr/>
    </dgm:pt>
    <dgm:pt modelId="{7EF67968-980B-4EC6-9587-EFF1D31D5EB3}" type="pres">
      <dgm:prSet presAssocID="{32F5CA48-C5B4-402A-B665-8D4AA0ABD8B0}" presName="hierChild4" presStyleCnt="0"/>
      <dgm:spPr/>
    </dgm:pt>
    <dgm:pt modelId="{D02CBE23-9DAF-478A-BD8F-4B0E60C6D8A2}" type="pres">
      <dgm:prSet presAssocID="{32F5CA48-C5B4-402A-B665-8D4AA0ABD8B0}" presName="hierChild5" presStyleCnt="0"/>
      <dgm:spPr/>
    </dgm:pt>
    <dgm:pt modelId="{AD7D947A-4668-4975-B439-409530EDCE90}" type="pres">
      <dgm:prSet presAssocID="{623432E4-9727-43CD-8D7C-57A7DF0A60E0}" presName="hierChild3" presStyleCnt="0"/>
      <dgm:spPr/>
    </dgm:pt>
  </dgm:ptLst>
  <dgm:cxnLst>
    <dgm:cxn modelId="{3753F302-8D94-40AA-83C5-5531C31D4452}" type="presOf" srcId="{8B2C0380-188E-4074-B5BC-A658557A9F40}" destId="{8FD351B8-C0D4-4A8E-89E2-3DCC585371C8}" srcOrd="0" destOrd="0" presId="urn:microsoft.com/office/officeart/2005/8/layout/orgChart1"/>
    <dgm:cxn modelId="{4F07C612-2057-4C2A-ADE4-8D0C847E126E}" type="presOf" srcId="{32F5CA48-C5B4-402A-B665-8D4AA0ABD8B0}" destId="{281DF538-1547-4303-B1ED-ABA9FEEEA754}" srcOrd="0" destOrd="0" presId="urn:microsoft.com/office/officeart/2005/8/layout/orgChart1"/>
    <dgm:cxn modelId="{C3670A15-305C-40F7-9F2A-5E67212A72A4}" srcId="{623432E4-9727-43CD-8D7C-57A7DF0A60E0}" destId="{32F5CA48-C5B4-402A-B665-8D4AA0ABD8B0}" srcOrd="2" destOrd="0" parTransId="{8B2C0380-188E-4074-B5BC-A658557A9F40}" sibTransId="{5707066B-7BFD-41B0-BDA5-4731B4EA9E7C}"/>
    <dgm:cxn modelId="{28EEC821-6E88-478E-816A-41C0D85B7FF7}" srcId="{1F298BB9-D6BB-4AAF-8437-27B96E71CCB4}" destId="{623432E4-9727-43CD-8D7C-57A7DF0A60E0}" srcOrd="0" destOrd="0" parTransId="{D08FAAE9-F0F5-48D9-8878-C45F9D57C41A}" sibTransId="{2573561B-784E-44B8-B80D-E09E6588457D}"/>
    <dgm:cxn modelId="{7BED4D31-97D6-4527-9A52-B2A2500C0FB3}" type="presOf" srcId="{017298B3-368A-40A4-9C9E-ADD9E80C696C}" destId="{B5FF08DF-6970-46ED-8ABE-01C36353E477}" srcOrd="1" destOrd="0" presId="urn:microsoft.com/office/officeart/2005/8/layout/orgChart1"/>
    <dgm:cxn modelId="{5F12CC42-B3E6-4604-9F12-8803CF554881}" type="presOf" srcId="{A6C82D5E-1AA8-4AD5-81AD-4CB96FECD26E}" destId="{7C228E10-DDD5-4D1A-9558-EE536886A6A1}" srcOrd="0" destOrd="0" presId="urn:microsoft.com/office/officeart/2005/8/layout/orgChart1"/>
    <dgm:cxn modelId="{F5382565-55DD-4A15-993B-4A2E52EF76A0}" type="presOf" srcId="{623432E4-9727-43CD-8D7C-57A7DF0A60E0}" destId="{11356136-D84B-42AA-83A0-7202532C05B9}" srcOrd="1" destOrd="0" presId="urn:microsoft.com/office/officeart/2005/8/layout/orgChart1"/>
    <dgm:cxn modelId="{6EB88747-038D-440F-B41C-A1C1911D9F13}" type="presOf" srcId="{1F298BB9-D6BB-4AAF-8437-27B96E71CCB4}" destId="{C8EE464E-3A91-4774-821A-72FEB852FAF5}" srcOrd="0" destOrd="0" presId="urn:microsoft.com/office/officeart/2005/8/layout/orgChart1"/>
    <dgm:cxn modelId="{8A6B079B-794F-4280-B38A-02743E6DF803}" type="presOf" srcId="{57B17DD2-6F0F-4548-8409-101BEEFD24CD}" destId="{A8324DE5-1C56-49D0-B622-0808D1603630}" srcOrd="0" destOrd="0" presId="urn:microsoft.com/office/officeart/2005/8/layout/orgChart1"/>
    <dgm:cxn modelId="{2F0C2BA1-D661-4412-A9E7-686B77518883}" type="presOf" srcId="{017298B3-368A-40A4-9C9E-ADD9E80C696C}" destId="{2F7DBCB9-4C0C-4813-AECA-24FE880B88D8}" srcOrd="0" destOrd="0" presId="urn:microsoft.com/office/officeart/2005/8/layout/orgChart1"/>
    <dgm:cxn modelId="{5634E6A6-C8B9-46A5-A669-B2344B41C35D}" type="presOf" srcId="{623432E4-9727-43CD-8D7C-57A7DF0A60E0}" destId="{238B0FF9-A21A-4CBE-8E1C-8B39D129AD94}" srcOrd="0" destOrd="0" presId="urn:microsoft.com/office/officeart/2005/8/layout/orgChart1"/>
    <dgm:cxn modelId="{56C2C9B1-F41B-44BD-AF9C-33C8317DD87B}" type="presOf" srcId="{B788BA44-4653-4BAD-A4C1-BF6A49AD2F61}" destId="{A749CE5B-5A6D-4A1C-B9E2-BE6CBA6EAFF1}" srcOrd="0" destOrd="0" presId="urn:microsoft.com/office/officeart/2005/8/layout/orgChart1"/>
    <dgm:cxn modelId="{3ACF7EB7-95FF-4AD0-A40B-B07B218E54A0}" srcId="{623432E4-9727-43CD-8D7C-57A7DF0A60E0}" destId="{A6C82D5E-1AA8-4AD5-81AD-4CB96FECD26E}" srcOrd="0" destOrd="0" parTransId="{57B17DD2-6F0F-4548-8409-101BEEFD24CD}" sibTransId="{A1F5DEAE-AD26-4931-BCEC-1B5D9A98C6EA}"/>
    <dgm:cxn modelId="{2316C3CD-4EFD-4BC2-A2BD-BB772AD4BE90}" type="presOf" srcId="{32F5CA48-C5B4-402A-B665-8D4AA0ABD8B0}" destId="{E4C33B2E-237B-4CA6-B7C9-E4B1335221F8}" srcOrd="1" destOrd="0" presId="urn:microsoft.com/office/officeart/2005/8/layout/orgChart1"/>
    <dgm:cxn modelId="{3C8009D2-50B4-4649-9F99-5E66ECB2AF03}" type="presOf" srcId="{A6C82D5E-1AA8-4AD5-81AD-4CB96FECD26E}" destId="{24AEF872-6641-4B8C-89EA-A096EDB670B2}" srcOrd="1" destOrd="0" presId="urn:microsoft.com/office/officeart/2005/8/layout/orgChart1"/>
    <dgm:cxn modelId="{2F145DDF-0FA7-41BD-B8B9-B4E85445AFEA}" srcId="{623432E4-9727-43CD-8D7C-57A7DF0A60E0}" destId="{017298B3-368A-40A4-9C9E-ADD9E80C696C}" srcOrd="1" destOrd="0" parTransId="{B788BA44-4653-4BAD-A4C1-BF6A49AD2F61}" sibTransId="{251A86A3-D1C9-418B-9CA7-BCC976162EE1}"/>
    <dgm:cxn modelId="{58C173FE-9C3B-48E3-BCA6-712C2AEBDC22}" type="presParOf" srcId="{C8EE464E-3A91-4774-821A-72FEB852FAF5}" destId="{C407B413-6627-431B-9D1B-D9801A6E4005}" srcOrd="0" destOrd="0" presId="urn:microsoft.com/office/officeart/2005/8/layout/orgChart1"/>
    <dgm:cxn modelId="{997CCA70-D319-4058-8715-16DC499CEC7E}" type="presParOf" srcId="{C407B413-6627-431B-9D1B-D9801A6E4005}" destId="{6D86031B-4016-4CC7-8EF9-F2775DCAFF8A}" srcOrd="0" destOrd="0" presId="urn:microsoft.com/office/officeart/2005/8/layout/orgChart1"/>
    <dgm:cxn modelId="{3B05032B-139A-4564-B685-4C23700B1F5C}" type="presParOf" srcId="{6D86031B-4016-4CC7-8EF9-F2775DCAFF8A}" destId="{238B0FF9-A21A-4CBE-8E1C-8B39D129AD94}" srcOrd="0" destOrd="0" presId="urn:microsoft.com/office/officeart/2005/8/layout/orgChart1"/>
    <dgm:cxn modelId="{9B8DCB2A-DB91-4CB2-8852-A645B89DCD9D}" type="presParOf" srcId="{6D86031B-4016-4CC7-8EF9-F2775DCAFF8A}" destId="{11356136-D84B-42AA-83A0-7202532C05B9}" srcOrd="1" destOrd="0" presId="urn:microsoft.com/office/officeart/2005/8/layout/orgChart1"/>
    <dgm:cxn modelId="{34DA2FF5-9E23-465B-9B70-BA1FEFA4B5DC}" type="presParOf" srcId="{C407B413-6627-431B-9D1B-D9801A6E4005}" destId="{50AFB1BA-5861-4FDB-8A5B-47205C4A00E8}" srcOrd="1" destOrd="0" presId="urn:microsoft.com/office/officeart/2005/8/layout/orgChart1"/>
    <dgm:cxn modelId="{D85B28FC-665F-4458-B543-057CCEF417CA}" type="presParOf" srcId="{50AFB1BA-5861-4FDB-8A5B-47205C4A00E8}" destId="{A8324DE5-1C56-49D0-B622-0808D1603630}" srcOrd="0" destOrd="0" presId="urn:microsoft.com/office/officeart/2005/8/layout/orgChart1"/>
    <dgm:cxn modelId="{78F30706-AD47-4A9E-B197-CC52C351AB07}" type="presParOf" srcId="{50AFB1BA-5861-4FDB-8A5B-47205C4A00E8}" destId="{79C90B3B-4CCF-42E8-9044-460BCEC87DE7}" srcOrd="1" destOrd="0" presId="urn:microsoft.com/office/officeart/2005/8/layout/orgChart1"/>
    <dgm:cxn modelId="{87BA9434-CD14-4BD5-B4A3-C77B6D824A67}" type="presParOf" srcId="{79C90B3B-4CCF-42E8-9044-460BCEC87DE7}" destId="{08685F6A-4A8F-44D7-BA6B-DAD92E97FA2B}" srcOrd="0" destOrd="0" presId="urn:microsoft.com/office/officeart/2005/8/layout/orgChart1"/>
    <dgm:cxn modelId="{149A01A9-6B02-4C62-BC9D-7EBEAC4B787A}" type="presParOf" srcId="{08685F6A-4A8F-44D7-BA6B-DAD92E97FA2B}" destId="{7C228E10-DDD5-4D1A-9558-EE536886A6A1}" srcOrd="0" destOrd="0" presId="urn:microsoft.com/office/officeart/2005/8/layout/orgChart1"/>
    <dgm:cxn modelId="{DCFBAF77-8BA8-4C12-AD73-8FA8DE65BD80}" type="presParOf" srcId="{08685F6A-4A8F-44D7-BA6B-DAD92E97FA2B}" destId="{24AEF872-6641-4B8C-89EA-A096EDB670B2}" srcOrd="1" destOrd="0" presId="urn:microsoft.com/office/officeart/2005/8/layout/orgChart1"/>
    <dgm:cxn modelId="{A3D1D291-6568-4ACE-B87E-F2873D03FAC4}" type="presParOf" srcId="{79C90B3B-4CCF-42E8-9044-460BCEC87DE7}" destId="{E3168CB4-A36F-4A14-BC99-7D921B0B6D37}" srcOrd="1" destOrd="0" presId="urn:microsoft.com/office/officeart/2005/8/layout/orgChart1"/>
    <dgm:cxn modelId="{6AF31F7B-CF17-406D-8C1E-C25954198D10}" type="presParOf" srcId="{79C90B3B-4CCF-42E8-9044-460BCEC87DE7}" destId="{A7C1CDBA-4709-4208-B0C0-A896D174A9BA}" srcOrd="2" destOrd="0" presId="urn:microsoft.com/office/officeart/2005/8/layout/orgChart1"/>
    <dgm:cxn modelId="{5B3C7CC5-F090-492A-B547-15E2DD8732F4}" type="presParOf" srcId="{50AFB1BA-5861-4FDB-8A5B-47205C4A00E8}" destId="{A749CE5B-5A6D-4A1C-B9E2-BE6CBA6EAFF1}" srcOrd="2" destOrd="0" presId="urn:microsoft.com/office/officeart/2005/8/layout/orgChart1"/>
    <dgm:cxn modelId="{DBE9539A-0188-4DB3-B47E-57E48845D84F}" type="presParOf" srcId="{50AFB1BA-5861-4FDB-8A5B-47205C4A00E8}" destId="{E40356C6-AA72-4CB1-A8CC-74E4EE079AB6}" srcOrd="3" destOrd="0" presId="urn:microsoft.com/office/officeart/2005/8/layout/orgChart1"/>
    <dgm:cxn modelId="{03737562-DE91-4C9E-86A0-B4C5A158117A}" type="presParOf" srcId="{E40356C6-AA72-4CB1-A8CC-74E4EE079AB6}" destId="{AC4A6407-9BB6-47B3-90E7-9435807DF89A}" srcOrd="0" destOrd="0" presId="urn:microsoft.com/office/officeart/2005/8/layout/orgChart1"/>
    <dgm:cxn modelId="{5F9A7DB9-0C6C-4B74-B31A-CA516599803E}" type="presParOf" srcId="{AC4A6407-9BB6-47B3-90E7-9435807DF89A}" destId="{2F7DBCB9-4C0C-4813-AECA-24FE880B88D8}" srcOrd="0" destOrd="0" presId="urn:microsoft.com/office/officeart/2005/8/layout/orgChart1"/>
    <dgm:cxn modelId="{FDD7B5B9-525D-43EB-BFBD-3DBA04B5F0CC}" type="presParOf" srcId="{AC4A6407-9BB6-47B3-90E7-9435807DF89A}" destId="{B5FF08DF-6970-46ED-8ABE-01C36353E477}" srcOrd="1" destOrd="0" presId="urn:microsoft.com/office/officeart/2005/8/layout/orgChart1"/>
    <dgm:cxn modelId="{9554121C-F7EC-4472-BD97-AB508BBF36AF}" type="presParOf" srcId="{E40356C6-AA72-4CB1-A8CC-74E4EE079AB6}" destId="{6CDA53F6-7A68-4ADF-95C6-8EE3A30FE82F}" srcOrd="1" destOrd="0" presId="urn:microsoft.com/office/officeart/2005/8/layout/orgChart1"/>
    <dgm:cxn modelId="{3A10495A-4E66-46E4-8C19-359FA59999A1}" type="presParOf" srcId="{E40356C6-AA72-4CB1-A8CC-74E4EE079AB6}" destId="{A1D743B1-534E-4249-AD22-5C23FE90EDE3}" srcOrd="2" destOrd="0" presId="urn:microsoft.com/office/officeart/2005/8/layout/orgChart1"/>
    <dgm:cxn modelId="{62550E5C-2B4A-46A3-B63A-0A0902559EAE}" type="presParOf" srcId="{50AFB1BA-5861-4FDB-8A5B-47205C4A00E8}" destId="{8FD351B8-C0D4-4A8E-89E2-3DCC585371C8}" srcOrd="4" destOrd="0" presId="urn:microsoft.com/office/officeart/2005/8/layout/orgChart1"/>
    <dgm:cxn modelId="{F1198F3C-9B37-4E3A-9DAE-0262E4847350}" type="presParOf" srcId="{50AFB1BA-5861-4FDB-8A5B-47205C4A00E8}" destId="{89017985-4F2E-442F-8261-089BBF74616A}" srcOrd="5" destOrd="0" presId="urn:microsoft.com/office/officeart/2005/8/layout/orgChart1"/>
    <dgm:cxn modelId="{817B2ADB-B89F-421A-8AAB-A08426A279E3}" type="presParOf" srcId="{89017985-4F2E-442F-8261-089BBF74616A}" destId="{EFA56AEE-5E0B-489E-9BCE-27488DEE8CB2}" srcOrd="0" destOrd="0" presId="urn:microsoft.com/office/officeart/2005/8/layout/orgChart1"/>
    <dgm:cxn modelId="{E54AFE2D-17F7-4470-8882-AF3C1995831E}" type="presParOf" srcId="{EFA56AEE-5E0B-489E-9BCE-27488DEE8CB2}" destId="{281DF538-1547-4303-B1ED-ABA9FEEEA754}" srcOrd="0" destOrd="0" presId="urn:microsoft.com/office/officeart/2005/8/layout/orgChart1"/>
    <dgm:cxn modelId="{30E8833C-2B1B-4418-9378-0C409B3C8C55}" type="presParOf" srcId="{EFA56AEE-5E0B-489E-9BCE-27488DEE8CB2}" destId="{E4C33B2E-237B-4CA6-B7C9-E4B1335221F8}" srcOrd="1" destOrd="0" presId="urn:microsoft.com/office/officeart/2005/8/layout/orgChart1"/>
    <dgm:cxn modelId="{B025FD99-94FB-4579-BC13-DDF1069B8C0A}" type="presParOf" srcId="{89017985-4F2E-442F-8261-089BBF74616A}" destId="{7EF67968-980B-4EC6-9587-EFF1D31D5EB3}" srcOrd="1" destOrd="0" presId="urn:microsoft.com/office/officeart/2005/8/layout/orgChart1"/>
    <dgm:cxn modelId="{D07E1A07-0DBB-46A0-8DDD-E12F3FAD7C81}" type="presParOf" srcId="{89017985-4F2E-442F-8261-089BBF74616A}" destId="{D02CBE23-9DAF-478A-BD8F-4B0E60C6D8A2}" srcOrd="2" destOrd="0" presId="urn:microsoft.com/office/officeart/2005/8/layout/orgChart1"/>
    <dgm:cxn modelId="{6ACD22BA-D881-4007-A2A7-17B66B60B779}" type="presParOf" srcId="{C407B413-6627-431B-9D1B-D9801A6E4005}" destId="{AD7D947A-4668-4975-B439-409530EDCE9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FCE90B-DF90-4ABF-89B8-FEA31DBA7DEF}"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ru-BY"/>
        </a:p>
      </dgm:t>
    </dgm:pt>
    <dgm:pt modelId="{12D07F3D-360D-4E58-914F-D0268ACFBAC3}">
      <dgm:prSet phldrT="[Текст]"/>
      <dgm:spPr/>
      <dgm:t>
        <a:bodyPr/>
        <a:lstStyle/>
        <a:p>
          <a:pPr>
            <a:buFont typeface="Arial" panose="020B0604020202020204" pitchFamily="34" charset="0"/>
            <a:buChar char="•"/>
          </a:pPr>
          <a:r>
            <a:rPr lang="ru-RU" b="1" i="0"/>
            <a:t>Платформа онлайн-обучения</a:t>
          </a:r>
          <a:endParaRPr lang="ru-BY"/>
        </a:p>
      </dgm:t>
    </dgm:pt>
    <dgm:pt modelId="{D9026849-EAD2-4768-9722-C7A26E52714E}" type="parTrans" cxnId="{AD0137FE-530D-4729-AF34-D4BFEFC612ED}">
      <dgm:prSet/>
      <dgm:spPr/>
      <dgm:t>
        <a:bodyPr/>
        <a:lstStyle/>
        <a:p>
          <a:endParaRPr lang="ru-BY"/>
        </a:p>
      </dgm:t>
    </dgm:pt>
    <dgm:pt modelId="{7E37288F-C605-4936-B3C2-BFD08341117A}" type="sibTrans" cxnId="{AD0137FE-530D-4729-AF34-D4BFEFC612ED}">
      <dgm:prSet/>
      <dgm:spPr/>
      <dgm:t>
        <a:bodyPr/>
        <a:lstStyle/>
        <a:p>
          <a:endParaRPr lang="ru-BY"/>
        </a:p>
      </dgm:t>
    </dgm:pt>
    <dgm:pt modelId="{8FD66CBC-A06B-4227-9DFF-5B615ADA9728}">
      <dgm:prSet/>
      <dgm:spPr/>
      <dgm:t>
        <a:bodyPr/>
        <a:lstStyle/>
        <a:p>
          <a:pPr>
            <a:buFont typeface="Arial" panose="020B0604020202020204" pitchFamily="34" charset="0"/>
            <a:buChar char="•"/>
          </a:pPr>
          <a:r>
            <a:rPr lang="ru-RU" b="0" i="0" dirty="0"/>
            <a:t>Анализ требований и проектирование архитектуры</a:t>
          </a:r>
        </a:p>
      </dgm:t>
    </dgm:pt>
    <dgm:pt modelId="{5AE30894-CBCD-45F7-AC74-F3979032BB76}" type="parTrans" cxnId="{29346ED2-D8D3-48BC-BC60-F70DDFFE3BC3}">
      <dgm:prSet/>
      <dgm:spPr/>
      <dgm:t>
        <a:bodyPr/>
        <a:lstStyle/>
        <a:p>
          <a:endParaRPr lang="ru-BY"/>
        </a:p>
      </dgm:t>
    </dgm:pt>
    <dgm:pt modelId="{A066CB32-DF6E-4AAC-A520-946AC3B9BD62}" type="sibTrans" cxnId="{29346ED2-D8D3-48BC-BC60-F70DDFFE3BC3}">
      <dgm:prSet/>
      <dgm:spPr/>
      <dgm:t>
        <a:bodyPr/>
        <a:lstStyle/>
        <a:p>
          <a:endParaRPr lang="ru-BY"/>
        </a:p>
      </dgm:t>
    </dgm:pt>
    <dgm:pt modelId="{3A3A1CE8-7793-4736-AED8-4BE1AC9C0710}">
      <dgm:prSet/>
      <dgm:spPr/>
      <dgm:t>
        <a:bodyPr/>
        <a:lstStyle/>
        <a:p>
          <a:pPr>
            <a:buFont typeface="Arial" panose="020B0604020202020204" pitchFamily="34" charset="0"/>
            <a:buChar char="•"/>
          </a:pPr>
          <a:r>
            <a:rPr lang="ru-RU" b="0" i="0"/>
            <a:t>Разработка и модульное тестирование</a:t>
          </a:r>
        </a:p>
      </dgm:t>
    </dgm:pt>
    <dgm:pt modelId="{57D33E00-F17B-4C56-93A8-B3F126F61A28}" type="parTrans" cxnId="{5BCBDEC0-8F07-402D-BD44-6047F1A010C2}">
      <dgm:prSet/>
      <dgm:spPr/>
      <dgm:t>
        <a:bodyPr/>
        <a:lstStyle/>
        <a:p>
          <a:endParaRPr lang="ru-BY"/>
        </a:p>
      </dgm:t>
    </dgm:pt>
    <dgm:pt modelId="{FA055E09-47AD-4F87-98E7-DA27864953D7}" type="sibTrans" cxnId="{5BCBDEC0-8F07-402D-BD44-6047F1A010C2}">
      <dgm:prSet/>
      <dgm:spPr/>
      <dgm:t>
        <a:bodyPr/>
        <a:lstStyle/>
        <a:p>
          <a:endParaRPr lang="ru-BY"/>
        </a:p>
      </dgm:t>
    </dgm:pt>
    <dgm:pt modelId="{02600118-7427-4883-9CA2-161E9444123A}">
      <dgm:prSet/>
      <dgm:spPr/>
      <dgm:t>
        <a:bodyPr/>
        <a:lstStyle/>
        <a:p>
          <a:pPr>
            <a:buFont typeface="Arial" panose="020B0604020202020204" pitchFamily="34" charset="0"/>
            <a:buChar char="•"/>
          </a:pPr>
          <a:r>
            <a:rPr lang="ru-RU" b="0" i="0"/>
            <a:t>Развёртывание, интеграционное тестирование и релиз</a:t>
          </a:r>
        </a:p>
      </dgm:t>
    </dgm:pt>
    <dgm:pt modelId="{083EB3DF-8F82-4A7B-8F86-A45A38D8AC06}" type="parTrans" cxnId="{5745FE05-8A8F-47E9-942D-CA6949C88187}">
      <dgm:prSet/>
      <dgm:spPr/>
      <dgm:t>
        <a:bodyPr/>
        <a:lstStyle/>
        <a:p>
          <a:endParaRPr lang="ru-BY"/>
        </a:p>
      </dgm:t>
    </dgm:pt>
    <dgm:pt modelId="{E781CA79-C7BA-4803-A99F-9BEA1F47F9FC}" type="sibTrans" cxnId="{5745FE05-8A8F-47E9-942D-CA6949C88187}">
      <dgm:prSet/>
      <dgm:spPr/>
      <dgm:t>
        <a:bodyPr/>
        <a:lstStyle/>
        <a:p>
          <a:endParaRPr lang="ru-BY"/>
        </a:p>
      </dgm:t>
    </dgm:pt>
    <dgm:pt modelId="{BD6D6EF9-E56A-4328-AA35-DE5E17CBDE79}" type="pres">
      <dgm:prSet presAssocID="{59FCE90B-DF90-4ABF-89B8-FEA31DBA7DEF}" presName="hierChild1" presStyleCnt="0">
        <dgm:presLayoutVars>
          <dgm:orgChart val="1"/>
          <dgm:chPref val="1"/>
          <dgm:dir/>
          <dgm:animOne val="branch"/>
          <dgm:animLvl val="lvl"/>
          <dgm:resizeHandles/>
        </dgm:presLayoutVars>
      </dgm:prSet>
      <dgm:spPr/>
    </dgm:pt>
    <dgm:pt modelId="{E7F0F0CE-EE75-41B9-9A49-FD90BCD44C66}" type="pres">
      <dgm:prSet presAssocID="{12D07F3D-360D-4E58-914F-D0268ACFBAC3}" presName="hierRoot1" presStyleCnt="0">
        <dgm:presLayoutVars>
          <dgm:hierBranch val="init"/>
        </dgm:presLayoutVars>
      </dgm:prSet>
      <dgm:spPr/>
    </dgm:pt>
    <dgm:pt modelId="{D7D99FCB-092B-4F20-A581-01D9F86746CD}" type="pres">
      <dgm:prSet presAssocID="{12D07F3D-360D-4E58-914F-D0268ACFBAC3}" presName="rootComposite1" presStyleCnt="0"/>
      <dgm:spPr/>
    </dgm:pt>
    <dgm:pt modelId="{CA04115B-0AC4-44D2-9092-9AD883865598}" type="pres">
      <dgm:prSet presAssocID="{12D07F3D-360D-4E58-914F-D0268ACFBAC3}" presName="rootText1" presStyleLbl="node0" presStyleIdx="0" presStyleCnt="1">
        <dgm:presLayoutVars>
          <dgm:chPref val="3"/>
        </dgm:presLayoutVars>
      </dgm:prSet>
      <dgm:spPr/>
    </dgm:pt>
    <dgm:pt modelId="{8128AF8C-E1B4-432B-A647-F37FBAA47164}" type="pres">
      <dgm:prSet presAssocID="{12D07F3D-360D-4E58-914F-D0268ACFBAC3}" presName="rootConnector1" presStyleLbl="node1" presStyleIdx="0" presStyleCnt="0"/>
      <dgm:spPr/>
    </dgm:pt>
    <dgm:pt modelId="{7DB9C38E-BA02-4ABB-ADD7-9132818AB573}" type="pres">
      <dgm:prSet presAssocID="{12D07F3D-360D-4E58-914F-D0268ACFBAC3}" presName="hierChild2" presStyleCnt="0"/>
      <dgm:spPr/>
    </dgm:pt>
    <dgm:pt modelId="{D280FB1F-3FBD-41C0-872E-33B068C62AF2}" type="pres">
      <dgm:prSet presAssocID="{5AE30894-CBCD-45F7-AC74-F3979032BB76}" presName="Name37" presStyleLbl="parChTrans1D2" presStyleIdx="0" presStyleCnt="3"/>
      <dgm:spPr/>
    </dgm:pt>
    <dgm:pt modelId="{DD9DD4FA-C080-4A9B-BC93-04445D0ABE48}" type="pres">
      <dgm:prSet presAssocID="{8FD66CBC-A06B-4227-9DFF-5B615ADA9728}" presName="hierRoot2" presStyleCnt="0">
        <dgm:presLayoutVars>
          <dgm:hierBranch val="init"/>
        </dgm:presLayoutVars>
      </dgm:prSet>
      <dgm:spPr/>
    </dgm:pt>
    <dgm:pt modelId="{744584DA-74D4-4CA3-89B8-F152C12171A2}" type="pres">
      <dgm:prSet presAssocID="{8FD66CBC-A06B-4227-9DFF-5B615ADA9728}" presName="rootComposite" presStyleCnt="0"/>
      <dgm:spPr/>
    </dgm:pt>
    <dgm:pt modelId="{C2B76BF8-A8D0-44E0-B88E-3C8F754A9525}" type="pres">
      <dgm:prSet presAssocID="{8FD66CBC-A06B-4227-9DFF-5B615ADA9728}" presName="rootText" presStyleLbl="node2" presStyleIdx="0" presStyleCnt="3">
        <dgm:presLayoutVars>
          <dgm:chPref val="3"/>
        </dgm:presLayoutVars>
      </dgm:prSet>
      <dgm:spPr/>
    </dgm:pt>
    <dgm:pt modelId="{90434070-34AB-4716-B3C7-7F512EC8495C}" type="pres">
      <dgm:prSet presAssocID="{8FD66CBC-A06B-4227-9DFF-5B615ADA9728}" presName="rootConnector" presStyleLbl="node2" presStyleIdx="0" presStyleCnt="3"/>
      <dgm:spPr/>
    </dgm:pt>
    <dgm:pt modelId="{F7AD5501-4289-49C7-B231-0151F7A3DF5F}" type="pres">
      <dgm:prSet presAssocID="{8FD66CBC-A06B-4227-9DFF-5B615ADA9728}" presName="hierChild4" presStyleCnt="0"/>
      <dgm:spPr/>
    </dgm:pt>
    <dgm:pt modelId="{76C1D110-C015-4703-9991-09C2B75F8EFC}" type="pres">
      <dgm:prSet presAssocID="{8FD66CBC-A06B-4227-9DFF-5B615ADA9728}" presName="hierChild5" presStyleCnt="0"/>
      <dgm:spPr/>
    </dgm:pt>
    <dgm:pt modelId="{967F5C62-1C83-464F-A6B3-F16E28979E40}" type="pres">
      <dgm:prSet presAssocID="{57D33E00-F17B-4C56-93A8-B3F126F61A28}" presName="Name37" presStyleLbl="parChTrans1D2" presStyleIdx="1" presStyleCnt="3"/>
      <dgm:spPr/>
    </dgm:pt>
    <dgm:pt modelId="{CC0F0E55-61C5-4CB9-B1E1-9E56770CF031}" type="pres">
      <dgm:prSet presAssocID="{3A3A1CE8-7793-4736-AED8-4BE1AC9C0710}" presName="hierRoot2" presStyleCnt="0">
        <dgm:presLayoutVars>
          <dgm:hierBranch val="init"/>
        </dgm:presLayoutVars>
      </dgm:prSet>
      <dgm:spPr/>
    </dgm:pt>
    <dgm:pt modelId="{6FF46628-8C1A-46AD-A620-7C40AE8CDE34}" type="pres">
      <dgm:prSet presAssocID="{3A3A1CE8-7793-4736-AED8-4BE1AC9C0710}" presName="rootComposite" presStyleCnt="0"/>
      <dgm:spPr/>
    </dgm:pt>
    <dgm:pt modelId="{84CCA81A-053E-4F48-A7D2-F246423F2375}" type="pres">
      <dgm:prSet presAssocID="{3A3A1CE8-7793-4736-AED8-4BE1AC9C0710}" presName="rootText" presStyleLbl="node2" presStyleIdx="1" presStyleCnt="3">
        <dgm:presLayoutVars>
          <dgm:chPref val="3"/>
        </dgm:presLayoutVars>
      </dgm:prSet>
      <dgm:spPr/>
    </dgm:pt>
    <dgm:pt modelId="{895B7EEF-97FC-45AE-83EA-8FC74A58365F}" type="pres">
      <dgm:prSet presAssocID="{3A3A1CE8-7793-4736-AED8-4BE1AC9C0710}" presName="rootConnector" presStyleLbl="node2" presStyleIdx="1" presStyleCnt="3"/>
      <dgm:spPr/>
    </dgm:pt>
    <dgm:pt modelId="{F3DBD20B-A646-46E9-94D5-12D99BAC206E}" type="pres">
      <dgm:prSet presAssocID="{3A3A1CE8-7793-4736-AED8-4BE1AC9C0710}" presName="hierChild4" presStyleCnt="0"/>
      <dgm:spPr/>
    </dgm:pt>
    <dgm:pt modelId="{ADC84B40-D105-4A2E-971C-0BA84700F933}" type="pres">
      <dgm:prSet presAssocID="{3A3A1CE8-7793-4736-AED8-4BE1AC9C0710}" presName="hierChild5" presStyleCnt="0"/>
      <dgm:spPr/>
    </dgm:pt>
    <dgm:pt modelId="{738FF995-15F4-4527-82B7-5DDAEF0A1907}" type="pres">
      <dgm:prSet presAssocID="{083EB3DF-8F82-4A7B-8F86-A45A38D8AC06}" presName="Name37" presStyleLbl="parChTrans1D2" presStyleIdx="2" presStyleCnt="3"/>
      <dgm:spPr/>
    </dgm:pt>
    <dgm:pt modelId="{84BF3127-BF43-4813-BCDD-468B926CF5C6}" type="pres">
      <dgm:prSet presAssocID="{02600118-7427-4883-9CA2-161E9444123A}" presName="hierRoot2" presStyleCnt="0">
        <dgm:presLayoutVars>
          <dgm:hierBranch val="init"/>
        </dgm:presLayoutVars>
      </dgm:prSet>
      <dgm:spPr/>
    </dgm:pt>
    <dgm:pt modelId="{CA9FCDDE-B3A4-4FA8-AB1D-AC6AB5F38278}" type="pres">
      <dgm:prSet presAssocID="{02600118-7427-4883-9CA2-161E9444123A}" presName="rootComposite" presStyleCnt="0"/>
      <dgm:spPr/>
    </dgm:pt>
    <dgm:pt modelId="{BD79E5C6-1D65-4050-BC26-67424E4534B0}" type="pres">
      <dgm:prSet presAssocID="{02600118-7427-4883-9CA2-161E9444123A}" presName="rootText" presStyleLbl="node2" presStyleIdx="2" presStyleCnt="3">
        <dgm:presLayoutVars>
          <dgm:chPref val="3"/>
        </dgm:presLayoutVars>
      </dgm:prSet>
      <dgm:spPr/>
    </dgm:pt>
    <dgm:pt modelId="{C5BEBBC1-9D90-46F8-A0DC-BE5916A833C7}" type="pres">
      <dgm:prSet presAssocID="{02600118-7427-4883-9CA2-161E9444123A}" presName="rootConnector" presStyleLbl="node2" presStyleIdx="2" presStyleCnt="3"/>
      <dgm:spPr/>
    </dgm:pt>
    <dgm:pt modelId="{1F5DD7DF-1B2D-4CEE-9D18-6F6223CBCC66}" type="pres">
      <dgm:prSet presAssocID="{02600118-7427-4883-9CA2-161E9444123A}" presName="hierChild4" presStyleCnt="0"/>
      <dgm:spPr/>
    </dgm:pt>
    <dgm:pt modelId="{B56E2FED-190D-4AC0-A6B7-1407CF2B3395}" type="pres">
      <dgm:prSet presAssocID="{02600118-7427-4883-9CA2-161E9444123A}" presName="hierChild5" presStyleCnt="0"/>
      <dgm:spPr/>
    </dgm:pt>
    <dgm:pt modelId="{3DE80C29-539C-4B7B-B6A4-F1B56C8817C8}" type="pres">
      <dgm:prSet presAssocID="{12D07F3D-360D-4E58-914F-D0268ACFBAC3}" presName="hierChild3" presStyleCnt="0"/>
      <dgm:spPr/>
    </dgm:pt>
  </dgm:ptLst>
  <dgm:cxnLst>
    <dgm:cxn modelId="{5745FE05-8A8F-47E9-942D-CA6949C88187}" srcId="{12D07F3D-360D-4E58-914F-D0268ACFBAC3}" destId="{02600118-7427-4883-9CA2-161E9444123A}" srcOrd="2" destOrd="0" parTransId="{083EB3DF-8F82-4A7B-8F86-A45A38D8AC06}" sibTransId="{E781CA79-C7BA-4803-A99F-9BEA1F47F9FC}"/>
    <dgm:cxn modelId="{87B66116-2581-4FEE-8DD8-548115C2F2E5}" type="presOf" srcId="{12D07F3D-360D-4E58-914F-D0268ACFBAC3}" destId="{CA04115B-0AC4-44D2-9092-9AD883865598}" srcOrd="0" destOrd="0" presId="urn:microsoft.com/office/officeart/2005/8/layout/orgChart1"/>
    <dgm:cxn modelId="{B1F65938-A280-4CA9-AEC9-71E90062DF3E}" type="presOf" srcId="{57D33E00-F17B-4C56-93A8-B3F126F61A28}" destId="{967F5C62-1C83-464F-A6B3-F16E28979E40}" srcOrd="0" destOrd="0" presId="urn:microsoft.com/office/officeart/2005/8/layout/orgChart1"/>
    <dgm:cxn modelId="{EDEA0A40-5F7E-4AAD-927A-7A458C86EFEF}" type="presOf" srcId="{12D07F3D-360D-4E58-914F-D0268ACFBAC3}" destId="{8128AF8C-E1B4-432B-A647-F37FBAA47164}" srcOrd="1" destOrd="0" presId="urn:microsoft.com/office/officeart/2005/8/layout/orgChart1"/>
    <dgm:cxn modelId="{6FF86442-DAF8-4E5C-BB4A-AEF5302E262F}" type="presOf" srcId="{8FD66CBC-A06B-4227-9DFF-5B615ADA9728}" destId="{C2B76BF8-A8D0-44E0-B88E-3C8F754A9525}" srcOrd="0" destOrd="0" presId="urn:microsoft.com/office/officeart/2005/8/layout/orgChart1"/>
    <dgm:cxn modelId="{53331363-6AF8-44C8-9404-CF4BE3785468}" type="presOf" srcId="{3A3A1CE8-7793-4736-AED8-4BE1AC9C0710}" destId="{84CCA81A-053E-4F48-A7D2-F246423F2375}" srcOrd="0" destOrd="0" presId="urn:microsoft.com/office/officeart/2005/8/layout/orgChart1"/>
    <dgm:cxn modelId="{AECEDA67-7E85-44B8-A0D0-EF8672DB5D63}" type="presOf" srcId="{02600118-7427-4883-9CA2-161E9444123A}" destId="{C5BEBBC1-9D90-46F8-A0DC-BE5916A833C7}" srcOrd="1" destOrd="0" presId="urn:microsoft.com/office/officeart/2005/8/layout/orgChart1"/>
    <dgm:cxn modelId="{AF16FC4C-E853-475B-867F-3AE974B6A051}" type="presOf" srcId="{5AE30894-CBCD-45F7-AC74-F3979032BB76}" destId="{D280FB1F-3FBD-41C0-872E-33B068C62AF2}" srcOrd="0" destOrd="0" presId="urn:microsoft.com/office/officeart/2005/8/layout/orgChart1"/>
    <dgm:cxn modelId="{9EA69272-2172-4AE4-B238-C31AE507378A}" type="presOf" srcId="{8FD66CBC-A06B-4227-9DFF-5B615ADA9728}" destId="{90434070-34AB-4716-B3C7-7F512EC8495C}" srcOrd="1" destOrd="0" presId="urn:microsoft.com/office/officeart/2005/8/layout/orgChart1"/>
    <dgm:cxn modelId="{9637B153-6978-44D5-A317-D53D445B9C48}" type="presOf" srcId="{59FCE90B-DF90-4ABF-89B8-FEA31DBA7DEF}" destId="{BD6D6EF9-E56A-4328-AA35-DE5E17CBDE79}" srcOrd="0" destOrd="0" presId="urn:microsoft.com/office/officeart/2005/8/layout/orgChart1"/>
    <dgm:cxn modelId="{B986B9AF-E778-4548-84B7-2973133833D5}" type="presOf" srcId="{083EB3DF-8F82-4A7B-8F86-A45A38D8AC06}" destId="{738FF995-15F4-4527-82B7-5DDAEF0A1907}" srcOrd="0" destOrd="0" presId="urn:microsoft.com/office/officeart/2005/8/layout/orgChart1"/>
    <dgm:cxn modelId="{5BCBDEC0-8F07-402D-BD44-6047F1A010C2}" srcId="{12D07F3D-360D-4E58-914F-D0268ACFBAC3}" destId="{3A3A1CE8-7793-4736-AED8-4BE1AC9C0710}" srcOrd="1" destOrd="0" parTransId="{57D33E00-F17B-4C56-93A8-B3F126F61A28}" sibTransId="{FA055E09-47AD-4F87-98E7-DA27864953D7}"/>
    <dgm:cxn modelId="{755584CB-5445-4DE3-AFEB-3E0CC1B9046C}" type="presOf" srcId="{02600118-7427-4883-9CA2-161E9444123A}" destId="{BD79E5C6-1D65-4050-BC26-67424E4534B0}" srcOrd="0" destOrd="0" presId="urn:microsoft.com/office/officeart/2005/8/layout/orgChart1"/>
    <dgm:cxn modelId="{29346ED2-D8D3-48BC-BC60-F70DDFFE3BC3}" srcId="{12D07F3D-360D-4E58-914F-D0268ACFBAC3}" destId="{8FD66CBC-A06B-4227-9DFF-5B615ADA9728}" srcOrd="0" destOrd="0" parTransId="{5AE30894-CBCD-45F7-AC74-F3979032BB76}" sibTransId="{A066CB32-DF6E-4AAC-A520-946AC3B9BD62}"/>
    <dgm:cxn modelId="{7900FFDF-1306-44CB-BA1E-DE2FAFDD934C}" type="presOf" srcId="{3A3A1CE8-7793-4736-AED8-4BE1AC9C0710}" destId="{895B7EEF-97FC-45AE-83EA-8FC74A58365F}" srcOrd="1" destOrd="0" presId="urn:microsoft.com/office/officeart/2005/8/layout/orgChart1"/>
    <dgm:cxn modelId="{AD0137FE-530D-4729-AF34-D4BFEFC612ED}" srcId="{59FCE90B-DF90-4ABF-89B8-FEA31DBA7DEF}" destId="{12D07F3D-360D-4E58-914F-D0268ACFBAC3}" srcOrd="0" destOrd="0" parTransId="{D9026849-EAD2-4768-9722-C7A26E52714E}" sibTransId="{7E37288F-C605-4936-B3C2-BFD08341117A}"/>
    <dgm:cxn modelId="{E49A1291-0050-497E-B281-5F9E17589615}" type="presParOf" srcId="{BD6D6EF9-E56A-4328-AA35-DE5E17CBDE79}" destId="{E7F0F0CE-EE75-41B9-9A49-FD90BCD44C66}" srcOrd="0" destOrd="0" presId="urn:microsoft.com/office/officeart/2005/8/layout/orgChart1"/>
    <dgm:cxn modelId="{E4EDFC3A-D46E-474E-83AA-7ED66F69292E}" type="presParOf" srcId="{E7F0F0CE-EE75-41B9-9A49-FD90BCD44C66}" destId="{D7D99FCB-092B-4F20-A581-01D9F86746CD}" srcOrd="0" destOrd="0" presId="urn:microsoft.com/office/officeart/2005/8/layout/orgChart1"/>
    <dgm:cxn modelId="{982CE99F-51BF-445C-AF20-6FEAA3EC64C1}" type="presParOf" srcId="{D7D99FCB-092B-4F20-A581-01D9F86746CD}" destId="{CA04115B-0AC4-44D2-9092-9AD883865598}" srcOrd="0" destOrd="0" presId="urn:microsoft.com/office/officeart/2005/8/layout/orgChart1"/>
    <dgm:cxn modelId="{2508162F-D063-4A77-9ADC-0126262175E6}" type="presParOf" srcId="{D7D99FCB-092B-4F20-A581-01D9F86746CD}" destId="{8128AF8C-E1B4-432B-A647-F37FBAA47164}" srcOrd="1" destOrd="0" presId="urn:microsoft.com/office/officeart/2005/8/layout/orgChart1"/>
    <dgm:cxn modelId="{E614B4AA-B00B-4262-B698-6BA03553A1D5}" type="presParOf" srcId="{E7F0F0CE-EE75-41B9-9A49-FD90BCD44C66}" destId="{7DB9C38E-BA02-4ABB-ADD7-9132818AB573}" srcOrd="1" destOrd="0" presId="urn:microsoft.com/office/officeart/2005/8/layout/orgChart1"/>
    <dgm:cxn modelId="{56F200DF-4413-4623-BBA4-2812CF02F8B9}" type="presParOf" srcId="{7DB9C38E-BA02-4ABB-ADD7-9132818AB573}" destId="{D280FB1F-3FBD-41C0-872E-33B068C62AF2}" srcOrd="0" destOrd="0" presId="urn:microsoft.com/office/officeart/2005/8/layout/orgChart1"/>
    <dgm:cxn modelId="{27B297FB-07B9-4A17-B592-2E24E84A2B55}" type="presParOf" srcId="{7DB9C38E-BA02-4ABB-ADD7-9132818AB573}" destId="{DD9DD4FA-C080-4A9B-BC93-04445D0ABE48}" srcOrd="1" destOrd="0" presId="urn:microsoft.com/office/officeart/2005/8/layout/orgChart1"/>
    <dgm:cxn modelId="{671C91A1-A0D1-48DC-A459-17815FB2AEB4}" type="presParOf" srcId="{DD9DD4FA-C080-4A9B-BC93-04445D0ABE48}" destId="{744584DA-74D4-4CA3-89B8-F152C12171A2}" srcOrd="0" destOrd="0" presId="urn:microsoft.com/office/officeart/2005/8/layout/orgChart1"/>
    <dgm:cxn modelId="{8862A77D-DF9E-4579-A08B-B5D73A9B5366}" type="presParOf" srcId="{744584DA-74D4-4CA3-89B8-F152C12171A2}" destId="{C2B76BF8-A8D0-44E0-B88E-3C8F754A9525}" srcOrd="0" destOrd="0" presId="urn:microsoft.com/office/officeart/2005/8/layout/orgChart1"/>
    <dgm:cxn modelId="{063DB2A3-594B-4D83-AA83-C21EC362412A}" type="presParOf" srcId="{744584DA-74D4-4CA3-89B8-F152C12171A2}" destId="{90434070-34AB-4716-B3C7-7F512EC8495C}" srcOrd="1" destOrd="0" presId="urn:microsoft.com/office/officeart/2005/8/layout/orgChart1"/>
    <dgm:cxn modelId="{CB2E0AA6-4C19-4DC8-9A36-00D4562FCA4F}" type="presParOf" srcId="{DD9DD4FA-C080-4A9B-BC93-04445D0ABE48}" destId="{F7AD5501-4289-49C7-B231-0151F7A3DF5F}" srcOrd="1" destOrd="0" presId="urn:microsoft.com/office/officeart/2005/8/layout/orgChart1"/>
    <dgm:cxn modelId="{06B85FFF-06D2-4A78-978B-52B678509F06}" type="presParOf" srcId="{DD9DD4FA-C080-4A9B-BC93-04445D0ABE48}" destId="{76C1D110-C015-4703-9991-09C2B75F8EFC}" srcOrd="2" destOrd="0" presId="urn:microsoft.com/office/officeart/2005/8/layout/orgChart1"/>
    <dgm:cxn modelId="{017A7D43-BAA2-4D7C-A245-C6A4308B6A96}" type="presParOf" srcId="{7DB9C38E-BA02-4ABB-ADD7-9132818AB573}" destId="{967F5C62-1C83-464F-A6B3-F16E28979E40}" srcOrd="2" destOrd="0" presId="urn:microsoft.com/office/officeart/2005/8/layout/orgChart1"/>
    <dgm:cxn modelId="{E793544B-4B92-4C90-8E66-4DEAF5632430}" type="presParOf" srcId="{7DB9C38E-BA02-4ABB-ADD7-9132818AB573}" destId="{CC0F0E55-61C5-4CB9-B1E1-9E56770CF031}" srcOrd="3" destOrd="0" presId="urn:microsoft.com/office/officeart/2005/8/layout/orgChart1"/>
    <dgm:cxn modelId="{DDBDA502-3B72-41E6-B9B7-E89DA4FCB430}" type="presParOf" srcId="{CC0F0E55-61C5-4CB9-B1E1-9E56770CF031}" destId="{6FF46628-8C1A-46AD-A620-7C40AE8CDE34}" srcOrd="0" destOrd="0" presId="urn:microsoft.com/office/officeart/2005/8/layout/orgChart1"/>
    <dgm:cxn modelId="{1419CEC7-E9AC-410B-8512-1FAA987DA870}" type="presParOf" srcId="{6FF46628-8C1A-46AD-A620-7C40AE8CDE34}" destId="{84CCA81A-053E-4F48-A7D2-F246423F2375}" srcOrd="0" destOrd="0" presId="urn:microsoft.com/office/officeart/2005/8/layout/orgChart1"/>
    <dgm:cxn modelId="{F464BD39-D126-4750-B34C-C6E550616ADC}" type="presParOf" srcId="{6FF46628-8C1A-46AD-A620-7C40AE8CDE34}" destId="{895B7EEF-97FC-45AE-83EA-8FC74A58365F}" srcOrd="1" destOrd="0" presId="urn:microsoft.com/office/officeart/2005/8/layout/orgChart1"/>
    <dgm:cxn modelId="{CBE0CBE1-1CA4-451E-9649-3C3D19C75B95}" type="presParOf" srcId="{CC0F0E55-61C5-4CB9-B1E1-9E56770CF031}" destId="{F3DBD20B-A646-46E9-94D5-12D99BAC206E}" srcOrd="1" destOrd="0" presId="urn:microsoft.com/office/officeart/2005/8/layout/orgChart1"/>
    <dgm:cxn modelId="{34F540B0-82E2-490D-90A1-D7E1ACEF7334}" type="presParOf" srcId="{CC0F0E55-61C5-4CB9-B1E1-9E56770CF031}" destId="{ADC84B40-D105-4A2E-971C-0BA84700F933}" srcOrd="2" destOrd="0" presId="urn:microsoft.com/office/officeart/2005/8/layout/orgChart1"/>
    <dgm:cxn modelId="{0D929978-92E8-4BD8-BE4E-94829DF4F403}" type="presParOf" srcId="{7DB9C38E-BA02-4ABB-ADD7-9132818AB573}" destId="{738FF995-15F4-4527-82B7-5DDAEF0A1907}" srcOrd="4" destOrd="0" presId="urn:microsoft.com/office/officeart/2005/8/layout/orgChart1"/>
    <dgm:cxn modelId="{D3200370-00A9-4B13-8DFB-08A022186186}" type="presParOf" srcId="{7DB9C38E-BA02-4ABB-ADD7-9132818AB573}" destId="{84BF3127-BF43-4813-BCDD-468B926CF5C6}" srcOrd="5" destOrd="0" presId="urn:microsoft.com/office/officeart/2005/8/layout/orgChart1"/>
    <dgm:cxn modelId="{FA85C2E7-FB47-47A7-9119-A3C0A01B30E1}" type="presParOf" srcId="{84BF3127-BF43-4813-BCDD-468B926CF5C6}" destId="{CA9FCDDE-B3A4-4FA8-AB1D-AC6AB5F38278}" srcOrd="0" destOrd="0" presId="urn:microsoft.com/office/officeart/2005/8/layout/orgChart1"/>
    <dgm:cxn modelId="{B0C7FEB7-4773-43A1-94DE-6C052E6C830A}" type="presParOf" srcId="{CA9FCDDE-B3A4-4FA8-AB1D-AC6AB5F38278}" destId="{BD79E5C6-1D65-4050-BC26-67424E4534B0}" srcOrd="0" destOrd="0" presId="urn:microsoft.com/office/officeart/2005/8/layout/orgChart1"/>
    <dgm:cxn modelId="{DC3B674C-BC2D-496E-864E-159E0B20C72F}" type="presParOf" srcId="{CA9FCDDE-B3A4-4FA8-AB1D-AC6AB5F38278}" destId="{C5BEBBC1-9D90-46F8-A0DC-BE5916A833C7}" srcOrd="1" destOrd="0" presId="urn:microsoft.com/office/officeart/2005/8/layout/orgChart1"/>
    <dgm:cxn modelId="{6769FABC-97B0-4A4C-88E8-7CB808F0E3F7}" type="presParOf" srcId="{84BF3127-BF43-4813-BCDD-468B926CF5C6}" destId="{1F5DD7DF-1B2D-4CEE-9D18-6F6223CBCC66}" srcOrd="1" destOrd="0" presId="urn:microsoft.com/office/officeart/2005/8/layout/orgChart1"/>
    <dgm:cxn modelId="{34B4B0E6-AF3B-4456-94C6-E98AA178A011}" type="presParOf" srcId="{84BF3127-BF43-4813-BCDD-468B926CF5C6}" destId="{B56E2FED-190D-4AC0-A6B7-1407CF2B3395}" srcOrd="2" destOrd="0" presId="urn:microsoft.com/office/officeart/2005/8/layout/orgChart1"/>
    <dgm:cxn modelId="{3B320ABB-101D-4EAD-83A2-6D58D30D226F}" type="presParOf" srcId="{E7F0F0CE-EE75-41B9-9A49-FD90BCD44C66}" destId="{3DE80C29-539C-4B7B-B6A4-F1B56C8817C8}"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FCE90B-DF90-4ABF-89B8-FEA31DBA7DEF}"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ru-BY"/>
        </a:p>
      </dgm:t>
    </dgm:pt>
    <dgm:pt modelId="{12D07F3D-360D-4E58-914F-D0268ACFBAC3}">
      <dgm:prSet phldrT="[Текст]"/>
      <dgm:spPr/>
      <dgm:t>
        <a:bodyPr/>
        <a:lstStyle/>
        <a:p>
          <a:pPr>
            <a:buFont typeface="Arial" panose="020B0604020202020204" pitchFamily="34" charset="0"/>
            <a:buChar char="•"/>
          </a:pPr>
          <a:r>
            <a:rPr lang="ru-RU" b="1" i="0"/>
            <a:t>Платформа онлайн-обучения</a:t>
          </a:r>
          <a:endParaRPr lang="ru-BY" dirty="0"/>
        </a:p>
      </dgm:t>
    </dgm:pt>
    <dgm:pt modelId="{D9026849-EAD2-4768-9722-C7A26E52714E}" type="parTrans" cxnId="{AD0137FE-530D-4729-AF34-D4BFEFC612ED}">
      <dgm:prSet/>
      <dgm:spPr/>
      <dgm:t>
        <a:bodyPr/>
        <a:lstStyle/>
        <a:p>
          <a:endParaRPr lang="ru-BY"/>
        </a:p>
      </dgm:t>
    </dgm:pt>
    <dgm:pt modelId="{7E37288F-C605-4936-B3C2-BFD08341117A}" type="sibTrans" cxnId="{AD0137FE-530D-4729-AF34-D4BFEFC612ED}">
      <dgm:prSet/>
      <dgm:spPr/>
      <dgm:t>
        <a:bodyPr/>
        <a:lstStyle/>
        <a:p>
          <a:endParaRPr lang="ru-BY"/>
        </a:p>
      </dgm:t>
    </dgm:pt>
    <dgm:pt modelId="{88F8C8B9-CAB7-4197-A888-4C62AD84BCFE}">
      <dgm:prSet/>
      <dgm:spPr/>
      <dgm:t>
        <a:bodyPr/>
        <a:lstStyle/>
        <a:p>
          <a:pPr>
            <a:buFont typeface="Arial" panose="020B0604020202020204" pitchFamily="34" charset="0"/>
            <a:buChar char="•"/>
          </a:pPr>
          <a:r>
            <a:rPr lang="ru-RU" b="0" i="0" dirty="0"/>
            <a:t>Работы команды в офисе разработки (Санкт-Петербург)</a:t>
          </a:r>
        </a:p>
      </dgm:t>
    </dgm:pt>
    <dgm:pt modelId="{FF21F065-D85E-49BA-A3EE-DCE861134CFB}" type="parTrans" cxnId="{E4515AAC-F8BE-4AB8-81C1-936D83AE0F50}">
      <dgm:prSet/>
      <dgm:spPr/>
      <dgm:t>
        <a:bodyPr/>
        <a:lstStyle/>
        <a:p>
          <a:endParaRPr lang="ru-BY"/>
        </a:p>
      </dgm:t>
    </dgm:pt>
    <dgm:pt modelId="{A320D2D6-1883-47DC-8332-34A26D2783FF}" type="sibTrans" cxnId="{E4515AAC-F8BE-4AB8-81C1-936D83AE0F50}">
      <dgm:prSet/>
      <dgm:spPr/>
      <dgm:t>
        <a:bodyPr/>
        <a:lstStyle/>
        <a:p>
          <a:endParaRPr lang="ru-BY"/>
        </a:p>
      </dgm:t>
    </dgm:pt>
    <dgm:pt modelId="{DA69AFB3-8557-4B5B-BD1E-C0CD0704860E}">
      <dgm:prSet/>
      <dgm:spPr/>
      <dgm:t>
        <a:bodyPr/>
        <a:lstStyle/>
        <a:p>
          <a:pPr>
            <a:buFont typeface="Arial" panose="020B0604020202020204" pitchFamily="34" charset="0"/>
            <a:buChar char="•"/>
          </a:pPr>
          <a:r>
            <a:rPr lang="ru-RU" b="0" i="0" dirty="0"/>
            <a:t>Работы команды поддержки инфраструктуры (Новосибирск)</a:t>
          </a:r>
        </a:p>
      </dgm:t>
    </dgm:pt>
    <dgm:pt modelId="{6321ED5B-A6E9-4EB9-A028-EA2744159D28}" type="parTrans" cxnId="{655235B2-B732-421A-8F09-EF064151AC44}">
      <dgm:prSet/>
      <dgm:spPr/>
      <dgm:t>
        <a:bodyPr/>
        <a:lstStyle/>
        <a:p>
          <a:endParaRPr lang="ru-BY"/>
        </a:p>
      </dgm:t>
    </dgm:pt>
    <dgm:pt modelId="{8634AB7F-81E3-4618-B4F3-8C40A014F675}" type="sibTrans" cxnId="{655235B2-B732-421A-8F09-EF064151AC44}">
      <dgm:prSet/>
      <dgm:spPr/>
      <dgm:t>
        <a:bodyPr/>
        <a:lstStyle/>
        <a:p>
          <a:endParaRPr lang="ru-BY"/>
        </a:p>
      </dgm:t>
    </dgm:pt>
    <dgm:pt modelId="{212E2FAE-F9AD-461F-B534-F5434AC0BD23}">
      <dgm:prSet/>
      <dgm:spPr/>
      <dgm:t>
        <a:bodyPr/>
        <a:lstStyle/>
        <a:p>
          <a:pPr>
            <a:buFont typeface="Arial" panose="020B0604020202020204" pitchFamily="34" charset="0"/>
            <a:buChar char="•"/>
          </a:pPr>
          <a:r>
            <a:rPr lang="ru-RU" b="0" i="0" dirty="0"/>
            <a:t>Работы внешнего подрядчика по безопасности (</a:t>
          </a:r>
          <a:r>
            <a:rPr lang="ru-RU" b="0" i="0" dirty="0" err="1"/>
            <a:t>кибербез</a:t>
          </a:r>
          <a:r>
            <a:rPr lang="ru-RU" b="0" i="0" dirty="0"/>
            <a:t>)</a:t>
          </a:r>
        </a:p>
      </dgm:t>
    </dgm:pt>
    <dgm:pt modelId="{4D499FD9-87C5-40C5-8303-5ED67DC0E521}" type="parTrans" cxnId="{361C1D7D-4288-4344-A6EE-231E281D1557}">
      <dgm:prSet/>
      <dgm:spPr/>
      <dgm:t>
        <a:bodyPr/>
        <a:lstStyle/>
        <a:p>
          <a:endParaRPr lang="ru-BY"/>
        </a:p>
      </dgm:t>
    </dgm:pt>
    <dgm:pt modelId="{AF34B49C-8EF5-4D71-BD00-3FE24D9F4994}" type="sibTrans" cxnId="{361C1D7D-4288-4344-A6EE-231E281D1557}">
      <dgm:prSet/>
      <dgm:spPr/>
      <dgm:t>
        <a:bodyPr/>
        <a:lstStyle/>
        <a:p>
          <a:endParaRPr lang="ru-BY"/>
        </a:p>
      </dgm:t>
    </dgm:pt>
    <dgm:pt modelId="{BD6D6EF9-E56A-4328-AA35-DE5E17CBDE79}" type="pres">
      <dgm:prSet presAssocID="{59FCE90B-DF90-4ABF-89B8-FEA31DBA7DEF}" presName="hierChild1" presStyleCnt="0">
        <dgm:presLayoutVars>
          <dgm:orgChart val="1"/>
          <dgm:chPref val="1"/>
          <dgm:dir/>
          <dgm:animOne val="branch"/>
          <dgm:animLvl val="lvl"/>
          <dgm:resizeHandles/>
        </dgm:presLayoutVars>
      </dgm:prSet>
      <dgm:spPr/>
    </dgm:pt>
    <dgm:pt modelId="{E7F0F0CE-EE75-41B9-9A49-FD90BCD44C66}" type="pres">
      <dgm:prSet presAssocID="{12D07F3D-360D-4E58-914F-D0268ACFBAC3}" presName="hierRoot1" presStyleCnt="0">
        <dgm:presLayoutVars>
          <dgm:hierBranch val="init"/>
        </dgm:presLayoutVars>
      </dgm:prSet>
      <dgm:spPr/>
    </dgm:pt>
    <dgm:pt modelId="{D7D99FCB-092B-4F20-A581-01D9F86746CD}" type="pres">
      <dgm:prSet presAssocID="{12D07F3D-360D-4E58-914F-D0268ACFBAC3}" presName="rootComposite1" presStyleCnt="0"/>
      <dgm:spPr/>
    </dgm:pt>
    <dgm:pt modelId="{CA04115B-0AC4-44D2-9092-9AD883865598}" type="pres">
      <dgm:prSet presAssocID="{12D07F3D-360D-4E58-914F-D0268ACFBAC3}" presName="rootText1" presStyleLbl="node0" presStyleIdx="0" presStyleCnt="1">
        <dgm:presLayoutVars>
          <dgm:chPref val="3"/>
        </dgm:presLayoutVars>
      </dgm:prSet>
      <dgm:spPr/>
    </dgm:pt>
    <dgm:pt modelId="{8128AF8C-E1B4-432B-A647-F37FBAA47164}" type="pres">
      <dgm:prSet presAssocID="{12D07F3D-360D-4E58-914F-D0268ACFBAC3}" presName="rootConnector1" presStyleLbl="node1" presStyleIdx="0" presStyleCnt="0"/>
      <dgm:spPr/>
    </dgm:pt>
    <dgm:pt modelId="{7DB9C38E-BA02-4ABB-ADD7-9132818AB573}" type="pres">
      <dgm:prSet presAssocID="{12D07F3D-360D-4E58-914F-D0268ACFBAC3}" presName="hierChild2" presStyleCnt="0"/>
      <dgm:spPr/>
    </dgm:pt>
    <dgm:pt modelId="{5F9F2467-27BB-4380-A242-37054D500F40}" type="pres">
      <dgm:prSet presAssocID="{FF21F065-D85E-49BA-A3EE-DCE861134CFB}" presName="Name37" presStyleLbl="parChTrans1D2" presStyleIdx="0" presStyleCnt="3"/>
      <dgm:spPr/>
    </dgm:pt>
    <dgm:pt modelId="{BA31F1AF-1BC3-4F20-B265-F68655E5F95A}" type="pres">
      <dgm:prSet presAssocID="{88F8C8B9-CAB7-4197-A888-4C62AD84BCFE}" presName="hierRoot2" presStyleCnt="0">
        <dgm:presLayoutVars>
          <dgm:hierBranch val="init"/>
        </dgm:presLayoutVars>
      </dgm:prSet>
      <dgm:spPr/>
    </dgm:pt>
    <dgm:pt modelId="{A4E1F679-C271-4051-AB44-8026707EC437}" type="pres">
      <dgm:prSet presAssocID="{88F8C8B9-CAB7-4197-A888-4C62AD84BCFE}" presName="rootComposite" presStyleCnt="0"/>
      <dgm:spPr/>
    </dgm:pt>
    <dgm:pt modelId="{743E663E-D6E4-4DC7-8CA2-ADAF0A91AA96}" type="pres">
      <dgm:prSet presAssocID="{88F8C8B9-CAB7-4197-A888-4C62AD84BCFE}" presName="rootText" presStyleLbl="node2" presStyleIdx="0" presStyleCnt="3">
        <dgm:presLayoutVars>
          <dgm:chPref val="3"/>
        </dgm:presLayoutVars>
      </dgm:prSet>
      <dgm:spPr/>
    </dgm:pt>
    <dgm:pt modelId="{B0BCC166-098F-4BE2-A69C-78AB23D41B78}" type="pres">
      <dgm:prSet presAssocID="{88F8C8B9-CAB7-4197-A888-4C62AD84BCFE}" presName="rootConnector" presStyleLbl="node2" presStyleIdx="0" presStyleCnt="3"/>
      <dgm:spPr/>
    </dgm:pt>
    <dgm:pt modelId="{412DE275-F217-41B6-81DA-7F05F852DF69}" type="pres">
      <dgm:prSet presAssocID="{88F8C8B9-CAB7-4197-A888-4C62AD84BCFE}" presName="hierChild4" presStyleCnt="0"/>
      <dgm:spPr/>
    </dgm:pt>
    <dgm:pt modelId="{3C12437A-A2EE-4CD6-82B2-968349184078}" type="pres">
      <dgm:prSet presAssocID="{88F8C8B9-CAB7-4197-A888-4C62AD84BCFE}" presName="hierChild5" presStyleCnt="0"/>
      <dgm:spPr/>
    </dgm:pt>
    <dgm:pt modelId="{14A2BD33-C553-4A1E-8D3F-7AE918971C08}" type="pres">
      <dgm:prSet presAssocID="{6321ED5B-A6E9-4EB9-A028-EA2744159D28}" presName="Name37" presStyleLbl="parChTrans1D2" presStyleIdx="1" presStyleCnt="3"/>
      <dgm:spPr/>
    </dgm:pt>
    <dgm:pt modelId="{59D9C1BD-72F6-4F62-82BF-3BE9236F9613}" type="pres">
      <dgm:prSet presAssocID="{DA69AFB3-8557-4B5B-BD1E-C0CD0704860E}" presName="hierRoot2" presStyleCnt="0">
        <dgm:presLayoutVars>
          <dgm:hierBranch val="init"/>
        </dgm:presLayoutVars>
      </dgm:prSet>
      <dgm:spPr/>
    </dgm:pt>
    <dgm:pt modelId="{DA821C72-7C92-4E6B-ADB6-C2746AD48193}" type="pres">
      <dgm:prSet presAssocID="{DA69AFB3-8557-4B5B-BD1E-C0CD0704860E}" presName="rootComposite" presStyleCnt="0"/>
      <dgm:spPr/>
    </dgm:pt>
    <dgm:pt modelId="{7C9E9FE0-8D8D-4E64-9342-9B5E9BD7949A}" type="pres">
      <dgm:prSet presAssocID="{DA69AFB3-8557-4B5B-BD1E-C0CD0704860E}" presName="rootText" presStyleLbl="node2" presStyleIdx="1" presStyleCnt="3">
        <dgm:presLayoutVars>
          <dgm:chPref val="3"/>
        </dgm:presLayoutVars>
      </dgm:prSet>
      <dgm:spPr/>
    </dgm:pt>
    <dgm:pt modelId="{1A7ED557-2E10-486C-94F4-670E6FB45FE6}" type="pres">
      <dgm:prSet presAssocID="{DA69AFB3-8557-4B5B-BD1E-C0CD0704860E}" presName="rootConnector" presStyleLbl="node2" presStyleIdx="1" presStyleCnt="3"/>
      <dgm:spPr/>
    </dgm:pt>
    <dgm:pt modelId="{4505E533-7A4B-4931-A28D-CC4C426C306E}" type="pres">
      <dgm:prSet presAssocID="{DA69AFB3-8557-4B5B-BD1E-C0CD0704860E}" presName="hierChild4" presStyleCnt="0"/>
      <dgm:spPr/>
    </dgm:pt>
    <dgm:pt modelId="{89537FA6-CD2E-4093-98A8-DAE6E8EE6BB1}" type="pres">
      <dgm:prSet presAssocID="{DA69AFB3-8557-4B5B-BD1E-C0CD0704860E}" presName="hierChild5" presStyleCnt="0"/>
      <dgm:spPr/>
    </dgm:pt>
    <dgm:pt modelId="{23BEA180-3DC1-45A8-811F-0B9F03B10F6B}" type="pres">
      <dgm:prSet presAssocID="{4D499FD9-87C5-40C5-8303-5ED67DC0E521}" presName="Name37" presStyleLbl="parChTrans1D2" presStyleIdx="2" presStyleCnt="3"/>
      <dgm:spPr/>
    </dgm:pt>
    <dgm:pt modelId="{C165E98D-1173-4C22-964A-B71D2DD50A6A}" type="pres">
      <dgm:prSet presAssocID="{212E2FAE-F9AD-461F-B534-F5434AC0BD23}" presName="hierRoot2" presStyleCnt="0">
        <dgm:presLayoutVars>
          <dgm:hierBranch val="init"/>
        </dgm:presLayoutVars>
      </dgm:prSet>
      <dgm:spPr/>
    </dgm:pt>
    <dgm:pt modelId="{EF18DA12-D316-46E2-8FF2-BB4BA20801D8}" type="pres">
      <dgm:prSet presAssocID="{212E2FAE-F9AD-461F-B534-F5434AC0BD23}" presName="rootComposite" presStyleCnt="0"/>
      <dgm:spPr/>
    </dgm:pt>
    <dgm:pt modelId="{C0D7BDAF-2C67-4B46-94CE-C129B58C0DBF}" type="pres">
      <dgm:prSet presAssocID="{212E2FAE-F9AD-461F-B534-F5434AC0BD23}" presName="rootText" presStyleLbl="node2" presStyleIdx="2" presStyleCnt="3">
        <dgm:presLayoutVars>
          <dgm:chPref val="3"/>
        </dgm:presLayoutVars>
      </dgm:prSet>
      <dgm:spPr/>
    </dgm:pt>
    <dgm:pt modelId="{DC6B4402-D8D0-403B-BF43-78A82959FEE8}" type="pres">
      <dgm:prSet presAssocID="{212E2FAE-F9AD-461F-B534-F5434AC0BD23}" presName="rootConnector" presStyleLbl="node2" presStyleIdx="2" presStyleCnt="3"/>
      <dgm:spPr/>
    </dgm:pt>
    <dgm:pt modelId="{26367E1B-14B9-44D5-95C1-D72608C7A97B}" type="pres">
      <dgm:prSet presAssocID="{212E2FAE-F9AD-461F-B534-F5434AC0BD23}" presName="hierChild4" presStyleCnt="0"/>
      <dgm:spPr/>
    </dgm:pt>
    <dgm:pt modelId="{8085E17F-86A4-460D-B6D4-FF0EE8AEF284}" type="pres">
      <dgm:prSet presAssocID="{212E2FAE-F9AD-461F-B534-F5434AC0BD23}" presName="hierChild5" presStyleCnt="0"/>
      <dgm:spPr/>
    </dgm:pt>
    <dgm:pt modelId="{3DE80C29-539C-4B7B-B6A4-F1B56C8817C8}" type="pres">
      <dgm:prSet presAssocID="{12D07F3D-360D-4E58-914F-D0268ACFBAC3}" presName="hierChild3" presStyleCnt="0"/>
      <dgm:spPr/>
    </dgm:pt>
  </dgm:ptLst>
  <dgm:cxnLst>
    <dgm:cxn modelId="{87B66116-2581-4FEE-8DD8-548115C2F2E5}" type="presOf" srcId="{12D07F3D-360D-4E58-914F-D0268ACFBAC3}" destId="{CA04115B-0AC4-44D2-9092-9AD883865598}" srcOrd="0" destOrd="0" presId="urn:microsoft.com/office/officeart/2005/8/layout/orgChart1"/>
    <dgm:cxn modelId="{1BB42339-0797-4591-BD8A-DFB01D3E5C95}" type="presOf" srcId="{DA69AFB3-8557-4B5B-BD1E-C0CD0704860E}" destId="{1A7ED557-2E10-486C-94F4-670E6FB45FE6}" srcOrd="1" destOrd="0" presId="urn:microsoft.com/office/officeart/2005/8/layout/orgChart1"/>
    <dgm:cxn modelId="{EDEA0A40-5F7E-4AAD-927A-7A458C86EFEF}" type="presOf" srcId="{12D07F3D-360D-4E58-914F-D0268ACFBAC3}" destId="{8128AF8C-E1B4-432B-A647-F37FBAA47164}" srcOrd="1" destOrd="0" presId="urn:microsoft.com/office/officeart/2005/8/layout/orgChart1"/>
    <dgm:cxn modelId="{EE388449-C812-4C31-AE63-0E4C05745DC4}" type="presOf" srcId="{88F8C8B9-CAB7-4197-A888-4C62AD84BCFE}" destId="{743E663E-D6E4-4DC7-8CA2-ADAF0A91AA96}" srcOrd="0" destOrd="0" presId="urn:microsoft.com/office/officeart/2005/8/layout/orgChart1"/>
    <dgm:cxn modelId="{9637B153-6978-44D5-A317-D53D445B9C48}" type="presOf" srcId="{59FCE90B-DF90-4ABF-89B8-FEA31DBA7DEF}" destId="{BD6D6EF9-E56A-4328-AA35-DE5E17CBDE79}" srcOrd="0" destOrd="0" presId="urn:microsoft.com/office/officeart/2005/8/layout/orgChart1"/>
    <dgm:cxn modelId="{217D2C79-1F87-4008-9A49-099C295BA436}" type="presOf" srcId="{88F8C8B9-CAB7-4197-A888-4C62AD84BCFE}" destId="{B0BCC166-098F-4BE2-A69C-78AB23D41B78}" srcOrd="1" destOrd="0" presId="urn:microsoft.com/office/officeart/2005/8/layout/orgChart1"/>
    <dgm:cxn modelId="{361C1D7D-4288-4344-A6EE-231E281D1557}" srcId="{12D07F3D-360D-4E58-914F-D0268ACFBAC3}" destId="{212E2FAE-F9AD-461F-B534-F5434AC0BD23}" srcOrd="2" destOrd="0" parTransId="{4D499FD9-87C5-40C5-8303-5ED67DC0E521}" sibTransId="{AF34B49C-8EF5-4D71-BD00-3FE24D9F4994}"/>
    <dgm:cxn modelId="{ACB26E93-25DD-4FFB-9EA3-3E4EC7039AFC}" type="presOf" srcId="{212E2FAE-F9AD-461F-B534-F5434AC0BD23}" destId="{DC6B4402-D8D0-403B-BF43-78A82959FEE8}" srcOrd="1" destOrd="0" presId="urn:microsoft.com/office/officeart/2005/8/layout/orgChart1"/>
    <dgm:cxn modelId="{E4515AAC-F8BE-4AB8-81C1-936D83AE0F50}" srcId="{12D07F3D-360D-4E58-914F-D0268ACFBAC3}" destId="{88F8C8B9-CAB7-4197-A888-4C62AD84BCFE}" srcOrd="0" destOrd="0" parTransId="{FF21F065-D85E-49BA-A3EE-DCE861134CFB}" sibTransId="{A320D2D6-1883-47DC-8332-34A26D2783FF}"/>
    <dgm:cxn modelId="{655235B2-B732-421A-8F09-EF064151AC44}" srcId="{12D07F3D-360D-4E58-914F-D0268ACFBAC3}" destId="{DA69AFB3-8557-4B5B-BD1E-C0CD0704860E}" srcOrd="1" destOrd="0" parTransId="{6321ED5B-A6E9-4EB9-A028-EA2744159D28}" sibTransId="{8634AB7F-81E3-4618-B4F3-8C40A014F675}"/>
    <dgm:cxn modelId="{B8F701BF-0B8C-4249-9B8B-986813FC7300}" type="presOf" srcId="{DA69AFB3-8557-4B5B-BD1E-C0CD0704860E}" destId="{7C9E9FE0-8D8D-4E64-9342-9B5E9BD7949A}" srcOrd="0" destOrd="0" presId="urn:microsoft.com/office/officeart/2005/8/layout/orgChart1"/>
    <dgm:cxn modelId="{00C56FCC-1D58-4DA1-9087-D242C6E908D9}" type="presOf" srcId="{6321ED5B-A6E9-4EB9-A028-EA2744159D28}" destId="{14A2BD33-C553-4A1E-8D3F-7AE918971C08}" srcOrd="0" destOrd="0" presId="urn:microsoft.com/office/officeart/2005/8/layout/orgChart1"/>
    <dgm:cxn modelId="{9ACC3BDA-90DF-45BE-AD69-33BB077F5E7B}" type="presOf" srcId="{4D499FD9-87C5-40C5-8303-5ED67DC0E521}" destId="{23BEA180-3DC1-45A8-811F-0B9F03B10F6B}" srcOrd="0" destOrd="0" presId="urn:microsoft.com/office/officeart/2005/8/layout/orgChart1"/>
    <dgm:cxn modelId="{852A28E6-75B2-4B6B-BB8F-44E9C8EA2072}" type="presOf" srcId="{212E2FAE-F9AD-461F-B534-F5434AC0BD23}" destId="{C0D7BDAF-2C67-4B46-94CE-C129B58C0DBF}" srcOrd="0" destOrd="0" presId="urn:microsoft.com/office/officeart/2005/8/layout/orgChart1"/>
    <dgm:cxn modelId="{63DC08F5-6BFF-4021-B279-6AEDD73E53AF}" type="presOf" srcId="{FF21F065-D85E-49BA-A3EE-DCE861134CFB}" destId="{5F9F2467-27BB-4380-A242-37054D500F40}" srcOrd="0" destOrd="0" presId="urn:microsoft.com/office/officeart/2005/8/layout/orgChart1"/>
    <dgm:cxn modelId="{AD0137FE-530D-4729-AF34-D4BFEFC612ED}" srcId="{59FCE90B-DF90-4ABF-89B8-FEA31DBA7DEF}" destId="{12D07F3D-360D-4E58-914F-D0268ACFBAC3}" srcOrd="0" destOrd="0" parTransId="{D9026849-EAD2-4768-9722-C7A26E52714E}" sibTransId="{7E37288F-C605-4936-B3C2-BFD08341117A}"/>
    <dgm:cxn modelId="{E49A1291-0050-497E-B281-5F9E17589615}" type="presParOf" srcId="{BD6D6EF9-E56A-4328-AA35-DE5E17CBDE79}" destId="{E7F0F0CE-EE75-41B9-9A49-FD90BCD44C66}" srcOrd="0" destOrd="0" presId="urn:microsoft.com/office/officeart/2005/8/layout/orgChart1"/>
    <dgm:cxn modelId="{E4EDFC3A-D46E-474E-83AA-7ED66F69292E}" type="presParOf" srcId="{E7F0F0CE-EE75-41B9-9A49-FD90BCD44C66}" destId="{D7D99FCB-092B-4F20-A581-01D9F86746CD}" srcOrd="0" destOrd="0" presId="urn:microsoft.com/office/officeart/2005/8/layout/orgChart1"/>
    <dgm:cxn modelId="{982CE99F-51BF-445C-AF20-6FEAA3EC64C1}" type="presParOf" srcId="{D7D99FCB-092B-4F20-A581-01D9F86746CD}" destId="{CA04115B-0AC4-44D2-9092-9AD883865598}" srcOrd="0" destOrd="0" presId="urn:microsoft.com/office/officeart/2005/8/layout/orgChart1"/>
    <dgm:cxn modelId="{2508162F-D063-4A77-9ADC-0126262175E6}" type="presParOf" srcId="{D7D99FCB-092B-4F20-A581-01D9F86746CD}" destId="{8128AF8C-E1B4-432B-A647-F37FBAA47164}" srcOrd="1" destOrd="0" presId="urn:microsoft.com/office/officeart/2005/8/layout/orgChart1"/>
    <dgm:cxn modelId="{E614B4AA-B00B-4262-B698-6BA03553A1D5}" type="presParOf" srcId="{E7F0F0CE-EE75-41B9-9A49-FD90BCD44C66}" destId="{7DB9C38E-BA02-4ABB-ADD7-9132818AB573}" srcOrd="1" destOrd="0" presId="urn:microsoft.com/office/officeart/2005/8/layout/orgChart1"/>
    <dgm:cxn modelId="{B73CB5D5-556A-4806-B308-B38DECE77B18}" type="presParOf" srcId="{7DB9C38E-BA02-4ABB-ADD7-9132818AB573}" destId="{5F9F2467-27BB-4380-A242-37054D500F40}" srcOrd="0" destOrd="0" presId="urn:microsoft.com/office/officeart/2005/8/layout/orgChart1"/>
    <dgm:cxn modelId="{94497C4A-CF17-4C07-8042-9338DB26E1DC}" type="presParOf" srcId="{7DB9C38E-BA02-4ABB-ADD7-9132818AB573}" destId="{BA31F1AF-1BC3-4F20-B265-F68655E5F95A}" srcOrd="1" destOrd="0" presId="urn:microsoft.com/office/officeart/2005/8/layout/orgChart1"/>
    <dgm:cxn modelId="{42ADBE2A-D0E6-47BA-BBF2-D1FADC24A3AB}" type="presParOf" srcId="{BA31F1AF-1BC3-4F20-B265-F68655E5F95A}" destId="{A4E1F679-C271-4051-AB44-8026707EC437}" srcOrd="0" destOrd="0" presId="urn:microsoft.com/office/officeart/2005/8/layout/orgChart1"/>
    <dgm:cxn modelId="{CBDBB379-70EA-4D6F-A306-CC658F6C80DF}" type="presParOf" srcId="{A4E1F679-C271-4051-AB44-8026707EC437}" destId="{743E663E-D6E4-4DC7-8CA2-ADAF0A91AA96}" srcOrd="0" destOrd="0" presId="urn:microsoft.com/office/officeart/2005/8/layout/orgChart1"/>
    <dgm:cxn modelId="{2749F9FD-E283-45DB-AA79-29483CCB8E16}" type="presParOf" srcId="{A4E1F679-C271-4051-AB44-8026707EC437}" destId="{B0BCC166-098F-4BE2-A69C-78AB23D41B78}" srcOrd="1" destOrd="0" presId="urn:microsoft.com/office/officeart/2005/8/layout/orgChart1"/>
    <dgm:cxn modelId="{A1F07486-1EFA-4BA8-9CF4-AB553DF493EB}" type="presParOf" srcId="{BA31F1AF-1BC3-4F20-B265-F68655E5F95A}" destId="{412DE275-F217-41B6-81DA-7F05F852DF69}" srcOrd="1" destOrd="0" presId="urn:microsoft.com/office/officeart/2005/8/layout/orgChart1"/>
    <dgm:cxn modelId="{2D5B93C2-DBEF-4E8E-8B03-BAA1269F4CD8}" type="presParOf" srcId="{BA31F1AF-1BC3-4F20-B265-F68655E5F95A}" destId="{3C12437A-A2EE-4CD6-82B2-968349184078}" srcOrd="2" destOrd="0" presId="urn:microsoft.com/office/officeart/2005/8/layout/orgChart1"/>
    <dgm:cxn modelId="{476D25C8-831A-44E3-99C3-47D5F8CCA486}" type="presParOf" srcId="{7DB9C38E-BA02-4ABB-ADD7-9132818AB573}" destId="{14A2BD33-C553-4A1E-8D3F-7AE918971C08}" srcOrd="2" destOrd="0" presId="urn:microsoft.com/office/officeart/2005/8/layout/orgChart1"/>
    <dgm:cxn modelId="{256D7ADD-3F14-4582-ADEC-E87835A93E2C}" type="presParOf" srcId="{7DB9C38E-BA02-4ABB-ADD7-9132818AB573}" destId="{59D9C1BD-72F6-4F62-82BF-3BE9236F9613}" srcOrd="3" destOrd="0" presId="urn:microsoft.com/office/officeart/2005/8/layout/orgChart1"/>
    <dgm:cxn modelId="{F2A3E8FE-4002-4A75-B9F4-715221BD722E}" type="presParOf" srcId="{59D9C1BD-72F6-4F62-82BF-3BE9236F9613}" destId="{DA821C72-7C92-4E6B-ADB6-C2746AD48193}" srcOrd="0" destOrd="0" presId="urn:microsoft.com/office/officeart/2005/8/layout/orgChart1"/>
    <dgm:cxn modelId="{5BE86851-A96B-4354-90E3-146E5D909432}" type="presParOf" srcId="{DA821C72-7C92-4E6B-ADB6-C2746AD48193}" destId="{7C9E9FE0-8D8D-4E64-9342-9B5E9BD7949A}" srcOrd="0" destOrd="0" presId="urn:microsoft.com/office/officeart/2005/8/layout/orgChart1"/>
    <dgm:cxn modelId="{D290526A-2F2D-432E-890F-A8346492EDBE}" type="presParOf" srcId="{DA821C72-7C92-4E6B-ADB6-C2746AD48193}" destId="{1A7ED557-2E10-486C-94F4-670E6FB45FE6}" srcOrd="1" destOrd="0" presId="urn:microsoft.com/office/officeart/2005/8/layout/orgChart1"/>
    <dgm:cxn modelId="{820EA2E5-198B-47A9-9C64-DDAD9A9664B5}" type="presParOf" srcId="{59D9C1BD-72F6-4F62-82BF-3BE9236F9613}" destId="{4505E533-7A4B-4931-A28D-CC4C426C306E}" srcOrd="1" destOrd="0" presId="urn:microsoft.com/office/officeart/2005/8/layout/orgChart1"/>
    <dgm:cxn modelId="{005AF58A-1A59-4B0F-8C42-E05A1E7C30DD}" type="presParOf" srcId="{59D9C1BD-72F6-4F62-82BF-3BE9236F9613}" destId="{89537FA6-CD2E-4093-98A8-DAE6E8EE6BB1}" srcOrd="2" destOrd="0" presId="urn:microsoft.com/office/officeart/2005/8/layout/orgChart1"/>
    <dgm:cxn modelId="{D5E799A8-8BE7-4C86-A0F7-8E66DE42C4E9}" type="presParOf" srcId="{7DB9C38E-BA02-4ABB-ADD7-9132818AB573}" destId="{23BEA180-3DC1-45A8-811F-0B9F03B10F6B}" srcOrd="4" destOrd="0" presId="urn:microsoft.com/office/officeart/2005/8/layout/orgChart1"/>
    <dgm:cxn modelId="{A6447557-37C0-43CA-AFC0-21BAC03C8CC4}" type="presParOf" srcId="{7DB9C38E-BA02-4ABB-ADD7-9132818AB573}" destId="{C165E98D-1173-4C22-964A-B71D2DD50A6A}" srcOrd="5" destOrd="0" presId="urn:microsoft.com/office/officeart/2005/8/layout/orgChart1"/>
    <dgm:cxn modelId="{E39A6E77-B6D8-4EE2-8FB2-A821B8D0A8FA}" type="presParOf" srcId="{C165E98D-1173-4C22-964A-B71D2DD50A6A}" destId="{EF18DA12-D316-46E2-8FF2-BB4BA20801D8}" srcOrd="0" destOrd="0" presId="urn:microsoft.com/office/officeart/2005/8/layout/orgChart1"/>
    <dgm:cxn modelId="{C06AFA3E-D98E-45A4-A0DF-3138049CB3BD}" type="presParOf" srcId="{EF18DA12-D316-46E2-8FF2-BB4BA20801D8}" destId="{C0D7BDAF-2C67-4B46-94CE-C129B58C0DBF}" srcOrd="0" destOrd="0" presId="urn:microsoft.com/office/officeart/2005/8/layout/orgChart1"/>
    <dgm:cxn modelId="{EFBB25CC-DE73-4C21-93E8-52D2B3580853}" type="presParOf" srcId="{EF18DA12-D316-46E2-8FF2-BB4BA20801D8}" destId="{DC6B4402-D8D0-403B-BF43-78A82959FEE8}" srcOrd="1" destOrd="0" presId="urn:microsoft.com/office/officeart/2005/8/layout/orgChart1"/>
    <dgm:cxn modelId="{B83EDCC7-9823-483F-9B9D-F4EAE8F68EE1}" type="presParOf" srcId="{C165E98D-1173-4C22-964A-B71D2DD50A6A}" destId="{26367E1B-14B9-44D5-95C1-D72608C7A97B}" srcOrd="1" destOrd="0" presId="urn:microsoft.com/office/officeart/2005/8/layout/orgChart1"/>
    <dgm:cxn modelId="{A50DF77D-9BB2-415E-AF54-28C8AE090E2D}" type="presParOf" srcId="{C165E98D-1173-4C22-964A-B71D2DD50A6A}" destId="{8085E17F-86A4-460D-B6D4-FF0EE8AEF284}" srcOrd="2" destOrd="0" presId="urn:microsoft.com/office/officeart/2005/8/layout/orgChart1"/>
    <dgm:cxn modelId="{3B320ABB-101D-4EAD-83A2-6D58D30D226F}" type="presParOf" srcId="{E7F0F0CE-EE75-41B9-9A49-FD90BCD44C66}" destId="{3DE80C29-539C-4B7B-B6A4-F1B56C8817C8}" srcOrd="2" destOrd="0" presId="urn:microsoft.com/office/officeart/2005/8/layout/orgChar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F298BB9-D6BB-4AAF-8437-27B96E71CCB4}"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ru-BY"/>
        </a:p>
      </dgm:t>
    </dgm:pt>
    <dgm:pt modelId="{623432E4-9727-43CD-8D7C-57A7DF0A60E0}">
      <dgm:prSet phldrT="[Текст]"/>
      <dgm:spPr/>
      <dgm:t>
        <a:bodyPr/>
        <a:lstStyle/>
        <a:p>
          <a:pPr>
            <a:buFont typeface="Arial" panose="020B0604020202020204" pitchFamily="34" charset="0"/>
            <a:buChar char="•"/>
          </a:pPr>
          <a:r>
            <a:rPr lang="ru-RU" b="1" i="0"/>
            <a:t>Платформа онлайн-обучения</a:t>
          </a:r>
          <a:endParaRPr lang="ru-BY" dirty="0"/>
        </a:p>
      </dgm:t>
    </dgm:pt>
    <dgm:pt modelId="{D08FAAE9-F0F5-48D9-8878-C45F9D57C41A}" type="parTrans" cxnId="{28EEC821-6E88-478E-816A-41C0D85B7FF7}">
      <dgm:prSet/>
      <dgm:spPr/>
      <dgm:t>
        <a:bodyPr/>
        <a:lstStyle/>
        <a:p>
          <a:endParaRPr lang="ru-BY"/>
        </a:p>
      </dgm:t>
    </dgm:pt>
    <dgm:pt modelId="{2573561B-784E-44B8-B80D-E09E6588457D}" type="sibTrans" cxnId="{28EEC821-6E88-478E-816A-41C0D85B7FF7}">
      <dgm:prSet/>
      <dgm:spPr/>
      <dgm:t>
        <a:bodyPr/>
        <a:lstStyle/>
        <a:p>
          <a:endParaRPr lang="ru-BY"/>
        </a:p>
      </dgm:t>
    </dgm:pt>
    <dgm:pt modelId="{071744E8-3D8D-4644-AEB6-4BAE6B1A01EE}">
      <dgm:prSet/>
      <dgm:spPr/>
      <dgm:t>
        <a:bodyPr/>
        <a:lstStyle/>
        <a:p>
          <a:pPr>
            <a:buFont typeface="Arial" panose="020B0604020202020204" pitchFamily="34" charset="0"/>
            <a:buChar char="•"/>
          </a:pPr>
          <a:r>
            <a:rPr lang="ru-RU" b="0" i="0"/>
            <a:t>Работы </a:t>
          </a:r>
          <a:r>
            <a:rPr lang="en-US" b="0" i="0"/>
            <a:t>UX/UI-</a:t>
          </a:r>
          <a:r>
            <a:rPr lang="ru-RU" b="0" i="0"/>
            <a:t>дизайнеров</a:t>
          </a:r>
        </a:p>
      </dgm:t>
    </dgm:pt>
    <dgm:pt modelId="{696F1527-5B4B-44AF-8D83-0865EF1ADD4A}" type="parTrans" cxnId="{52505FB4-A5D3-494B-A1B6-29802AA41A27}">
      <dgm:prSet/>
      <dgm:spPr/>
      <dgm:t>
        <a:bodyPr/>
        <a:lstStyle/>
        <a:p>
          <a:endParaRPr lang="ru-BY"/>
        </a:p>
      </dgm:t>
    </dgm:pt>
    <dgm:pt modelId="{A3579BF0-3C9D-4683-BB47-5396985EFC70}" type="sibTrans" cxnId="{52505FB4-A5D3-494B-A1B6-29802AA41A27}">
      <dgm:prSet/>
      <dgm:spPr/>
      <dgm:t>
        <a:bodyPr/>
        <a:lstStyle/>
        <a:p>
          <a:endParaRPr lang="ru-BY"/>
        </a:p>
      </dgm:t>
    </dgm:pt>
    <dgm:pt modelId="{FD7BC0BC-3BEF-4D5C-80B9-65351A76AA68}">
      <dgm:prSet/>
      <dgm:spPr/>
      <dgm:t>
        <a:bodyPr/>
        <a:lstStyle/>
        <a:p>
          <a:pPr>
            <a:buFont typeface="Arial" panose="020B0604020202020204" pitchFamily="34" charset="0"/>
            <a:buChar char="•"/>
          </a:pPr>
          <a:r>
            <a:rPr lang="ru-RU" b="0" i="0"/>
            <a:t>Работы разработчиков (фронтенд + бэкенд)</a:t>
          </a:r>
        </a:p>
      </dgm:t>
    </dgm:pt>
    <dgm:pt modelId="{FA318E98-415E-43A1-9D11-8272D2A5F79F}" type="parTrans" cxnId="{D4CCFE8B-2EC7-421F-8D11-DBC1E59FE83D}">
      <dgm:prSet/>
      <dgm:spPr/>
      <dgm:t>
        <a:bodyPr/>
        <a:lstStyle/>
        <a:p>
          <a:endParaRPr lang="ru-BY"/>
        </a:p>
      </dgm:t>
    </dgm:pt>
    <dgm:pt modelId="{351BDCA9-9D44-4566-B746-B80E84FE7744}" type="sibTrans" cxnId="{D4CCFE8B-2EC7-421F-8D11-DBC1E59FE83D}">
      <dgm:prSet/>
      <dgm:spPr/>
      <dgm:t>
        <a:bodyPr/>
        <a:lstStyle/>
        <a:p>
          <a:endParaRPr lang="ru-BY"/>
        </a:p>
      </dgm:t>
    </dgm:pt>
    <dgm:pt modelId="{040A1B05-1C23-4759-AA71-D3E62D5F2BAF}">
      <dgm:prSet/>
      <dgm:spPr/>
      <dgm:t>
        <a:bodyPr/>
        <a:lstStyle/>
        <a:p>
          <a:pPr>
            <a:buFont typeface="Arial" panose="020B0604020202020204" pitchFamily="34" charset="0"/>
            <a:buChar char="•"/>
          </a:pPr>
          <a:r>
            <a:rPr lang="ru-RU" b="0" i="0"/>
            <a:t>Работы инженеров по автоматизации тестирования</a:t>
          </a:r>
        </a:p>
      </dgm:t>
    </dgm:pt>
    <dgm:pt modelId="{B07A8287-F28C-4CD7-9088-1D159082C757}" type="parTrans" cxnId="{CF4680B2-0AAF-4B54-9937-4AECDD45D7A9}">
      <dgm:prSet/>
      <dgm:spPr/>
      <dgm:t>
        <a:bodyPr/>
        <a:lstStyle/>
        <a:p>
          <a:endParaRPr lang="ru-BY"/>
        </a:p>
      </dgm:t>
    </dgm:pt>
    <dgm:pt modelId="{CC503E80-6DB0-4633-AF0A-635F1B897D13}" type="sibTrans" cxnId="{CF4680B2-0AAF-4B54-9937-4AECDD45D7A9}">
      <dgm:prSet/>
      <dgm:spPr/>
      <dgm:t>
        <a:bodyPr/>
        <a:lstStyle/>
        <a:p>
          <a:endParaRPr lang="ru-BY"/>
        </a:p>
      </dgm:t>
    </dgm:pt>
    <dgm:pt modelId="{C8EE464E-3A91-4774-821A-72FEB852FAF5}" type="pres">
      <dgm:prSet presAssocID="{1F298BB9-D6BB-4AAF-8437-27B96E71CCB4}" presName="hierChild1" presStyleCnt="0">
        <dgm:presLayoutVars>
          <dgm:orgChart val="1"/>
          <dgm:chPref val="1"/>
          <dgm:dir/>
          <dgm:animOne val="branch"/>
          <dgm:animLvl val="lvl"/>
          <dgm:resizeHandles/>
        </dgm:presLayoutVars>
      </dgm:prSet>
      <dgm:spPr/>
    </dgm:pt>
    <dgm:pt modelId="{C407B413-6627-431B-9D1B-D9801A6E4005}" type="pres">
      <dgm:prSet presAssocID="{623432E4-9727-43CD-8D7C-57A7DF0A60E0}" presName="hierRoot1" presStyleCnt="0">
        <dgm:presLayoutVars>
          <dgm:hierBranch val="init"/>
        </dgm:presLayoutVars>
      </dgm:prSet>
      <dgm:spPr/>
    </dgm:pt>
    <dgm:pt modelId="{6D86031B-4016-4CC7-8EF9-F2775DCAFF8A}" type="pres">
      <dgm:prSet presAssocID="{623432E4-9727-43CD-8D7C-57A7DF0A60E0}" presName="rootComposite1" presStyleCnt="0"/>
      <dgm:spPr/>
    </dgm:pt>
    <dgm:pt modelId="{238B0FF9-A21A-4CBE-8E1C-8B39D129AD94}" type="pres">
      <dgm:prSet presAssocID="{623432E4-9727-43CD-8D7C-57A7DF0A60E0}" presName="rootText1" presStyleLbl="node0" presStyleIdx="0" presStyleCnt="1">
        <dgm:presLayoutVars>
          <dgm:chPref val="3"/>
        </dgm:presLayoutVars>
      </dgm:prSet>
      <dgm:spPr/>
    </dgm:pt>
    <dgm:pt modelId="{11356136-D84B-42AA-83A0-7202532C05B9}" type="pres">
      <dgm:prSet presAssocID="{623432E4-9727-43CD-8D7C-57A7DF0A60E0}" presName="rootConnector1" presStyleLbl="node1" presStyleIdx="0" presStyleCnt="0"/>
      <dgm:spPr/>
    </dgm:pt>
    <dgm:pt modelId="{50AFB1BA-5861-4FDB-8A5B-47205C4A00E8}" type="pres">
      <dgm:prSet presAssocID="{623432E4-9727-43CD-8D7C-57A7DF0A60E0}" presName="hierChild2" presStyleCnt="0"/>
      <dgm:spPr/>
    </dgm:pt>
    <dgm:pt modelId="{3AB98A71-E75D-41F8-B46A-84D295DAE3F3}" type="pres">
      <dgm:prSet presAssocID="{696F1527-5B4B-44AF-8D83-0865EF1ADD4A}" presName="Name37" presStyleLbl="parChTrans1D2" presStyleIdx="0" presStyleCnt="3"/>
      <dgm:spPr/>
    </dgm:pt>
    <dgm:pt modelId="{F2AEB6FA-7669-42FA-A85D-29000CDDF807}" type="pres">
      <dgm:prSet presAssocID="{071744E8-3D8D-4644-AEB6-4BAE6B1A01EE}" presName="hierRoot2" presStyleCnt="0">
        <dgm:presLayoutVars>
          <dgm:hierBranch val="init"/>
        </dgm:presLayoutVars>
      </dgm:prSet>
      <dgm:spPr/>
    </dgm:pt>
    <dgm:pt modelId="{E7A805FA-B285-411C-9522-F9A5F6BBB35B}" type="pres">
      <dgm:prSet presAssocID="{071744E8-3D8D-4644-AEB6-4BAE6B1A01EE}" presName="rootComposite" presStyleCnt="0"/>
      <dgm:spPr/>
    </dgm:pt>
    <dgm:pt modelId="{CC613F10-61C3-4BDD-9B50-2C85FB5F331E}" type="pres">
      <dgm:prSet presAssocID="{071744E8-3D8D-4644-AEB6-4BAE6B1A01EE}" presName="rootText" presStyleLbl="node2" presStyleIdx="0" presStyleCnt="3">
        <dgm:presLayoutVars>
          <dgm:chPref val="3"/>
        </dgm:presLayoutVars>
      </dgm:prSet>
      <dgm:spPr/>
    </dgm:pt>
    <dgm:pt modelId="{CE6CD53F-D47B-47E0-9A64-62F3B33EF17B}" type="pres">
      <dgm:prSet presAssocID="{071744E8-3D8D-4644-AEB6-4BAE6B1A01EE}" presName="rootConnector" presStyleLbl="node2" presStyleIdx="0" presStyleCnt="3"/>
      <dgm:spPr/>
    </dgm:pt>
    <dgm:pt modelId="{3D3CEEBC-2431-478A-8E0B-90BB7246AA32}" type="pres">
      <dgm:prSet presAssocID="{071744E8-3D8D-4644-AEB6-4BAE6B1A01EE}" presName="hierChild4" presStyleCnt="0"/>
      <dgm:spPr/>
    </dgm:pt>
    <dgm:pt modelId="{1C47B7CE-4ECF-4EA1-84A0-8876B181E445}" type="pres">
      <dgm:prSet presAssocID="{071744E8-3D8D-4644-AEB6-4BAE6B1A01EE}" presName="hierChild5" presStyleCnt="0"/>
      <dgm:spPr/>
    </dgm:pt>
    <dgm:pt modelId="{4A6A3FF0-129C-4294-9F95-080D99501490}" type="pres">
      <dgm:prSet presAssocID="{FA318E98-415E-43A1-9D11-8272D2A5F79F}" presName="Name37" presStyleLbl="parChTrans1D2" presStyleIdx="1" presStyleCnt="3"/>
      <dgm:spPr/>
    </dgm:pt>
    <dgm:pt modelId="{BBDF3745-861E-4512-92CE-3C69BB2AB9F0}" type="pres">
      <dgm:prSet presAssocID="{FD7BC0BC-3BEF-4D5C-80B9-65351A76AA68}" presName="hierRoot2" presStyleCnt="0">
        <dgm:presLayoutVars>
          <dgm:hierBranch val="init"/>
        </dgm:presLayoutVars>
      </dgm:prSet>
      <dgm:spPr/>
    </dgm:pt>
    <dgm:pt modelId="{2211DD92-195B-4BFC-B73F-0F7095D31B1C}" type="pres">
      <dgm:prSet presAssocID="{FD7BC0BC-3BEF-4D5C-80B9-65351A76AA68}" presName="rootComposite" presStyleCnt="0"/>
      <dgm:spPr/>
    </dgm:pt>
    <dgm:pt modelId="{DE46C482-D6FB-4C76-96F5-809620804B86}" type="pres">
      <dgm:prSet presAssocID="{FD7BC0BC-3BEF-4D5C-80B9-65351A76AA68}" presName="rootText" presStyleLbl="node2" presStyleIdx="1" presStyleCnt="3">
        <dgm:presLayoutVars>
          <dgm:chPref val="3"/>
        </dgm:presLayoutVars>
      </dgm:prSet>
      <dgm:spPr/>
    </dgm:pt>
    <dgm:pt modelId="{A965EC24-CCB0-4996-A2CE-90A29C01C55F}" type="pres">
      <dgm:prSet presAssocID="{FD7BC0BC-3BEF-4D5C-80B9-65351A76AA68}" presName="rootConnector" presStyleLbl="node2" presStyleIdx="1" presStyleCnt="3"/>
      <dgm:spPr/>
    </dgm:pt>
    <dgm:pt modelId="{A006BF95-182F-4123-9D4A-0F5A90A0C638}" type="pres">
      <dgm:prSet presAssocID="{FD7BC0BC-3BEF-4D5C-80B9-65351A76AA68}" presName="hierChild4" presStyleCnt="0"/>
      <dgm:spPr/>
    </dgm:pt>
    <dgm:pt modelId="{859A1070-A183-4F01-88CF-FFCDD6C368BF}" type="pres">
      <dgm:prSet presAssocID="{FD7BC0BC-3BEF-4D5C-80B9-65351A76AA68}" presName="hierChild5" presStyleCnt="0"/>
      <dgm:spPr/>
    </dgm:pt>
    <dgm:pt modelId="{F4906B75-074A-4656-B28E-DE50217A0296}" type="pres">
      <dgm:prSet presAssocID="{B07A8287-F28C-4CD7-9088-1D159082C757}" presName="Name37" presStyleLbl="parChTrans1D2" presStyleIdx="2" presStyleCnt="3"/>
      <dgm:spPr/>
    </dgm:pt>
    <dgm:pt modelId="{01A4903E-280D-4CC7-BEB0-0ED87CD63B7F}" type="pres">
      <dgm:prSet presAssocID="{040A1B05-1C23-4759-AA71-D3E62D5F2BAF}" presName="hierRoot2" presStyleCnt="0">
        <dgm:presLayoutVars>
          <dgm:hierBranch val="init"/>
        </dgm:presLayoutVars>
      </dgm:prSet>
      <dgm:spPr/>
    </dgm:pt>
    <dgm:pt modelId="{66720CC7-6E7E-478D-BA31-F92EE34BE02A}" type="pres">
      <dgm:prSet presAssocID="{040A1B05-1C23-4759-AA71-D3E62D5F2BAF}" presName="rootComposite" presStyleCnt="0"/>
      <dgm:spPr/>
    </dgm:pt>
    <dgm:pt modelId="{2A787A64-FEE7-4EF7-A0BC-2E3EA1620F3C}" type="pres">
      <dgm:prSet presAssocID="{040A1B05-1C23-4759-AA71-D3E62D5F2BAF}" presName="rootText" presStyleLbl="node2" presStyleIdx="2" presStyleCnt="3">
        <dgm:presLayoutVars>
          <dgm:chPref val="3"/>
        </dgm:presLayoutVars>
      </dgm:prSet>
      <dgm:spPr/>
    </dgm:pt>
    <dgm:pt modelId="{892A8670-0072-432D-BBF3-73BC9ED46221}" type="pres">
      <dgm:prSet presAssocID="{040A1B05-1C23-4759-AA71-D3E62D5F2BAF}" presName="rootConnector" presStyleLbl="node2" presStyleIdx="2" presStyleCnt="3"/>
      <dgm:spPr/>
    </dgm:pt>
    <dgm:pt modelId="{437D798C-F4D4-47F9-BBD0-09CF119FE338}" type="pres">
      <dgm:prSet presAssocID="{040A1B05-1C23-4759-AA71-D3E62D5F2BAF}" presName="hierChild4" presStyleCnt="0"/>
      <dgm:spPr/>
    </dgm:pt>
    <dgm:pt modelId="{B009C59A-9267-477A-92E3-CD0082D613A5}" type="pres">
      <dgm:prSet presAssocID="{040A1B05-1C23-4759-AA71-D3E62D5F2BAF}" presName="hierChild5" presStyleCnt="0"/>
      <dgm:spPr/>
    </dgm:pt>
    <dgm:pt modelId="{AD7D947A-4668-4975-B439-409530EDCE90}" type="pres">
      <dgm:prSet presAssocID="{623432E4-9727-43CD-8D7C-57A7DF0A60E0}" presName="hierChild3" presStyleCnt="0"/>
      <dgm:spPr/>
    </dgm:pt>
  </dgm:ptLst>
  <dgm:cxnLst>
    <dgm:cxn modelId="{5B9C460F-AF6D-4EED-A3FB-0D3F9A687863}" type="presOf" srcId="{040A1B05-1C23-4759-AA71-D3E62D5F2BAF}" destId="{2A787A64-FEE7-4EF7-A0BC-2E3EA1620F3C}" srcOrd="0" destOrd="0" presId="urn:microsoft.com/office/officeart/2005/8/layout/orgChart1"/>
    <dgm:cxn modelId="{E8E97117-ECD8-4CF5-B507-579AE2C6BF9A}" type="presOf" srcId="{071744E8-3D8D-4644-AEB6-4BAE6B1A01EE}" destId="{CC613F10-61C3-4BDD-9B50-2C85FB5F331E}" srcOrd="0" destOrd="0" presId="urn:microsoft.com/office/officeart/2005/8/layout/orgChart1"/>
    <dgm:cxn modelId="{28EEC821-6E88-478E-816A-41C0D85B7FF7}" srcId="{1F298BB9-D6BB-4AAF-8437-27B96E71CCB4}" destId="{623432E4-9727-43CD-8D7C-57A7DF0A60E0}" srcOrd="0" destOrd="0" parTransId="{D08FAAE9-F0F5-48D9-8878-C45F9D57C41A}" sibTransId="{2573561B-784E-44B8-B80D-E09E6588457D}"/>
    <dgm:cxn modelId="{F5382565-55DD-4A15-993B-4A2E52EF76A0}" type="presOf" srcId="{623432E4-9727-43CD-8D7C-57A7DF0A60E0}" destId="{11356136-D84B-42AA-83A0-7202532C05B9}" srcOrd="1" destOrd="0" presId="urn:microsoft.com/office/officeart/2005/8/layout/orgChart1"/>
    <dgm:cxn modelId="{6EB88747-038D-440F-B41C-A1C1911D9F13}" type="presOf" srcId="{1F298BB9-D6BB-4AAF-8437-27B96E71CCB4}" destId="{C8EE464E-3A91-4774-821A-72FEB852FAF5}" srcOrd="0" destOrd="0" presId="urn:microsoft.com/office/officeart/2005/8/layout/orgChart1"/>
    <dgm:cxn modelId="{A9C11B69-1023-4D02-A6FF-6B3EF013F22A}" type="presOf" srcId="{B07A8287-F28C-4CD7-9088-1D159082C757}" destId="{F4906B75-074A-4656-B28E-DE50217A0296}" srcOrd="0" destOrd="0" presId="urn:microsoft.com/office/officeart/2005/8/layout/orgChart1"/>
    <dgm:cxn modelId="{3301D46D-309B-4B38-A1EC-A32552FFB749}" type="presOf" srcId="{FD7BC0BC-3BEF-4D5C-80B9-65351A76AA68}" destId="{DE46C482-D6FB-4C76-96F5-809620804B86}" srcOrd="0" destOrd="0" presId="urn:microsoft.com/office/officeart/2005/8/layout/orgChart1"/>
    <dgm:cxn modelId="{47666F78-BC65-48C9-9F4E-B21617BDBBA8}" type="presOf" srcId="{071744E8-3D8D-4644-AEB6-4BAE6B1A01EE}" destId="{CE6CD53F-D47B-47E0-9A64-62F3B33EF17B}" srcOrd="1" destOrd="0" presId="urn:microsoft.com/office/officeart/2005/8/layout/orgChart1"/>
    <dgm:cxn modelId="{86B6057E-B17C-432D-A781-65495AF9B35F}" type="presOf" srcId="{696F1527-5B4B-44AF-8D83-0865EF1ADD4A}" destId="{3AB98A71-E75D-41F8-B46A-84D295DAE3F3}" srcOrd="0" destOrd="0" presId="urn:microsoft.com/office/officeart/2005/8/layout/orgChart1"/>
    <dgm:cxn modelId="{D4CCFE8B-2EC7-421F-8D11-DBC1E59FE83D}" srcId="{623432E4-9727-43CD-8D7C-57A7DF0A60E0}" destId="{FD7BC0BC-3BEF-4D5C-80B9-65351A76AA68}" srcOrd="1" destOrd="0" parTransId="{FA318E98-415E-43A1-9D11-8272D2A5F79F}" sibTransId="{351BDCA9-9D44-4566-B746-B80E84FE7744}"/>
    <dgm:cxn modelId="{DBA12098-F7CE-4621-B366-160766E0924C}" type="presOf" srcId="{FD7BC0BC-3BEF-4D5C-80B9-65351A76AA68}" destId="{A965EC24-CCB0-4996-A2CE-90A29C01C55F}" srcOrd="1" destOrd="0" presId="urn:microsoft.com/office/officeart/2005/8/layout/orgChart1"/>
    <dgm:cxn modelId="{5634E6A6-C8B9-46A5-A669-B2344B41C35D}" type="presOf" srcId="{623432E4-9727-43CD-8D7C-57A7DF0A60E0}" destId="{238B0FF9-A21A-4CBE-8E1C-8B39D129AD94}" srcOrd="0" destOrd="0" presId="urn:microsoft.com/office/officeart/2005/8/layout/orgChart1"/>
    <dgm:cxn modelId="{CF4680B2-0AAF-4B54-9937-4AECDD45D7A9}" srcId="{623432E4-9727-43CD-8D7C-57A7DF0A60E0}" destId="{040A1B05-1C23-4759-AA71-D3E62D5F2BAF}" srcOrd="2" destOrd="0" parTransId="{B07A8287-F28C-4CD7-9088-1D159082C757}" sibTransId="{CC503E80-6DB0-4633-AF0A-635F1B897D13}"/>
    <dgm:cxn modelId="{52505FB4-A5D3-494B-A1B6-29802AA41A27}" srcId="{623432E4-9727-43CD-8D7C-57A7DF0A60E0}" destId="{071744E8-3D8D-4644-AEB6-4BAE6B1A01EE}" srcOrd="0" destOrd="0" parTransId="{696F1527-5B4B-44AF-8D83-0865EF1ADD4A}" sibTransId="{A3579BF0-3C9D-4683-BB47-5396985EFC70}"/>
    <dgm:cxn modelId="{F8837DE5-147D-4C7D-98E1-64F7B855BDC4}" type="presOf" srcId="{040A1B05-1C23-4759-AA71-D3E62D5F2BAF}" destId="{892A8670-0072-432D-BBF3-73BC9ED46221}" srcOrd="1" destOrd="0" presId="urn:microsoft.com/office/officeart/2005/8/layout/orgChart1"/>
    <dgm:cxn modelId="{050DA0F8-D410-4505-877F-A72BF9776624}" type="presOf" srcId="{FA318E98-415E-43A1-9D11-8272D2A5F79F}" destId="{4A6A3FF0-129C-4294-9F95-080D99501490}" srcOrd="0" destOrd="0" presId="urn:microsoft.com/office/officeart/2005/8/layout/orgChart1"/>
    <dgm:cxn modelId="{58C173FE-9C3B-48E3-BCA6-712C2AEBDC22}" type="presParOf" srcId="{C8EE464E-3A91-4774-821A-72FEB852FAF5}" destId="{C407B413-6627-431B-9D1B-D9801A6E4005}" srcOrd="0" destOrd="0" presId="urn:microsoft.com/office/officeart/2005/8/layout/orgChart1"/>
    <dgm:cxn modelId="{997CCA70-D319-4058-8715-16DC499CEC7E}" type="presParOf" srcId="{C407B413-6627-431B-9D1B-D9801A6E4005}" destId="{6D86031B-4016-4CC7-8EF9-F2775DCAFF8A}" srcOrd="0" destOrd="0" presId="urn:microsoft.com/office/officeart/2005/8/layout/orgChart1"/>
    <dgm:cxn modelId="{3B05032B-139A-4564-B685-4C23700B1F5C}" type="presParOf" srcId="{6D86031B-4016-4CC7-8EF9-F2775DCAFF8A}" destId="{238B0FF9-A21A-4CBE-8E1C-8B39D129AD94}" srcOrd="0" destOrd="0" presId="urn:microsoft.com/office/officeart/2005/8/layout/orgChart1"/>
    <dgm:cxn modelId="{9B8DCB2A-DB91-4CB2-8852-A645B89DCD9D}" type="presParOf" srcId="{6D86031B-4016-4CC7-8EF9-F2775DCAFF8A}" destId="{11356136-D84B-42AA-83A0-7202532C05B9}" srcOrd="1" destOrd="0" presId="urn:microsoft.com/office/officeart/2005/8/layout/orgChart1"/>
    <dgm:cxn modelId="{34DA2FF5-9E23-465B-9B70-BA1FEFA4B5DC}" type="presParOf" srcId="{C407B413-6627-431B-9D1B-D9801A6E4005}" destId="{50AFB1BA-5861-4FDB-8A5B-47205C4A00E8}" srcOrd="1" destOrd="0" presId="urn:microsoft.com/office/officeart/2005/8/layout/orgChart1"/>
    <dgm:cxn modelId="{CE30487C-4CE8-49D5-9067-9F0CE1AD697C}" type="presParOf" srcId="{50AFB1BA-5861-4FDB-8A5B-47205C4A00E8}" destId="{3AB98A71-E75D-41F8-B46A-84D295DAE3F3}" srcOrd="0" destOrd="0" presId="urn:microsoft.com/office/officeart/2005/8/layout/orgChart1"/>
    <dgm:cxn modelId="{858B8524-5EC6-4D3D-8F2B-3293F32EEDDF}" type="presParOf" srcId="{50AFB1BA-5861-4FDB-8A5B-47205C4A00E8}" destId="{F2AEB6FA-7669-42FA-A85D-29000CDDF807}" srcOrd="1" destOrd="0" presId="urn:microsoft.com/office/officeart/2005/8/layout/orgChart1"/>
    <dgm:cxn modelId="{0692D5D5-97D5-44D5-88BE-FEE024E50CC1}" type="presParOf" srcId="{F2AEB6FA-7669-42FA-A85D-29000CDDF807}" destId="{E7A805FA-B285-411C-9522-F9A5F6BBB35B}" srcOrd="0" destOrd="0" presId="urn:microsoft.com/office/officeart/2005/8/layout/orgChart1"/>
    <dgm:cxn modelId="{DBE8D4AB-FFBA-4989-8AD3-3231A65F8FFA}" type="presParOf" srcId="{E7A805FA-B285-411C-9522-F9A5F6BBB35B}" destId="{CC613F10-61C3-4BDD-9B50-2C85FB5F331E}" srcOrd="0" destOrd="0" presId="urn:microsoft.com/office/officeart/2005/8/layout/orgChart1"/>
    <dgm:cxn modelId="{3475AD0D-8366-443A-926F-CD0A3955A15A}" type="presParOf" srcId="{E7A805FA-B285-411C-9522-F9A5F6BBB35B}" destId="{CE6CD53F-D47B-47E0-9A64-62F3B33EF17B}" srcOrd="1" destOrd="0" presId="urn:microsoft.com/office/officeart/2005/8/layout/orgChart1"/>
    <dgm:cxn modelId="{9DB510A4-2895-47A6-9393-04A5907BED01}" type="presParOf" srcId="{F2AEB6FA-7669-42FA-A85D-29000CDDF807}" destId="{3D3CEEBC-2431-478A-8E0B-90BB7246AA32}" srcOrd="1" destOrd="0" presId="urn:microsoft.com/office/officeart/2005/8/layout/orgChart1"/>
    <dgm:cxn modelId="{E5A99F1C-54EE-41F6-963C-784815CAA149}" type="presParOf" srcId="{F2AEB6FA-7669-42FA-A85D-29000CDDF807}" destId="{1C47B7CE-4ECF-4EA1-84A0-8876B181E445}" srcOrd="2" destOrd="0" presId="urn:microsoft.com/office/officeart/2005/8/layout/orgChart1"/>
    <dgm:cxn modelId="{9EFD0F72-39F4-4D1B-9428-C23EB8075E39}" type="presParOf" srcId="{50AFB1BA-5861-4FDB-8A5B-47205C4A00E8}" destId="{4A6A3FF0-129C-4294-9F95-080D99501490}" srcOrd="2" destOrd="0" presId="urn:microsoft.com/office/officeart/2005/8/layout/orgChart1"/>
    <dgm:cxn modelId="{8818F5B9-C463-4DBD-A740-983EC2BBAD78}" type="presParOf" srcId="{50AFB1BA-5861-4FDB-8A5B-47205C4A00E8}" destId="{BBDF3745-861E-4512-92CE-3C69BB2AB9F0}" srcOrd="3" destOrd="0" presId="urn:microsoft.com/office/officeart/2005/8/layout/orgChart1"/>
    <dgm:cxn modelId="{AB67721A-D77D-4AC3-9DDD-9ED440FA8EB0}" type="presParOf" srcId="{BBDF3745-861E-4512-92CE-3C69BB2AB9F0}" destId="{2211DD92-195B-4BFC-B73F-0F7095D31B1C}" srcOrd="0" destOrd="0" presId="urn:microsoft.com/office/officeart/2005/8/layout/orgChart1"/>
    <dgm:cxn modelId="{F56D8C52-E844-443F-B754-8DA55248BF52}" type="presParOf" srcId="{2211DD92-195B-4BFC-B73F-0F7095D31B1C}" destId="{DE46C482-D6FB-4C76-96F5-809620804B86}" srcOrd="0" destOrd="0" presId="urn:microsoft.com/office/officeart/2005/8/layout/orgChart1"/>
    <dgm:cxn modelId="{1B13A05B-99F2-40B5-937A-93F062EEB775}" type="presParOf" srcId="{2211DD92-195B-4BFC-B73F-0F7095D31B1C}" destId="{A965EC24-CCB0-4996-A2CE-90A29C01C55F}" srcOrd="1" destOrd="0" presId="urn:microsoft.com/office/officeart/2005/8/layout/orgChart1"/>
    <dgm:cxn modelId="{A71B13DA-E524-427D-840C-0D2303CE060F}" type="presParOf" srcId="{BBDF3745-861E-4512-92CE-3C69BB2AB9F0}" destId="{A006BF95-182F-4123-9D4A-0F5A90A0C638}" srcOrd="1" destOrd="0" presId="urn:microsoft.com/office/officeart/2005/8/layout/orgChart1"/>
    <dgm:cxn modelId="{F97BEFFE-1753-4540-8867-0D59EFD0CEDD}" type="presParOf" srcId="{BBDF3745-861E-4512-92CE-3C69BB2AB9F0}" destId="{859A1070-A183-4F01-88CF-FFCDD6C368BF}" srcOrd="2" destOrd="0" presId="urn:microsoft.com/office/officeart/2005/8/layout/orgChart1"/>
    <dgm:cxn modelId="{AD662C50-5E5D-4570-AAB3-D933BE906BDB}" type="presParOf" srcId="{50AFB1BA-5861-4FDB-8A5B-47205C4A00E8}" destId="{F4906B75-074A-4656-B28E-DE50217A0296}" srcOrd="4" destOrd="0" presId="urn:microsoft.com/office/officeart/2005/8/layout/orgChart1"/>
    <dgm:cxn modelId="{135DCC97-7DB4-42AC-9D4E-E34625C8990D}" type="presParOf" srcId="{50AFB1BA-5861-4FDB-8A5B-47205C4A00E8}" destId="{01A4903E-280D-4CC7-BEB0-0ED87CD63B7F}" srcOrd="5" destOrd="0" presId="urn:microsoft.com/office/officeart/2005/8/layout/orgChart1"/>
    <dgm:cxn modelId="{7972C590-41EA-48A6-AB24-986544EAD417}" type="presParOf" srcId="{01A4903E-280D-4CC7-BEB0-0ED87CD63B7F}" destId="{66720CC7-6E7E-478D-BA31-F92EE34BE02A}" srcOrd="0" destOrd="0" presId="urn:microsoft.com/office/officeart/2005/8/layout/orgChart1"/>
    <dgm:cxn modelId="{E899A186-1ADD-42D7-9834-FEBD4A255270}" type="presParOf" srcId="{66720CC7-6E7E-478D-BA31-F92EE34BE02A}" destId="{2A787A64-FEE7-4EF7-A0BC-2E3EA1620F3C}" srcOrd="0" destOrd="0" presId="urn:microsoft.com/office/officeart/2005/8/layout/orgChart1"/>
    <dgm:cxn modelId="{FE65188B-B874-49C5-A88D-B7E7D40D2ED7}" type="presParOf" srcId="{66720CC7-6E7E-478D-BA31-F92EE34BE02A}" destId="{892A8670-0072-432D-BBF3-73BC9ED46221}" srcOrd="1" destOrd="0" presId="urn:microsoft.com/office/officeart/2005/8/layout/orgChart1"/>
    <dgm:cxn modelId="{46A7165C-488F-416E-88F9-808D1B71AE17}" type="presParOf" srcId="{01A4903E-280D-4CC7-BEB0-0ED87CD63B7F}" destId="{437D798C-F4D4-47F9-BBD0-09CF119FE338}" srcOrd="1" destOrd="0" presId="urn:microsoft.com/office/officeart/2005/8/layout/orgChart1"/>
    <dgm:cxn modelId="{0D98F2B3-3CFF-4306-B42B-D754321E4EA1}" type="presParOf" srcId="{01A4903E-280D-4CC7-BEB0-0ED87CD63B7F}" destId="{B009C59A-9267-477A-92E3-CD0082D613A5}" srcOrd="2" destOrd="0" presId="urn:microsoft.com/office/officeart/2005/8/layout/orgChart1"/>
    <dgm:cxn modelId="{6ACD22BA-D881-4007-A2A7-17B66B60B779}" type="presParOf" srcId="{C407B413-6627-431B-9D1B-D9801A6E4005}" destId="{AD7D947A-4668-4975-B439-409530EDCE90}" srcOrd="2" destOrd="0" presId="urn:microsoft.com/office/officeart/2005/8/layout/orgChar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2554E-CB1A-4A65-9A66-E8E6B5D78B57}">
      <dsp:nvSpPr>
        <dsp:cNvPr id="0" name=""/>
        <dsp:cNvSpPr/>
      </dsp:nvSpPr>
      <dsp:spPr>
        <a:xfrm>
          <a:off x="324492" y="641"/>
          <a:ext cx="2951414" cy="75075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BY" sz="1800" kern="1200" dirty="0"/>
            <a:t>Идентификация основных компонентов проекта</a:t>
          </a:r>
        </a:p>
      </dsp:txBody>
      <dsp:txXfrm>
        <a:off x="346481" y="22630"/>
        <a:ext cx="2907436" cy="706779"/>
      </dsp:txXfrm>
    </dsp:sp>
    <dsp:sp modelId="{719A8686-3D86-4621-BE3D-5C835139FC4F}">
      <dsp:nvSpPr>
        <dsp:cNvPr id="0" name=""/>
        <dsp:cNvSpPr/>
      </dsp:nvSpPr>
      <dsp:spPr>
        <a:xfrm rot="5400000">
          <a:off x="1659433" y="770167"/>
          <a:ext cx="281533" cy="33784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798320"/>
        <a:ext cx="202704" cy="197073"/>
      </dsp:txXfrm>
    </dsp:sp>
    <dsp:sp modelId="{88332AA4-B3A1-40F2-B9EC-9F8A3837E22D}">
      <dsp:nvSpPr>
        <dsp:cNvPr id="0" name=""/>
        <dsp:cNvSpPr/>
      </dsp:nvSpPr>
      <dsp:spPr>
        <a:xfrm>
          <a:off x="324492" y="1126777"/>
          <a:ext cx="2951414" cy="750757"/>
        </a:xfrm>
        <a:prstGeom prst="roundRect">
          <a:avLst>
            <a:gd name="adj" fmla="val 10000"/>
          </a:avLst>
        </a:prstGeom>
        <a:solidFill>
          <a:schemeClr val="accent3">
            <a:hueOff val="-353548"/>
            <a:satOff val="1606"/>
            <a:lumOff val="-186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Разбиение компонентов на подзадачи</a:t>
          </a:r>
          <a:endParaRPr lang="ru-BY" sz="1800" kern="1200" dirty="0"/>
        </a:p>
      </dsp:txBody>
      <dsp:txXfrm>
        <a:off x="346481" y="1148766"/>
        <a:ext cx="2907436" cy="706779"/>
      </dsp:txXfrm>
    </dsp:sp>
    <dsp:sp modelId="{0823ACEA-228F-48B8-A236-816DFBF95E55}">
      <dsp:nvSpPr>
        <dsp:cNvPr id="0" name=""/>
        <dsp:cNvSpPr/>
      </dsp:nvSpPr>
      <dsp:spPr>
        <a:xfrm rot="5400000">
          <a:off x="1659433" y="1896303"/>
          <a:ext cx="281533" cy="337840"/>
        </a:xfrm>
        <a:prstGeom prst="rightArrow">
          <a:avLst>
            <a:gd name="adj1" fmla="val 60000"/>
            <a:gd name="adj2" fmla="val 50000"/>
          </a:avLst>
        </a:prstGeom>
        <a:solidFill>
          <a:schemeClr val="accent3">
            <a:hueOff val="-471397"/>
            <a:satOff val="2142"/>
            <a:lumOff val="-248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1924456"/>
        <a:ext cx="202704" cy="197073"/>
      </dsp:txXfrm>
    </dsp:sp>
    <dsp:sp modelId="{D6448524-84A7-4276-A079-F00883B51D44}">
      <dsp:nvSpPr>
        <dsp:cNvPr id="0" name=""/>
        <dsp:cNvSpPr/>
      </dsp:nvSpPr>
      <dsp:spPr>
        <a:xfrm>
          <a:off x="324492" y="2252913"/>
          <a:ext cx="2951414" cy="750757"/>
        </a:xfrm>
        <a:prstGeom prst="roundRect">
          <a:avLst>
            <a:gd name="adj" fmla="val 10000"/>
          </a:avLst>
        </a:prstGeom>
        <a:solidFill>
          <a:schemeClr val="accent3">
            <a:hueOff val="-707096"/>
            <a:satOff val="3212"/>
            <a:lumOff val="-372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Иерархическая структура</a:t>
          </a:r>
          <a:endParaRPr lang="ru-BY" sz="1800" kern="1200" dirty="0"/>
        </a:p>
      </dsp:txBody>
      <dsp:txXfrm>
        <a:off x="346481" y="2274902"/>
        <a:ext cx="2907436" cy="706779"/>
      </dsp:txXfrm>
    </dsp:sp>
    <dsp:sp modelId="{3463FB94-78BA-46A7-A55E-A3057994BCA6}">
      <dsp:nvSpPr>
        <dsp:cNvPr id="0" name=""/>
        <dsp:cNvSpPr/>
      </dsp:nvSpPr>
      <dsp:spPr>
        <a:xfrm rot="5400000">
          <a:off x="1659433" y="3022439"/>
          <a:ext cx="281533" cy="337840"/>
        </a:xfrm>
        <a:prstGeom prst="rightArrow">
          <a:avLst>
            <a:gd name="adj1" fmla="val 60000"/>
            <a:gd name="adj2" fmla="val 50000"/>
          </a:avLst>
        </a:prstGeom>
        <a:solidFill>
          <a:schemeClr val="accent3">
            <a:hueOff val="-942795"/>
            <a:satOff val="4283"/>
            <a:lumOff val="-496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3050592"/>
        <a:ext cx="202704" cy="197073"/>
      </dsp:txXfrm>
    </dsp:sp>
    <dsp:sp modelId="{14B1F0E2-0A3D-4704-ADCE-1BAC4D54C55A}">
      <dsp:nvSpPr>
        <dsp:cNvPr id="0" name=""/>
        <dsp:cNvSpPr/>
      </dsp:nvSpPr>
      <dsp:spPr>
        <a:xfrm>
          <a:off x="324492" y="3379049"/>
          <a:ext cx="2951414" cy="750757"/>
        </a:xfrm>
        <a:prstGeom prst="roundRect">
          <a:avLst>
            <a:gd name="adj" fmla="val 10000"/>
          </a:avLst>
        </a:prstGeom>
        <a:solidFill>
          <a:schemeClr val="accent3">
            <a:hueOff val="-1060644"/>
            <a:satOff val="4819"/>
            <a:lumOff val="-558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Определение зависимостей</a:t>
          </a:r>
          <a:endParaRPr lang="ru-BY" sz="1800" kern="1200" dirty="0"/>
        </a:p>
      </dsp:txBody>
      <dsp:txXfrm>
        <a:off x="346481" y="3401038"/>
        <a:ext cx="2907436" cy="706779"/>
      </dsp:txXfrm>
    </dsp:sp>
    <dsp:sp modelId="{8ED3DE63-30F6-4188-86CE-AFA8A01E7766}">
      <dsp:nvSpPr>
        <dsp:cNvPr id="0" name=""/>
        <dsp:cNvSpPr/>
      </dsp:nvSpPr>
      <dsp:spPr>
        <a:xfrm rot="5400000">
          <a:off x="1659433" y="4148575"/>
          <a:ext cx="281533" cy="337840"/>
        </a:xfrm>
        <a:prstGeom prst="rightArrow">
          <a:avLst>
            <a:gd name="adj1" fmla="val 60000"/>
            <a:gd name="adj2" fmla="val 50000"/>
          </a:avLst>
        </a:prstGeom>
        <a:solidFill>
          <a:schemeClr val="accent3">
            <a:hueOff val="-1414192"/>
            <a:satOff val="6425"/>
            <a:lumOff val="-745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4176728"/>
        <a:ext cx="202704" cy="197073"/>
      </dsp:txXfrm>
    </dsp:sp>
    <dsp:sp modelId="{2A5CA489-0EF0-496B-BBEC-DFE8016176F4}">
      <dsp:nvSpPr>
        <dsp:cNvPr id="0" name=""/>
        <dsp:cNvSpPr/>
      </dsp:nvSpPr>
      <dsp:spPr>
        <a:xfrm>
          <a:off x="324492" y="4505185"/>
          <a:ext cx="2951414" cy="750757"/>
        </a:xfrm>
        <a:prstGeom prst="roundRect">
          <a:avLst>
            <a:gd name="adj" fmla="val 10000"/>
          </a:avLst>
        </a:prstGeom>
        <a:solidFill>
          <a:schemeClr val="accent3">
            <a:hueOff val="-1414192"/>
            <a:satOff val="6425"/>
            <a:lumOff val="-745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Установление уровней управления</a:t>
          </a:r>
          <a:endParaRPr lang="ru-BY" sz="1800" kern="1200" dirty="0"/>
        </a:p>
      </dsp:txBody>
      <dsp:txXfrm>
        <a:off x="346481" y="4527174"/>
        <a:ext cx="2907436" cy="7067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DC14B-E1DD-4846-A180-FC36AAAD327A}">
      <dsp:nvSpPr>
        <dsp:cNvPr id="0" name=""/>
        <dsp:cNvSpPr/>
      </dsp:nvSpPr>
      <dsp:spPr>
        <a:xfrm>
          <a:off x="0" y="164938"/>
          <a:ext cx="10798720" cy="5148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Tx/>
            <a:buNone/>
          </a:pPr>
          <a:r>
            <a:rPr lang="ru-RU" altLang="ru-BY" sz="2200" b="1" kern="1200" dirty="0"/>
            <a:t>1)</a:t>
          </a:r>
          <a:r>
            <a:rPr lang="ru-RU" altLang="ru-BY" sz="2200" kern="1200" dirty="0"/>
            <a:t> </a:t>
          </a:r>
          <a:r>
            <a:rPr lang="ru-RU" altLang="ru-BY" sz="2200" b="1" kern="1200" dirty="0"/>
            <a:t>Правило 8/80</a:t>
          </a:r>
          <a:endParaRPr lang="ru-BY" sz="2200" kern="1200" dirty="0"/>
        </a:p>
      </dsp:txBody>
      <dsp:txXfrm>
        <a:off x="25130" y="190068"/>
        <a:ext cx="10748460" cy="464540"/>
      </dsp:txXfrm>
    </dsp:sp>
    <dsp:sp modelId="{E96A2DC3-C4FB-4D88-9ABA-CB9784C90564}">
      <dsp:nvSpPr>
        <dsp:cNvPr id="0" name=""/>
        <dsp:cNvSpPr/>
      </dsp:nvSpPr>
      <dsp:spPr>
        <a:xfrm>
          <a:off x="0" y="679738"/>
          <a:ext cx="10798720" cy="51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FontTx/>
            <a:buNone/>
          </a:pPr>
          <a:r>
            <a:rPr lang="ru-RU" altLang="ru-BY" sz="1700" kern="1200"/>
            <a:t>означает, что ни одна из задач не должна иметь объем меньший, чем 8 чел/ч и больший, чем 80 чел/ч (это составляет соответственно от 1 до 10 дней при 8-часовой продолжительности рабочего дня).</a:t>
          </a:r>
          <a:endParaRPr lang="ru-BY" sz="1700" kern="1200" dirty="0"/>
        </a:p>
      </dsp:txBody>
      <dsp:txXfrm>
        <a:off x="0" y="679738"/>
        <a:ext cx="10798720" cy="512325"/>
      </dsp:txXfrm>
    </dsp:sp>
    <dsp:sp modelId="{649CA9F6-0826-43CD-B64B-B6060F382735}">
      <dsp:nvSpPr>
        <dsp:cNvPr id="0" name=""/>
        <dsp:cNvSpPr/>
      </dsp:nvSpPr>
      <dsp:spPr>
        <a:xfrm>
          <a:off x="0" y="1192063"/>
          <a:ext cx="10798720" cy="514800"/>
        </a:xfrm>
        <a:prstGeom prst="roundRect">
          <a:avLst/>
        </a:prstGeom>
        <a:solidFill>
          <a:schemeClr val="accent3">
            <a:hueOff val="-471397"/>
            <a:satOff val="2142"/>
            <a:lumOff val="-248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b="1" kern="1200" dirty="0"/>
            <a:t>2) Правило отчетного периода</a:t>
          </a:r>
          <a:endParaRPr lang="ru-RU" altLang="ru-BY" sz="2200" kern="1200" dirty="0"/>
        </a:p>
      </dsp:txBody>
      <dsp:txXfrm>
        <a:off x="25130" y="1217193"/>
        <a:ext cx="10748460" cy="464540"/>
      </dsp:txXfrm>
    </dsp:sp>
    <dsp:sp modelId="{96A21E66-00A6-4D2F-A1D3-27700F26FF7F}">
      <dsp:nvSpPr>
        <dsp:cNvPr id="0" name=""/>
        <dsp:cNvSpPr/>
      </dsp:nvSpPr>
      <dsp:spPr>
        <a:xfrm>
          <a:off x="0" y="1706863"/>
          <a:ext cx="10798720" cy="751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ru-RU" altLang="ru-BY" sz="1700" kern="1200" dirty="0"/>
            <a:t>продолжительность каждой задачи не должна быть больше периода, через который проводятся совещания, посвященные рассмотрению хода проекта. То есть, если такие совещания проводятся еженедельно, выполнение каждой задачи не должно превышать одной недели.</a:t>
          </a:r>
        </a:p>
      </dsp:txBody>
      <dsp:txXfrm>
        <a:off x="0" y="1706863"/>
        <a:ext cx="10798720" cy="751410"/>
      </dsp:txXfrm>
    </dsp:sp>
    <dsp:sp modelId="{48FF4F07-B8C3-4B74-A185-9FD664D5F583}">
      <dsp:nvSpPr>
        <dsp:cNvPr id="0" name=""/>
        <dsp:cNvSpPr/>
      </dsp:nvSpPr>
      <dsp:spPr>
        <a:xfrm>
          <a:off x="0" y="2458273"/>
          <a:ext cx="10798720" cy="514800"/>
        </a:xfrm>
        <a:prstGeom prst="roundRect">
          <a:avLst/>
        </a:prstGeom>
        <a:solidFill>
          <a:schemeClr val="accent3">
            <a:hueOff val="-942795"/>
            <a:satOff val="4283"/>
            <a:lumOff val="-49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b="1" kern="1200" dirty="0"/>
            <a:t>3) Правило "полезности"</a:t>
          </a:r>
          <a:endParaRPr lang="ru-RU" altLang="ru-BY" sz="2200" kern="1200" dirty="0"/>
        </a:p>
      </dsp:txBody>
      <dsp:txXfrm>
        <a:off x="25130" y="2483403"/>
        <a:ext cx="10748460" cy="464540"/>
      </dsp:txXfrm>
    </dsp:sp>
    <dsp:sp modelId="{AF2121C5-EFDD-4B75-BF98-C818C5C5D612}">
      <dsp:nvSpPr>
        <dsp:cNvPr id="0" name=""/>
        <dsp:cNvSpPr/>
      </dsp:nvSpPr>
      <dsp:spPr>
        <a:xfrm>
          <a:off x="0" y="2973073"/>
          <a:ext cx="10798720" cy="159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ru-RU" altLang="ru-BY" sz="1700" kern="1200" dirty="0"/>
            <a:t>при дроблении задачи на более мелкие следует учитывать, что существуют три причины, обусловливающие целесообразность такого разделения:</a:t>
          </a:r>
        </a:p>
        <a:p>
          <a:pPr marL="171450" lvl="1" indent="-171450" algn="l" defTabSz="755650">
            <a:lnSpc>
              <a:spcPct val="90000"/>
            </a:lnSpc>
            <a:spcBef>
              <a:spcPct val="0"/>
            </a:spcBef>
            <a:spcAft>
              <a:spcPct val="20000"/>
            </a:spcAft>
            <a:buChar char="•"/>
          </a:pPr>
          <a:r>
            <a:rPr lang="ru-RU" altLang="ru-BY" sz="1700" kern="1200" dirty="0"/>
            <a:t>– задачу, полученную в результате такого дробления, легче оценить (в силу ее меньшей продолжительности во времени и, следовательно, меньшей неопределенности);</a:t>
          </a:r>
        </a:p>
        <a:p>
          <a:pPr marL="171450" lvl="1" indent="-171450" algn="l" defTabSz="755650">
            <a:lnSpc>
              <a:spcPct val="90000"/>
            </a:lnSpc>
            <a:spcBef>
              <a:spcPct val="0"/>
            </a:spcBef>
            <a:spcAft>
              <a:spcPct val="20000"/>
            </a:spcAft>
            <a:buChar char="•"/>
          </a:pPr>
          <a:r>
            <a:rPr lang="ru-RU" altLang="ru-BY" sz="1700" kern="1200" dirty="0"/>
            <a:t>– более мелкие и конкретные задачи легче распределять между отдельными исполнителями;</a:t>
          </a:r>
        </a:p>
        <a:p>
          <a:pPr marL="171450" lvl="1" indent="-171450" algn="l" defTabSz="755650">
            <a:lnSpc>
              <a:spcPct val="90000"/>
            </a:lnSpc>
            <a:spcBef>
              <a:spcPct val="0"/>
            </a:spcBef>
            <a:spcAft>
              <a:spcPct val="20000"/>
            </a:spcAft>
            <a:buChar char="•"/>
          </a:pPr>
          <a:r>
            <a:rPr lang="ru-RU" altLang="ru-BY" sz="1700" kern="1200" dirty="0"/>
            <a:t>– более мелкие задачи легче поддаются контролю.</a:t>
          </a:r>
        </a:p>
      </dsp:txBody>
      <dsp:txXfrm>
        <a:off x="0" y="2973073"/>
        <a:ext cx="10798720" cy="1593900"/>
      </dsp:txXfrm>
    </dsp:sp>
    <dsp:sp modelId="{3F994BAD-405A-40C4-9942-B09DC0663209}">
      <dsp:nvSpPr>
        <dsp:cNvPr id="0" name=""/>
        <dsp:cNvSpPr/>
      </dsp:nvSpPr>
      <dsp:spPr>
        <a:xfrm>
          <a:off x="0" y="4566973"/>
          <a:ext cx="10798720" cy="514800"/>
        </a:xfrm>
        <a:prstGeom prst="roundRect">
          <a:avLst/>
        </a:prstGeom>
        <a:solidFill>
          <a:schemeClr val="accent3">
            <a:hueOff val="-1414192"/>
            <a:satOff val="6425"/>
            <a:lumOff val="-745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kern="1200" dirty="0"/>
            <a:t>Если же дробление не отвечает этим требованиям, от него следует отказаться.</a:t>
          </a:r>
        </a:p>
      </dsp:txBody>
      <dsp:txXfrm>
        <a:off x="25130" y="4592103"/>
        <a:ext cx="10748460" cy="4645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351B8-C0D4-4A8E-89E2-3DCC585371C8}">
      <dsp:nvSpPr>
        <dsp:cNvPr id="0" name=""/>
        <dsp:cNvSpPr/>
      </dsp:nvSpPr>
      <dsp:spPr>
        <a:xfrm>
          <a:off x="1903602" y="927557"/>
          <a:ext cx="1346812" cy="233744"/>
        </a:xfrm>
        <a:custGeom>
          <a:avLst/>
          <a:gdLst/>
          <a:ahLst/>
          <a:cxnLst/>
          <a:rect l="0" t="0" r="0" b="0"/>
          <a:pathLst>
            <a:path>
              <a:moveTo>
                <a:pt x="0" y="0"/>
              </a:moveTo>
              <a:lnTo>
                <a:pt x="0" y="116872"/>
              </a:lnTo>
              <a:lnTo>
                <a:pt x="1346812" y="116872"/>
              </a:lnTo>
              <a:lnTo>
                <a:pt x="1346812"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49CE5B-5A6D-4A1C-B9E2-BE6CBA6EAFF1}">
      <dsp:nvSpPr>
        <dsp:cNvPr id="0" name=""/>
        <dsp:cNvSpPr/>
      </dsp:nvSpPr>
      <dsp:spPr>
        <a:xfrm>
          <a:off x="1857882" y="927557"/>
          <a:ext cx="91440" cy="233744"/>
        </a:xfrm>
        <a:custGeom>
          <a:avLst/>
          <a:gdLst/>
          <a:ahLst/>
          <a:cxnLst/>
          <a:rect l="0" t="0" r="0" b="0"/>
          <a:pathLst>
            <a:path>
              <a:moveTo>
                <a:pt x="45720" y="0"/>
              </a:moveTo>
              <a:lnTo>
                <a:pt x="45720"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324DE5-1C56-49D0-B622-0808D1603630}">
      <dsp:nvSpPr>
        <dsp:cNvPr id="0" name=""/>
        <dsp:cNvSpPr/>
      </dsp:nvSpPr>
      <dsp:spPr>
        <a:xfrm>
          <a:off x="556789" y="927557"/>
          <a:ext cx="1346812" cy="233744"/>
        </a:xfrm>
        <a:custGeom>
          <a:avLst/>
          <a:gdLst/>
          <a:ahLst/>
          <a:cxnLst/>
          <a:rect l="0" t="0" r="0" b="0"/>
          <a:pathLst>
            <a:path>
              <a:moveTo>
                <a:pt x="1346812" y="0"/>
              </a:moveTo>
              <a:lnTo>
                <a:pt x="1346812" y="116872"/>
              </a:lnTo>
              <a:lnTo>
                <a:pt x="0" y="116872"/>
              </a:lnTo>
              <a:lnTo>
                <a:pt x="0"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8B0FF9-A21A-4CBE-8E1C-8B39D129AD94}">
      <dsp:nvSpPr>
        <dsp:cNvPr id="0" name=""/>
        <dsp:cNvSpPr/>
      </dsp:nvSpPr>
      <dsp:spPr>
        <a:xfrm>
          <a:off x="1347067" y="371023"/>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1" i="0" kern="1200" dirty="0"/>
            <a:t>Платформа онлайн-обучения</a:t>
          </a:r>
          <a:endParaRPr lang="ru-BY" sz="1000" kern="1200" dirty="0"/>
        </a:p>
      </dsp:txBody>
      <dsp:txXfrm>
        <a:off x="1347067" y="371023"/>
        <a:ext cx="1113068" cy="556534"/>
      </dsp:txXfrm>
    </dsp:sp>
    <dsp:sp modelId="{7C228E10-DDD5-4D1A-9558-EE536886A6A1}">
      <dsp:nvSpPr>
        <dsp:cNvPr id="0" name=""/>
        <dsp:cNvSpPr/>
      </dsp:nvSpPr>
      <dsp:spPr>
        <a:xfrm>
          <a:off x="255"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Разработка модуля управления курсами</a:t>
          </a:r>
        </a:p>
      </dsp:txBody>
      <dsp:txXfrm>
        <a:off x="255" y="1161301"/>
        <a:ext cx="1113068" cy="556534"/>
      </dsp:txXfrm>
    </dsp:sp>
    <dsp:sp modelId="{2F7DBCB9-4C0C-4813-AECA-24FE880B88D8}">
      <dsp:nvSpPr>
        <dsp:cNvPr id="0" name=""/>
        <dsp:cNvSpPr/>
      </dsp:nvSpPr>
      <dsp:spPr>
        <a:xfrm>
          <a:off x="1347067"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Разработка личного кабинета студента</a:t>
          </a:r>
        </a:p>
      </dsp:txBody>
      <dsp:txXfrm>
        <a:off x="1347067" y="1161301"/>
        <a:ext cx="1113068" cy="556534"/>
      </dsp:txXfrm>
    </dsp:sp>
    <dsp:sp modelId="{281DF538-1547-4303-B1ED-ABA9FEEEA754}">
      <dsp:nvSpPr>
        <dsp:cNvPr id="0" name=""/>
        <dsp:cNvSpPr/>
      </dsp:nvSpPr>
      <dsp:spPr>
        <a:xfrm>
          <a:off x="2693880"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Разработка системы тестирования и сертификации</a:t>
          </a:r>
        </a:p>
      </dsp:txBody>
      <dsp:txXfrm>
        <a:off x="2693880" y="1161301"/>
        <a:ext cx="1113068" cy="5565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F995-15F4-4527-82B7-5DDAEF0A1907}">
      <dsp:nvSpPr>
        <dsp:cNvPr id="0" name=""/>
        <dsp:cNvSpPr/>
      </dsp:nvSpPr>
      <dsp:spPr>
        <a:xfrm>
          <a:off x="2069364" y="917380"/>
          <a:ext cx="1464090" cy="254098"/>
        </a:xfrm>
        <a:custGeom>
          <a:avLst/>
          <a:gdLst/>
          <a:ahLst/>
          <a:cxnLst/>
          <a:rect l="0" t="0" r="0" b="0"/>
          <a:pathLst>
            <a:path>
              <a:moveTo>
                <a:pt x="0" y="0"/>
              </a:moveTo>
              <a:lnTo>
                <a:pt x="0" y="127049"/>
              </a:lnTo>
              <a:lnTo>
                <a:pt x="1464090" y="127049"/>
              </a:lnTo>
              <a:lnTo>
                <a:pt x="146409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7F5C62-1C83-464F-A6B3-F16E28979E40}">
      <dsp:nvSpPr>
        <dsp:cNvPr id="0" name=""/>
        <dsp:cNvSpPr/>
      </dsp:nvSpPr>
      <dsp:spPr>
        <a:xfrm>
          <a:off x="2023644" y="917380"/>
          <a:ext cx="91440" cy="254098"/>
        </a:xfrm>
        <a:custGeom>
          <a:avLst/>
          <a:gdLst/>
          <a:ahLst/>
          <a:cxnLst/>
          <a:rect l="0" t="0" r="0" b="0"/>
          <a:pathLst>
            <a:path>
              <a:moveTo>
                <a:pt x="45720" y="0"/>
              </a:moveTo>
              <a:lnTo>
                <a:pt x="4572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80FB1F-3FBD-41C0-872E-33B068C62AF2}">
      <dsp:nvSpPr>
        <dsp:cNvPr id="0" name=""/>
        <dsp:cNvSpPr/>
      </dsp:nvSpPr>
      <dsp:spPr>
        <a:xfrm>
          <a:off x="605273" y="917380"/>
          <a:ext cx="1464090" cy="254098"/>
        </a:xfrm>
        <a:custGeom>
          <a:avLst/>
          <a:gdLst/>
          <a:ahLst/>
          <a:cxnLst/>
          <a:rect l="0" t="0" r="0" b="0"/>
          <a:pathLst>
            <a:path>
              <a:moveTo>
                <a:pt x="1464090" y="0"/>
              </a:moveTo>
              <a:lnTo>
                <a:pt x="1464090" y="127049"/>
              </a:lnTo>
              <a:lnTo>
                <a:pt x="0" y="127049"/>
              </a:lnTo>
              <a:lnTo>
                <a:pt x="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04115B-0AC4-44D2-9092-9AD883865598}">
      <dsp:nvSpPr>
        <dsp:cNvPr id="0" name=""/>
        <dsp:cNvSpPr/>
      </dsp:nvSpPr>
      <dsp:spPr>
        <a:xfrm>
          <a:off x="1464368" y="312384"/>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1" i="0" kern="1200"/>
            <a:t>Платформа онлайн-обучения</a:t>
          </a:r>
          <a:endParaRPr lang="ru-BY" sz="1100" kern="1200"/>
        </a:p>
      </dsp:txBody>
      <dsp:txXfrm>
        <a:off x="1464368" y="312384"/>
        <a:ext cx="1209992" cy="604996"/>
      </dsp:txXfrm>
    </dsp:sp>
    <dsp:sp modelId="{C2B76BF8-A8D0-44E0-B88E-3C8F754A9525}">
      <dsp:nvSpPr>
        <dsp:cNvPr id="0" name=""/>
        <dsp:cNvSpPr/>
      </dsp:nvSpPr>
      <dsp:spPr>
        <a:xfrm>
          <a:off x="277"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dirty="0"/>
            <a:t>Анализ требований и проектирование архитектуры</a:t>
          </a:r>
        </a:p>
      </dsp:txBody>
      <dsp:txXfrm>
        <a:off x="277" y="1171478"/>
        <a:ext cx="1209992" cy="604996"/>
      </dsp:txXfrm>
    </dsp:sp>
    <dsp:sp modelId="{84CCA81A-053E-4F48-A7D2-F246423F2375}">
      <dsp:nvSpPr>
        <dsp:cNvPr id="0" name=""/>
        <dsp:cNvSpPr/>
      </dsp:nvSpPr>
      <dsp:spPr>
        <a:xfrm>
          <a:off x="1464368"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a:t>Разработка и модульное тестирование</a:t>
          </a:r>
        </a:p>
      </dsp:txBody>
      <dsp:txXfrm>
        <a:off x="1464368" y="1171478"/>
        <a:ext cx="1209992" cy="604996"/>
      </dsp:txXfrm>
    </dsp:sp>
    <dsp:sp modelId="{BD79E5C6-1D65-4050-BC26-67424E4534B0}">
      <dsp:nvSpPr>
        <dsp:cNvPr id="0" name=""/>
        <dsp:cNvSpPr/>
      </dsp:nvSpPr>
      <dsp:spPr>
        <a:xfrm>
          <a:off x="2928458"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a:t>Развёртывание, интеграционное тестирование и релиз</a:t>
          </a:r>
        </a:p>
      </dsp:txBody>
      <dsp:txXfrm>
        <a:off x="2928458" y="1171478"/>
        <a:ext cx="1209992" cy="6049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EA180-3DC1-45A8-811F-0B9F03B10F6B}">
      <dsp:nvSpPr>
        <dsp:cNvPr id="0" name=""/>
        <dsp:cNvSpPr/>
      </dsp:nvSpPr>
      <dsp:spPr>
        <a:xfrm>
          <a:off x="2069364" y="917380"/>
          <a:ext cx="1464090" cy="254098"/>
        </a:xfrm>
        <a:custGeom>
          <a:avLst/>
          <a:gdLst/>
          <a:ahLst/>
          <a:cxnLst/>
          <a:rect l="0" t="0" r="0" b="0"/>
          <a:pathLst>
            <a:path>
              <a:moveTo>
                <a:pt x="0" y="0"/>
              </a:moveTo>
              <a:lnTo>
                <a:pt x="0" y="127049"/>
              </a:lnTo>
              <a:lnTo>
                <a:pt x="1464090" y="127049"/>
              </a:lnTo>
              <a:lnTo>
                <a:pt x="146409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A2BD33-C553-4A1E-8D3F-7AE918971C08}">
      <dsp:nvSpPr>
        <dsp:cNvPr id="0" name=""/>
        <dsp:cNvSpPr/>
      </dsp:nvSpPr>
      <dsp:spPr>
        <a:xfrm>
          <a:off x="2023644" y="917380"/>
          <a:ext cx="91440" cy="254098"/>
        </a:xfrm>
        <a:custGeom>
          <a:avLst/>
          <a:gdLst/>
          <a:ahLst/>
          <a:cxnLst/>
          <a:rect l="0" t="0" r="0" b="0"/>
          <a:pathLst>
            <a:path>
              <a:moveTo>
                <a:pt x="45720" y="0"/>
              </a:moveTo>
              <a:lnTo>
                <a:pt x="4572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9F2467-27BB-4380-A242-37054D500F40}">
      <dsp:nvSpPr>
        <dsp:cNvPr id="0" name=""/>
        <dsp:cNvSpPr/>
      </dsp:nvSpPr>
      <dsp:spPr>
        <a:xfrm>
          <a:off x="605273" y="917380"/>
          <a:ext cx="1464090" cy="254098"/>
        </a:xfrm>
        <a:custGeom>
          <a:avLst/>
          <a:gdLst/>
          <a:ahLst/>
          <a:cxnLst/>
          <a:rect l="0" t="0" r="0" b="0"/>
          <a:pathLst>
            <a:path>
              <a:moveTo>
                <a:pt x="1464090" y="0"/>
              </a:moveTo>
              <a:lnTo>
                <a:pt x="1464090" y="127049"/>
              </a:lnTo>
              <a:lnTo>
                <a:pt x="0" y="127049"/>
              </a:lnTo>
              <a:lnTo>
                <a:pt x="0" y="254098"/>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04115B-0AC4-44D2-9092-9AD883865598}">
      <dsp:nvSpPr>
        <dsp:cNvPr id="0" name=""/>
        <dsp:cNvSpPr/>
      </dsp:nvSpPr>
      <dsp:spPr>
        <a:xfrm>
          <a:off x="1464368" y="312384"/>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1" i="0" kern="1200"/>
            <a:t>Платформа онлайн-обучения</a:t>
          </a:r>
          <a:endParaRPr lang="ru-BY" sz="1100" kern="1200" dirty="0"/>
        </a:p>
      </dsp:txBody>
      <dsp:txXfrm>
        <a:off x="1464368" y="312384"/>
        <a:ext cx="1209992" cy="604996"/>
      </dsp:txXfrm>
    </dsp:sp>
    <dsp:sp modelId="{743E663E-D6E4-4DC7-8CA2-ADAF0A91AA96}">
      <dsp:nvSpPr>
        <dsp:cNvPr id="0" name=""/>
        <dsp:cNvSpPr/>
      </dsp:nvSpPr>
      <dsp:spPr>
        <a:xfrm>
          <a:off x="277"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dirty="0"/>
            <a:t>Работы команды в офисе разработки (Санкт-Петербург)</a:t>
          </a:r>
        </a:p>
      </dsp:txBody>
      <dsp:txXfrm>
        <a:off x="277" y="1171478"/>
        <a:ext cx="1209992" cy="604996"/>
      </dsp:txXfrm>
    </dsp:sp>
    <dsp:sp modelId="{7C9E9FE0-8D8D-4E64-9342-9B5E9BD7949A}">
      <dsp:nvSpPr>
        <dsp:cNvPr id="0" name=""/>
        <dsp:cNvSpPr/>
      </dsp:nvSpPr>
      <dsp:spPr>
        <a:xfrm>
          <a:off x="1464368"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dirty="0"/>
            <a:t>Работы команды поддержки инфраструктуры (Новосибирск)</a:t>
          </a:r>
        </a:p>
      </dsp:txBody>
      <dsp:txXfrm>
        <a:off x="1464368" y="1171478"/>
        <a:ext cx="1209992" cy="604996"/>
      </dsp:txXfrm>
    </dsp:sp>
    <dsp:sp modelId="{C0D7BDAF-2C67-4B46-94CE-C129B58C0DBF}">
      <dsp:nvSpPr>
        <dsp:cNvPr id="0" name=""/>
        <dsp:cNvSpPr/>
      </dsp:nvSpPr>
      <dsp:spPr>
        <a:xfrm>
          <a:off x="2928458" y="1171478"/>
          <a:ext cx="1209992" cy="60499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ru-RU" sz="1100" b="0" i="0" kern="1200" dirty="0"/>
            <a:t>Работы внешнего подрядчика по безопасности (</a:t>
          </a:r>
          <a:r>
            <a:rPr lang="ru-RU" sz="1100" b="0" i="0" kern="1200" dirty="0" err="1"/>
            <a:t>кибербез</a:t>
          </a:r>
          <a:r>
            <a:rPr lang="ru-RU" sz="1100" b="0" i="0" kern="1200" dirty="0"/>
            <a:t>)</a:t>
          </a:r>
        </a:p>
      </dsp:txBody>
      <dsp:txXfrm>
        <a:off x="2928458" y="1171478"/>
        <a:ext cx="1209992" cy="6049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06B75-074A-4656-B28E-DE50217A0296}">
      <dsp:nvSpPr>
        <dsp:cNvPr id="0" name=""/>
        <dsp:cNvSpPr/>
      </dsp:nvSpPr>
      <dsp:spPr>
        <a:xfrm>
          <a:off x="1903602" y="927557"/>
          <a:ext cx="1346812" cy="233744"/>
        </a:xfrm>
        <a:custGeom>
          <a:avLst/>
          <a:gdLst/>
          <a:ahLst/>
          <a:cxnLst/>
          <a:rect l="0" t="0" r="0" b="0"/>
          <a:pathLst>
            <a:path>
              <a:moveTo>
                <a:pt x="0" y="0"/>
              </a:moveTo>
              <a:lnTo>
                <a:pt x="0" y="116872"/>
              </a:lnTo>
              <a:lnTo>
                <a:pt x="1346812" y="116872"/>
              </a:lnTo>
              <a:lnTo>
                <a:pt x="1346812"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6A3FF0-129C-4294-9F95-080D99501490}">
      <dsp:nvSpPr>
        <dsp:cNvPr id="0" name=""/>
        <dsp:cNvSpPr/>
      </dsp:nvSpPr>
      <dsp:spPr>
        <a:xfrm>
          <a:off x="1857882" y="927557"/>
          <a:ext cx="91440" cy="233744"/>
        </a:xfrm>
        <a:custGeom>
          <a:avLst/>
          <a:gdLst/>
          <a:ahLst/>
          <a:cxnLst/>
          <a:rect l="0" t="0" r="0" b="0"/>
          <a:pathLst>
            <a:path>
              <a:moveTo>
                <a:pt x="45720" y="0"/>
              </a:moveTo>
              <a:lnTo>
                <a:pt x="45720"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B98A71-E75D-41F8-B46A-84D295DAE3F3}">
      <dsp:nvSpPr>
        <dsp:cNvPr id="0" name=""/>
        <dsp:cNvSpPr/>
      </dsp:nvSpPr>
      <dsp:spPr>
        <a:xfrm>
          <a:off x="556789" y="927557"/>
          <a:ext cx="1346812" cy="233744"/>
        </a:xfrm>
        <a:custGeom>
          <a:avLst/>
          <a:gdLst/>
          <a:ahLst/>
          <a:cxnLst/>
          <a:rect l="0" t="0" r="0" b="0"/>
          <a:pathLst>
            <a:path>
              <a:moveTo>
                <a:pt x="1346812" y="0"/>
              </a:moveTo>
              <a:lnTo>
                <a:pt x="1346812" y="116872"/>
              </a:lnTo>
              <a:lnTo>
                <a:pt x="0" y="116872"/>
              </a:lnTo>
              <a:lnTo>
                <a:pt x="0" y="233744"/>
              </a:lnTo>
            </a:path>
          </a:pathLst>
        </a:custGeom>
        <a:noFill/>
        <a:ln w="127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8B0FF9-A21A-4CBE-8E1C-8B39D129AD94}">
      <dsp:nvSpPr>
        <dsp:cNvPr id="0" name=""/>
        <dsp:cNvSpPr/>
      </dsp:nvSpPr>
      <dsp:spPr>
        <a:xfrm>
          <a:off x="1347067" y="371023"/>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1" i="0" kern="1200"/>
            <a:t>Платформа онлайн-обучения</a:t>
          </a:r>
          <a:endParaRPr lang="ru-BY" sz="1000" kern="1200" dirty="0"/>
        </a:p>
      </dsp:txBody>
      <dsp:txXfrm>
        <a:off x="1347067" y="371023"/>
        <a:ext cx="1113068" cy="556534"/>
      </dsp:txXfrm>
    </dsp:sp>
    <dsp:sp modelId="{CC613F10-61C3-4BDD-9B50-2C85FB5F331E}">
      <dsp:nvSpPr>
        <dsp:cNvPr id="0" name=""/>
        <dsp:cNvSpPr/>
      </dsp:nvSpPr>
      <dsp:spPr>
        <a:xfrm>
          <a:off x="255"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Работы </a:t>
          </a:r>
          <a:r>
            <a:rPr lang="en-US" sz="1000" b="0" i="0" kern="1200"/>
            <a:t>UX/UI-</a:t>
          </a:r>
          <a:r>
            <a:rPr lang="ru-RU" sz="1000" b="0" i="0" kern="1200"/>
            <a:t>дизайнеров</a:t>
          </a:r>
        </a:p>
      </dsp:txBody>
      <dsp:txXfrm>
        <a:off x="255" y="1161301"/>
        <a:ext cx="1113068" cy="556534"/>
      </dsp:txXfrm>
    </dsp:sp>
    <dsp:sp modelId="{DE46C482-D6FB-4C76-96F5-809620804B86}">
      <dsp:nvSpPr>
        <dsp:cNvPr id="0" name=""/>
        <dsp:cNvSpPr/>
      </dsp:nvSpPr>
      <dsp:spPr>
        <a:xfrm>
          <a:off x="1347067"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Работы разработчиков (фронтенд + бэкенд)</a:t>
          </a:r>
        </a:p>
      </dsp:txBody>
      <dsp:txXfrm>
        <a:off x="1347067" y="1161301"/>
        <a:ext cx="1113068" cy="556534"/>
      </dsp:txXfrm>
    </dsp:sp>
    <dsp:sp modelId="{2A787A64-FEE7-4EF7-A0BC-2E3EA1620F3C}">
      <dsp:nvSpPr>
        <dsp:cNvPr id="0" name=""/>
        <dsp:cNvSpPr/>
      </dsp:nvSpPr>
      <dsp:spPr>
        <a:xfrm>
          <a:off x="2693880" y="1161301"/>
          <a:ext cx="1113068" cy="55653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ru-RU" sz="1000" b="0" i="0" kern="1200"/>
            <a:t>Работы инженеров по автоматизации тестирования</a:t>
          </a:r>
        </a:p>
      </dsp:txBody>
      <dsp:txXfrm>
        <a:off x="2693880" y="1161301"/>
        <a:ext cx="1113068" cy="5565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ru-BY"/>
          </a:p>
        </p:txBody>
      </p:sp>
      <p:sp>
        <p:nvSpPr>
          <p:cNvPr id="3" name="Дата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D923BE30-31DB-4330-9969-30058412C575}" type="datetimeFigureOut">
              <a:rPr lang="ru-BY" smtClean="0"/>
              <a:t>17.07.2026</a:t>
            </a:fld>
            <a:endParaRPr lang="ru-BY"/>
          </a:p>
        </p:txBody>
      </p:sp>
      <p:sp>
        <p:nvSpPr>
          <p:cNvPr id="4" name="Образ слайда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ru-BY"/>
          </a:p>
        </p:txBody>
      </p:sp>
      <p:sp>
        <p:nvSpPr>
          <p:cNvPr id="5" name="Заметки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6" name="Нижний колонтитул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ru-BY"/>
          </a:p>
        </p:txBody>
      </p:sp>
      <p:sp>
        <p:nvSpPr>
          <p:cNvPr id="7" name="Номер слайда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2945DA1B-B4DD-4AC0-9EFD-A7C916A8FCF2}" type="slidenum">
              <a:rPr lang="ru-BY" smtClean="0"/>
              <a:t>‹#›</a:t>
            </a:fld>
            <a:endParaRPr lang="ru-BY"/>
          </a:p>
        </p:txBody>
      </p:sp>
    </p:spTree>
    <p:extLst>
      <p:ext uri="{BB962C8B-B14F-4D97-AF65-F5344CB8AC3E}">
        <p14:creationId xmlns:p14="http://schemas.microsoft.com/office/powerpoint/2010/main" val="1228958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5898EC20-C207-4F5D-A945-2D2DF6346C1D}" type="slidenum">
              <a:rPr lang="ru-RU" smtClean="0"/>
              <a:pPr/>
              <a:t>24</a:t>
            </a:fld>
            <a:endParaRPr lang="ru-RU"/>
          </a:p>
        </p:txBody>
      </p:sp>
    </p:spTree>
    <p:extLst>
      <p:ext uri="{BB962C8B-B14F-4D97-AF65-F5344CB8AC3E}">
        <p14:creationId xmlns:p14="http://schemas.microsoft.com/office/powerpoint/2010/main" val="111932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5898EC20-C207-4F5D-A945-2D2DF6346C1D}" type="slidenum">
              <a:rPr lang="ru-RU" smtClean="0"/>
              <a:pPr/>
              <a:t>25</a:t>
            </a:fld>
            <a:endParaRPr lang="ru-RU"/>
          </a:p>
        </p:txBody>
      </p:sp>
    </p:spTree>
    <p:extLst>
      <p:ext uri="{BB962C8B-B14F-4D97-AF65-F5344CB8AC3E}">
        <p14:creationId xmlns:p14="http://schemas.microsoft.com/office/powerpoint/2010/main" val="992217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5898EC20-C207-4F5D-A945-2D2DF6346C1D}" type="slidenum">
              <a:rPr lang="ru-RU" smtClean="0"/>
              <a:pPr/>
              <a:t>26</a:t>
            </a:fld>
            <a:endParaRPr lang="ru-RU"/>
          </a:p>
        </p:txBody>
      </p:sp>
    </p:spTree>
    <p:extLst>
      <p:ext uri="{BB962C8B-B14F-4D97-AF65-F5344CB8AC3E}">
        <p14:creationId xmlns:p14="http://schemas.microsoft.com/office/powerpoint/2010/main" val="35364766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ru-RU"/>
              <a:t>Образец заголовка</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D1DACAA3-012B-4AC1-99E3-6F7274951FBD}" type="datetimeFigureOut">
              <a:rPr lang="ru-BY" smtClean="0"/>
              <a:t>17.07.2026</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302B668-6409-4629-877C-588E063827B8}" type="slidenum">
              <a:rPr lang="ru-BY" smtClean="0"/>
              <a:t>‹#›</a:t>
            </a:fld>
            <a:endParaRPr lang="ru-BY"/>
          </a:p>
        </p:txBody>
      </p:sp>
    </p:spTree>
    <p:extLst>
      <p:ext uri="{BB962C8B-B14F-4D97-AF65-F5344CB8AC3E}">
        <p14:creationId xmlns:p14="http://schemas.microsoft.com/office/powerpoint/2010/main" val="1081680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1DACAA3-012B-4AC1-99E3-6F7274951FBD}" type="datetimeFigureOut">
              <a:rPr lang="ru-BY" smtClean="0"/>
              <a:t>17.07.2026</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14113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ru-RU"/>
              <a:t>Образец заголовка</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8593667" y="6272784"/>
            <a:ext cx="2644309" cy="365125"/>
          </a:xfrm>
        </p:spPr>
        <p:txBody>
          <a:bodyPr/>
          <a:lstStyle/>
          <a:p>
            <a:fld id="{D1DACAA3-012B-4AC1-99E3-6F7274951FBD}" type="datetimeFigureOut">
              <a:rPr lang="ru-BY" smtClean="0"/>
              <a:t>17.07.2026</a:t>
            </a:fld>
            <a:endParaRPr lang="ru-BY"/>
          </a:p>
        </p:txBody>
      </p:sp>
      <p:sp>
        <p:nvSpPr>
          <p:cNvPr id="5" name="Footer Placeholder 4"/>
          <p:cNvSpPr>
            <a:spLocks noGrp="1"/>
          </p:cNvSpPr>
          <p:nvPr>
            <p:ph type="ftr" sz="quarter" idx="11"/>
          </p:nvPr>
        </p:nvSpPr>
        <p:spPr>
          <a:xfrm>
            <a:off x="2182708" y="6272784"/>
            <a:ext cx="6327648" cy="365125"/>
          </a:xfrm>
        </p:spPr>
        <p:txBody>
          <a:bodyPr/>
          <a:lstStyle/>
          <a:p>
            <a:endParaRPr lang="ru-BY"/>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302B668-6409-4629-877C-588E063827B8}" type="slidenum">
              <a:rPr lang="ru-BY" smtClean="0"/>
              <a:t>‹#›</a:t>
            </a:fld>
            <a:endParaRPr lang="ru-BY"/>
          </a:p>
        </p:txBody>
      </p:sp>
    </p:spTree>
    <p:extLst>
      <p:ext uri="{BB962C8B-B14F-4D97-AF65-F5344CB8AC3E}">
        <p14:creationId xmlns:p14="http://schemas.microsoft.com/office/powerpoint/2010/main" val="2235973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D1DACAA3-012B-4AC1-99E3-6F7274951FBD}" type="datetimeFigureOut">
              <a:rPr lang="ru-BY" smtClean="0"/>
              <a:t>17.07.2026</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305574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D1DACAA3-012B-4AC1-99E3-6F7274951FBD}" type="datetimeFigureOut">
              <a:rPr lang="ru-BY" smtClean="0"/>
              <a:t>17.07.2026</a:t>
            </a:fld>
            <a:endParaRPr lang="ru-BY"/>
          </a:p>
        </p:txBody>
      </p:sp>
      <p:sp>
        <p:nvSpPr>
          <p:cNvPr id="8" name="Footer Placeholder 7"/>
          <p:cNvSpPr>
            <a:spLocks noGrp="1"/>
          </p:cNvSpPr>
          <p:nvPr>
            <p:ph type="ftr" sz="quarter" idx="11"/>
          </p:nvPr>
        </p:nvSpPr>
        <p:spPr/>
        <p:txBody>
          <a:bodyPr/>
          <a:lstStyle/>
          <a:p>
            <a:endParaRPr lang="ru-BY"/>
          </a:p>
        </p:txBody>
      </p:sp>
      <p:sp>
        <p:nvSpPr>
          <p:cNvPr id="9" name="Slide Number Placeholder 8"/>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165089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D1DACAA3-012B-4AC1-99E3-6F7274951FBD}" type="datetimeFigureOut">
              <a:rPr lang="ru-BY" smtClean="0"/>
              <a:t>17.07.2026</a:t>
            </a:fld>
            <a:endParaRPr lang="ru-BY"/>
          </a:p>
        </p:txBody>
      </p:sp>
      <p:sp>
        <p:nvSpPr>
          <p:cNvPr id="4" name="Footer Placeholder 3"/>
          <p:cNvSpPr>
            <a:spLocks noGrp="1"/>
          </p:cNvSpPr>
          <p:nvPr>
            <p:ph type="ftr" sz="quarter" idx="11"/>
          </p:nvPr>
        </p:nvSpPr>
        <p:spPr/>
        <p:txBody>
          <a:bodyPr/>
          <a:lstStyle/>
          <a:p>
            <a:endParaRPr lang="ru-BY"/>
          </a:p>
        </p:txBody>
      </p:sp>
      <p:sp>
        <p:nvSpPr>
          <p:cNvPr id="5" name="Slide Number Placeholder 4"/>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532866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ACAA3-012B-4AC1-99E3-6F7274951FBD}" type="datetimeFigureOut">
              <a:rPr lang="ru-BY" smtClean="0"/>
              <a:t>17.07.2026</a:t>
            </a:fld>
            <a:endParaRPr lang="ru-BY"/>
          </a:p>
        </p:txBody>
      </p:sp>
      <p:sp>
        <p:nvSpPr>
          <p:cNvPr id="3" name="Footer Placeholder 2"/>
          <p:cNvSpPr>
            <a:spLocks noGrp="1"/>
          </p:cNvSpPr>
          <p:nvPr>
            <p:ph type="ftr" sz="quarter" idx="11"/>
          </p:nvPr>
        </p:nvSpPr>
        <p:spPr/>
        <p:txBody>
          <a:bodyPr/>
          <a:lstStyle/>
          <a:p>
            <a:endParaRPr lang="ru-BY"/>
          </a:p>
        </p:txBody>
      </p:sp>
      <p:sp>
        <p:nvSpPr>
          <p:cNvPr id="4" name="Slide Number Placeholder 3"/>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1440237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a:t>Образец заголовка</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D1DACAA3-012B-4AC1-99E3-6F7274951FBD}" type="datetimeFigureOut">
              <a:rPr lang="ru-BY" smtClean="0"/>
              <a:t>17.07.2026</a:t>
            </a:fld>
            <a:endParaRPr lang="ru-BY"/>
          </a:p>
        </p:txBody>
      </p:sp>
      <p:sp>
        <p:nvSpPr>
          <p:cNvPr id="6" name="Footer Placeholder 5"/>
          <p:cNvSpPr>
            <a:spLocks noGrp="1"/>
          </p:cNvSpPr>
          <p:nvPr>
            <p:ph type="ftr" sz="quarter" idx="11"/>
          </p:nvPr>
        </p:nvSpPr>
        <p:spPr/>
        <p:txBody>
          <a:bodyPr/>
          <a:lstStyle/>
          <a:p>
            <a:endParaRPr lang="ru-BY"/>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2362522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a:t>Образец заголовка</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D1DACAA3-012B-4AC1-99E3-6F7274951FBD}" type="datetimeFigureOut">
              <a:rPr lang="ru-BY" smtClean="0"/>
              <a:t>17.07.2026</a:t>
            </a:fld>
            <a:endParaRPr lang="ru-BY"/>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1960298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1DACAA3-012B-4AC1-99E3-6F7274951FBD}" type="datetimeFigureOut">
              <a:rPr lang="ru-BY" smtClean="0"/>
              <a:t>17.07.2026</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295568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1DACAA3-012B-4AC1-99E3-6F7274951FBD}" type="datetimeFigureOut">
              <a:rPr lang="ru-BY" smtClean="0"/>
              <a:t>17.07.2026</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E302B668-6409-4629-877C-588E063827B8}" type="slidenum">
              <a:rPr lang="ru-BY" smtClean="0"/>
              <a:t>‹#›</a:t>
            </a:fld>
            <a:endParaRPr lang="ru-BY"/>
          </a:p>
        </p:txBody>
      </p:sp>
    </p:spTree>
    <p:extLst>
      <p:ext uri="{BB962C8B-B14F-4D97-AF65-F5344CB8AC3E}">
        <p14:creationId xmlns:p14="http://schemas.microsoft.com/office/powerpoint/2010/main" val="65823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63579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DACAA3-012B-4AC1-99E3-6F7274951FBD}" type="datetimeFigureOut">
              <a:rPr lang="ru-BY" smtClean="0"/>
              <a:t>17.07.2026</a:t>
            </a:fld>
            <a:endParaRPr lang="ru-BY"/>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ru-BY"/>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302B668-6409-4629-877C-588E063827B8}" type="slidenum">
              <a:rPr lang="ru-BY" smtClean="0"/>
              <a:t>‹#›</a:t>
            </a:fld>
            <a:endParaRPr lang="ru-BY"/>
          </a:p>
        </p:txBody>
      </p:sp>
    </p:spTree>
    <p:extLst>
      <p:ext uri="{BB962C8B-B14F-4D97-AF65-F5344CB8AC3E}">
        <p14:creationId xmlns:p14="http://schemas.microsoft.com/office/powerpoint/2010/main" val="172190048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18" Type="http://schemas.openxmlformats.org/officeDocument/2006/relationships/diagramLayout" Target="../diagrams/layout6.xml"/><Relationship Id="rId3" Type="http://schemas.openxmlformats.org/officeDocument/2006/relationships/diagramLayout" Target="../diagrams/layout3.xml"/><Relationship Id="rId21" Type="http://schemas.microsoft.com/office/2007/relationships/diagramDrawing" Target="../diagrams/drawing6.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diagramData" Target="../diagrams/data6.xml"/><Relationship Id="rId2" Type="http://schemas.openxmlformats.org/officeDocument/2006/relationships/diagramData" Target="../diagrams/data3.xml"/><Relationship Id="rId16" Type="http://schemas.microsoft.com/office/2007/relationships/diagramDrawing" Target="../diagrams/drawing5.xml"/><Relationship Id="rId20" Type="http://schemas.openxmlformats.org/officeDocument/2006/relationships/diagramColors" Target="../diagrams/colors6.xml"/><Relationship Id="rId1" Type="http://schemas.openxmlformats.org/officeDocument/2006/relationships/slideLayout" Target="../slideLayouts/slideLayout5.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19" Type="http://schemas.openxmlformats.org/officeDocument/2006/relationships/diagramQuickStyle" Target="../diagrams/quickStyle6.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 Id="rId2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78EF8B-342A-4C61-A7E7-55702782B516}"/>
              </a:ext>
            </a:extLst>
          </p:cNvPr>
          <p:cNvSpPr>
            <a:spLocks noGrp="1"/>
          </p:cNvSpPr>
          <p:nvPr>
            <p:ph type="ctrTitle"/>
          </p:nvPr>
        </p:nvSpPr>
        <p:spPr/>
        <p:txBody>
          <a:bodyPr/>
          <a:lstStyle/>
          <a:p>
            <a:r>
              <a:rPr lang="ru-RU" dirty="0"/>
              <a:t>График </a:t>
            </a:r>
            <a:r>
              <a:rPr lang="ru-RU" dirty="0" err="1"/>
              <a:t>ганта</a:t>
            </a:r>
            <a:endParaRPr lang="ru-BY" dirty="0"/>
          </a:p>
        </p:txBody>
      </p:sp>
      <p:sp>
        <p:nvSpPr>
          <p:cNvPr id="3" name="Подзаголовок 2">
            <a:extLst>
              <a:ext uri="{FF2B5EF4-FFF2-40B4-BE49-F238E27FC236}">
                <a16:creationId xmlns:a16="http://schemas.microsoft.com/office/drawing/2014/main" id="{E66C18CB-C444-41B6-AF1D-29342FD44494}"/>
              </a:ext>
            </a:extLst>
          </p:cNvPr>
          <p:cNvSpPr>
            <a:spLocks noGrp="1"/>
          </p:cNvSpPr>
          <p:nvPr>
            <p:ph type="subTitle" idx="1"/>
          </p:nvPr>
        </p:nvSpPr>
        <p:spPr/>
        <p:txBody>
          <a:bodyPr/>
          <a:lstStyle/>
          <a:p>
            <a:r>
              <a:rPr lang="ru-RU" dirty="0"/>
              <a:t>Пз-4</a:t>
            </a:r>
            <a:endParaRPr lang="ru-BY" dirty="0"/>
          </a:p>
        </p:txBody>
      </p:sp>
    </p:spTree>
    <p:extLst>
      <p:ext uri="{BB962C8B-B14F-4D97-AF65-F5344CB8AC3E}">
        <p14:creationId xmlns:p14="http://schemas.microsoft.com/office/powerpoint/2010/main" val="4092648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1" y="179860"/>
            <a:ext cx="10515600" cy="1168400"/>
          </a:xfrm>
        </p:spPr>
        <p:txBody>
          <a:bodyPr>
            <a:normAutofit/>
          </a:bodyPr>
          <a:lstStyle/>
          <a:p>
            <a:pPr algn="ctr"/>
            <a:r>
              <a:rPr lang="uk-UA" sz="2400" dirty="0"/>
              <a:t>А </a:t>
            </a:r>
            <a:r>
              <a:rPr lang="ru-RU" sz="2400" dirty="0"/>
              <a:t>зачем вообще что-то планировать ?</a:t>
            </a:r>
            <a:br>
              <a:rPr lang="ru-RU" sz="2400" dirty="0"/>
            </a:br>
            <a:r>
              <a:rPr lang="ru-RU" sz="2400" dirty="0"/>
              <a:t>Все равно все пойдет не по плану. </a:t>
            </a:r>
          </a:p>
        </p:txBody>
      </p:sp>
      <p:pic>
        <p:nvPicPr>
          <p:cNvPr id="11" name="Объект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8844" y="1865970"/>
            <a:ext cx="5614314" cy="4205316"/>
          </a:xfrm>
        </p:spPr>
      </p:pic>
    </p:spTree>
    <p:extLst>
      <p:ext uri="{BB962C8B-B14F-4D97-AF65-F5344CB8AC3E}">
        <p14:creationId xmlns:p14="http://schemas.microsoft.com/office/powerpoint/2010/main" val="3952933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1168400"/>
          </a:xfrm>
        </p:spPr>
        <p:txBody>
          <a:bodyPr>
            <a:normAutofit/>
          </a:bodyPr>
          <a:lstStyle/>
          <a:p>
            <a:pPr algn="ctr"/>
            <a:r>
              <a:rPr lang="ru-RU" sz="2400" dirty="0"/>
              <a:t>Что такое </a:t>
            </a:r>
            <a:br>
              <a:rPr lang="ru-RU" sz="2400" dirty="0"/>
            </a:br>
            <a:r>
              <a:rPr lang="ru-RU" sz="2400" dirty="0"/>
              <a:t>календарное-сетевое планирование?</a:t>
            </a:r>
            <a:endParaRPr lang="uk-UA" sz="2400" dirty="0"/>
          </a:p>
        </p:txBody>
      </p:sp>
      <p:sp>
        <p:nvSpPr>
          <p:cNvPr id="4" name="Rectangle 2"/>
          <p:cNvSpPr txBox="1">
            <a:spLocks noChangeArrowheads="1"/>
          </p:cNvSpPr>
          <p:nvPr/>
        </p:nvSpPr>
        <p:spPr>
          <a:xfrm>
            <a:off x="1073791" y="1921078"/>
            <a:ext cx="7279377" cy="462800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200" dirty="0"/>
              <a:t> </a:t>
            </a:r>
            <a:r>
              <a:rPr lang="ru-RU" sz="2900" dirty="0">
                <a:solidFill>
                  <a:schemeClr val="tx1"/>
                </a:solidFill>
              </a:rPr>
              <a:t>Это процесс составления календарного плана работ в проекте, который включает определение перечня работ проекта, </a:t>
            </a:r>
            <a:r>
              <a:rPr lang="ru-RU" sz="2900" u="sng" dirty="0">
                <a:solidFill>
                  <a:schemeClr val="tx1"/>
                </a:solidFill>
              </a:rPr>
              <a:t>их логические взаимосвязи</a:t>
            </a:r>
            <a:r>
              <a:rPr lang="ru-RU" sz="2900" dirty="0">
                <a:solidFill>
                  <a:schemeClr val="tx1"/>
                </a:solidFill>
              </a:rPr>
              <a:t>, исполнителей и продолжительности работ; ресурсные, временные и внешние ограничения и, на их основе, сроки выполнения. </a:t>
            </a:r>
          </a:p>
          <a:p>
            <a:pPr marL="0" indent="0" algn="just">
              <a:buNone/>
            </a:pPr>
            <a:r>
              <a:rPr lang="ru-RU" sz="2900" dirty="0">
                <a:solidFill>
                  <a:schemeClr val="tx1"/>
                </a:solidFill>
              </a:rPr>
              <a:t>Результатом составления расписания проекта является подробный план, который </a:t>
            </a:r>
            <a:r>
              <a:rPr lang="ru-RU" sz="2900" u="sng" dirty="0">
                <a:solidFill>
                  <a:schemeClr val="tx1"/>
                </a:solidFill>
              </a:rPr>
              <a:t>служит инструментом для коммуникации, управления ожиданиями заинтересованных сторон и основой для подготовки отчетности об исполнении.</a:t>
            </a:r>
          </a:p>
          <a:p>
            <a:pPr marL="0" indent="0" algn="just">
              <a:buNone/>
            </a:pPr>
            <a:endParaRPr lang="ru-RU" sz="3600" dirty="0"/>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4930" y="1433384"/>
            <a:ext cx="3847070" cy="3847070"/>
          </a:xfrm>
          <a:prstGeom prst="rect">
            <a:avLst/>
          </a:prstGeom>
        </p:spPr>
      </p:pic>
    </p:spTree>
    <p:extLst>
      <p:ext uri="{BB962C8B-B14F-4D97-AF65-F5344CB8AC3E}">
        <p14:creationId xmlns:p14="http://schemas.microsoft.com/office/powerpoint/2010/main" val="13520259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CADDB2-EC27-7912-56BA-83CA269789DC}"/>
              </a:ext>
            </a:extLst>
          </p:cNvPr>
          <p:cNvSpPr txBox="1"/>
          <p:nvPr/>
        </p:nvSpPr>
        <p:spPr>
          <a:xfrm>
            <a:off x="1847528" y="1988840"/>
            <a:ext cx="4104456" cy="3970318"/>
          </a:xfrm>
          <a:prstGeom prst="rect">
            <a:avLst/>
          </a:prstGeom>
          <a:noFill/>
        </p:spPr>
        <p:txBody>
          <a:bodyPr wrap="square">
            <a:spAutoFit/>
          </a:bodyPr>
          <a:lstStyle/>
          <a:p>
            <a:r>
              <a:rPr lang="ru-RU" kern="0" dirty="0">
                <a:solidFill>
                  <a:srgbClr val="18202E"/>
                </a:solidFill>
                <a:latin typeface="Arial" panose="020B0604020202020204" pitchFamily="34" charset="0"/>
                <a:ea typeface="Times New Roman" panose="02020603050405020304" pitchFamily="18" charset="0"/>
              </a:rPr>
              <a:t>Work </a:t>
            </a:r>
            <a:r>
              <a:rPr lang="ru-RU" kern="0" dirty="0" err="1">
                <a:solidFill>
                  <a:srgbClr val="18202E"/>
                </a:solidFill>
                <a:latin typeface="Arial" panose="020B0604020202020204" pitchFamily="34" charset="0"/>
                <a:ea typeface="Times New Roman" panose="02020603050405020304" pitchFamily="18" charset="0"/>
              </a:rPr>
              <a:t>Breakdown</a:t>
            </a:r>
            <a:r>
              <a:rPr lang="ru-RU" kern="0" dirty="0">
                <a:solidFill>
                  <a:srgbClr val="18202E"/>
                </a:solidFill>
                <a:latin typeface="Arial" panose="020B0604020202020204" pitchFamily="34" charset="0"/>
                <a:ea typeface="Times New Roman" panose="02020603050405020304" pitchFamily="18" charset="0"/>
              </a:rPr>
              <a:t> </a:t>
            </a:r>
            <a:r>
              <a:rPr lang="ru-RU" kern="0" dirty="0" err="1">
                <a:solidFill>
                  <a:srgbClr val="18202E"/>
                </a:solidFill>
                <a:latin typeface="Arial" panose="020B0604020202020204" pitchFamily="34" charset="0"/>
                <a:ea typeface="Times New Roman" panose="02020603050405020304" pitchFamily="18" charset="0"/>
              </a:rPr>
              <a:t>Structure</a:t>
            </a:r>
            <a:r>
              <a:rPr lang="ru-RU" kern="0" dirty="0">
                <a:solidFill>
                  <a:srgbClr val="18202E"/>
                </a:solidFill>
                <a:latin typeface="Arial" panose="020B0604020202020204" pitchFamily="34" charset="0"/>
                <a:ea typeface="Times New Roman" panose="02020603050405020304" pitchFamily="18" charset="0"/>
              </a:rPr>
              <a:t> (WBS) - это иерархическая декомпозиция проекта на более мелкие и управляемые компоненты, задачи и работы. WBS помогает организовать работы проекта, определить иерархию задач и установить связи и зависимости между ними. </a:t>
            </a:r>
          </a:p>
          <a:p>
            <a:r>
              <a:rPr lang="ru-RU" altLang="ru-BY" dirty="0"/>
              <a:t>Иерархическая структура работ организует и определяет </a:t>
            </a:r>
            <a:r>
              <a:rPr lang="ru-RU" altLang="ru-BY" b="1" i="1" dirty="0"/>
              <a:t>все содержание</a:t>
            </a:r>
            <a:r>
              <a:rPr lang="ru-RU" altLang="ru-BY" dirty="0"/>
              <a:t> проекта. Работы, не включенные в WBS, не являются работами проекта.</a:t>
            </a:r>
            <a:endParaRPr lang="ru-BY" dirty="0"/>
          </a:p>
        </p:txBody>
      </p:sp>
      <p:graphicFrame>
        <p:nvGraphicFramePr>
          <p:cNvPr id="4" name="Схема 3">
            <a:extLst>
              <a:ext uri="{FF2B5EF4-FFF2-40B4-BE49-F238E27FC236}">
                <a16:creationId xmlns:a16="http://schemas.microsoft.com/office/drawing/2014/main" id="{149E4653-B473-F82C-008E-9B3B0382848E}"/>
              </a:ext>
            </a:extLst>
          </p:cNvPr>
          <p:cNvGraphicFramePr/>
          <p:nvPr>
            <p:extLst/>
          </p:nvPr>
        </p:nvGraphicFramePr>
        <p:xfrm>
          <a:off x="7067600" y="1484784"/>
          <a:ext cx="3600400"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Заголовок 4">
            <a:extLst>
              <a:ext uri="{FF2B5EF4-FFF2-40B4-BE49-F238E27FC236}">
                <a16:creationId xmlns:a16="http://schemas.microsoft.com/office/drawing/2014/main" id="{593D6B77-E7C0-05D7-0F88-AAA542AE6758}"/>
              </a:ext>
            </a:extLst>
          </p:cNvPr>
          <p:cNvSpPr>
            <a:spLocks noGrp="1"/>
          </p:cNvSpPr>
          <p:nvPr>
            <p:ph type="title"/>
          </p:nvPr>
        </p:nvSpPr>
        <p:spPr>
          <a:xfrm>
            <a:off x="3127123" y="4198"/>
            <a:ext cx="5937755" cy="1188720"/>
          </a:xfrm>
        </p:spPr>
        <p:txBody>
          <a:bodyPr/>
          <a:lstStyle/>
          <a:p>
            <a:r>
              <a:rPr lang="en-US" dirty="0"/>
              <a:t>WBS</a:t>
            </a:r>
            <a:endParaRPr lang="ru-BY" dirty="0"/>
          </a:p>
        </p:txBody>
      </p:sp>
    </p:spTree>
    <p:extLst>
      <p:ext uri="{BB962C8B-B14F-4D97-AF65-F5344CB8AC3E}">
        <p14:creationId xmlns:p14="http://schemas.microsoft.com/office/powerpoint/2010/main" val="3494374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21CE9B3E-C98D-47F6-BB84-1A18DFA7CF99}"/>
              </a:ext>
            </a:extLst>
          </p:cNvPr>
          <p:cNvSpPr>
            <a:spLocks noGrp="1" noChangeArrowheads="1"/>
          </p:cNvSpPr>
          <p:nvPr>
            <p:ph type="body" idx="1"/>
          </p:nvPr>
        </p:nvSpPr>
        <p:spPr>
          <a:xfrm>
            <a:off x="2171700" y="523875"/>
            <a:ext cx="8229600" cy="6172200"/>
          </a:xfrm>
        </p:spPr>
        <p:txBody>
          <a:bodyPr/>
          <a:lstStyle/>
          <a:p>
            <a:pPr>
              <a:lnSpc>
                <a:spcPct val="90000"/>
              </a:lnSpc>
              <a:buFontTx/>
              <a:buNone/>
            </a:pPr>
            <a:r>
              <a:rPr lang="ru-RU" altLang="ru-BY" sz="2400" b="1" dirty="0"/>
              <a:t>		Иерархическая структура работ</a:t>
            </a:r>
            <a:r>
              <a:rPr lang="ru-RU" altLang="ru-BY" sz="2400" dirty="0"/>
              <a:t> (</a:t>
            </a:r>
            <a:r>
              <a:rPr lang="ru-RU" altLang="ru-BY" sz="2400" dirty="0" err="1"/>
              <a:t>Work</a:t>
            </a:r>
            <a:r>
              <a:rPr lang="ru-RU" altLang="ru-BY" sz="2400" dirty="0"/>
              <a:t> </a:t>
            </a:r>
            <a:r>
              <a:rPr lang="ru-RU" altLang="ru-BY" sz="2400" dirty="0" err="1"/>
              <a:t>Breakdown</a:t>
            </a:r>
            <a:r>
              <a:rPr lang="ru-RU" altLang="ru-BY" sz="2400" dirty="0"/>
              <a:t> </a:t>
            </a:r>
            <a:r>
              <a:rPr lang="ru-RU" altLang="ru-BY" sz="2400" dirty="0" err="1"/>
              <a:t>Structure</a:t>
            </a:r>
            <a:r>
              <a:rPr lang="ru-RU" altLang="ru-BY" sz="2400" dirty="0"/>
              <a:t>) – инструмент, позволяющий разбить проект на составные части. Она устанавливает иерархически структурированное распределение работ по реализации проекта для всех задействованных в нем работников.</a:t>
            </a:r>
          </a:p>
          <a:p>
            <a:pPr>
              <a:lnSpc>
                <a:spcPct val="90000"/>
              </a:lnSpc>
              <a:buFontTx/>
              <a:buNone/>
            </a:pPr>
            <a:r>
              <a:rPr lang="ru-RU" altLang="ru-BY" sz="2400" dirty="0"/>
              <a:t>		В ходе построения WBS осуществляется последовательная декомпозиция проекта на </a:t>
            </a:r>
            <a:r>
              <a:rPr lang="ru-RU" altLang="ru-BY" sz="2400" dirty="0" err="1"/>
              <a:t>подпроекты</a:t>
            </a:r>
            <a:r>
              <a:rPr lang="ru-RU" altLang="ru-BY" sz="2400" dirty="0"/>
              <a:t>, пакеты работ различного уровня, пакеты детальных работ. </a:t>
            </a:r>
            <a:r>
              <a:rPr lang="ru-RU" altLang="ru-BY" sz="2400" b="1" dirty="0"/>
              <a:t>Декомпозиция </a:t>
            </a:r>
            <a:r>
              <a:rPr lang="ru-RU" altLang="ru-BY" sz="2400" dirty="0"/>
              <a:t>– это деление результатов проекта на меньшие, более управляемые компоненты до уровня </a:t>
            </a:r>
            <a:r>
              <a:rPr lang="ru-RU" altLang="ru-BY" sz="2400" b="1" i="1" dirty="0"/>
              <a:t>пакетов работ.</a:t>
            </a:r>
            <a:r>
              <a:rPr lang="ru-RU" altLang="ru-BY" sz="2400" dirty="0"/>
              <a:t> </a:t>
            </a:r>
          </a:p>
          <a:p>
            <a:pPr>
              <a:lnSpc>
                <a:spcPct val="90000"/>
              </a:lnSpc>
              <a:buFontTx/>
              <a:buNone/>
            </a:pPr>
            <a:r>
              <a:rPr lang="ru-RU" altLang="ru-BY" sz="2400" dirty="0"/>
              <a:t>		Иерархическая структура работ организует и определяет </a:t>
            </a:r>
            <a:r>
              <a:rPr lang="ru-RU" altLang="ru-BY" sz="2400" b="1" i="1" dirty="0"/>
              <a:t>все содержание</a:t>
            </a:r>
            <a:r>
              <a:rPr lang="ru-RU" altLang="ru-BY" sz="2400" dirty="0"/>
              <a:t> проекта. Работы, не включенные </a:t>
            </a:r>
            <a:r>
              <a:rPr lang="ru-RU" altLang="ru-BY" sz="2400" dirty="0" err="1"/>
              <a:t>is</a:t>
            </a:r>
            <a:r>
              <a:rPr lang="ru-RU" altLang="ru-BY" sz="2400" dirty="0"/>
              <a:t> WBS, не являются работами проекта.</a:t>
            </a:r>
          </a:p>
        </p:txBody>
      </p:sp>
      <p:pic>
        <p:nvPicPr>
          <p:cNvPr id="2" name="Рисунок 1">
            <a:extLst>
              <a:ext uri="{FF2B5EF4-FFF2-40B4-BE49-F238E27FC236}">
                <a16:creationId xmlns:a16="http://schemas.microsoft.com/office/drawing/2014/main" id="{EE6E4578-CE66-4DA5-9E1C-754C5289A2DF}"/>
              </a:ext>
            </a:extLst>
          </p:cNvPr>
          <p:cNvPicPr>
            <a:picLocks noChangeAspect="1"/>
          </p:cNvPicPr>
          <p:nvPr/>
        </p:nvPicPr>
        <p:blipFill>
          <a:blip r:embed="rId2"/>
          <a:stretch>
            <a:fillRect/>
          </a:stretch>
        </p:blipFill>
        <p:spPr>
          <a:xfrm>
            <a:off x="0" y="0"/>
            <a:ext cx="1979712" cy="14847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8BEC34-A3CD-4262-A138-53C2871060B4}"/>
              </a:ext>
            </a:extLst>
          </p:cNvPr>
          <p:cNvSpPr>
            <a:spLocks noGrp="1"/>
          </p:cNvSpPr>
          <p:nvPr>
            <p:ph type="title"/>
          </p:nvPr>
        </p:nvSpPr>
        <p:spPr>
          <a:xfrm>
            <a:off x="1631504" y="309476"/>
            <a:ext cx="8784976" cy="527236"/>
          </a:xfrm>
        </p:spPr>
        <p:txBody>
          <a:bodyPr>
            <a:normAutofit/>
          </a:bodyPr>
          <a:lstStyle/>
          <a:p>
            <a:r>
              <a:rPr lang="ru-RU" altLang="ru-BY" sz="2000" b="1" dirty="0"/>
              <a:t>Правила рационального размера пакетов работ</a:t>
            </a:r>
            <a:endParaRPr lang="ru-BY" sz="2000" dirty="0"/>
          </a:p>
        </p:txBody>
      </p:sp>
      <p:graphicFrame>
        <p:nvGraphicFramePr>
          <p:cNvPr id="4" name="Объект 3">
            <a:extLst>
              <a:ext uri="{FF2B5EF4-FFF2-40B4-BE49-F238E27FC236}">
                <a16:creationId xmlns:a16="http://schemas.microsoft.com/office/drawing/2014/main" id="{79BBECD0-0578-4CC6-BD10-7DC57BAD3DEA}"/>
              </a:ext>
            </a:extLst>
          </p:cNvPr>
          <p:cNvGraphicFramePr>
            <a:graphicFrameLocks noGrp="1"/>
          </p:cNvGraphicFramePr>
          <p:nvPr>
            <p:ph idx="1"/>
            <p:extLst/>
          </p:nvPr>
        </p:nvGraphicFramePr>
        <p:xfrm>
          <a:off x="221705" y="836712"/>
          <a:ext cx="10798720" cy="5246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5369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34668" y="422302"/>
            <a:ext cx="10793046" cy="738664"/>
          </a:xfrm>
          <a:prstGeom prst="rect">
            <a:avLst/>
          </a:prstGeom>
        </p:spPr>
        <p:txBody>
          <a:bodyPr vert="horz" wrap="square" lIns="0" tIns="0" rIns="0" bIns="0" rtlCol="0" anchor="ctr">
            <a:spAutoFit/>
          </a:bodyPr>
          <a:lstStyle/>
          <a:p>
            <a:pPr marL="12700" algn="ctr">
              <a:lnSpc>
                <a:spcPct val="100000"/>
              </a:lnSpc>
            </a:pPr>
            <a:r>
              <a:rPr lang="ru-RU" sz="2400" dirty="0"/>
              <a:t>Основные ориентиры (условия) при создании структуры работ</a:t>
            </a:r>
            <a:endParaRPr sz="2400" dirty="0">
              <a:solidFill>
                <a:srgbClr val="0C6367"/>
              </a:solidFill>
              <a:ea typeface="Arial"/>
              <a:sym typeface="Arial"/>
            </a:endParaRPr>
          </a:p>
        </p:txBody>
      </p:sp>
      <p:sp>
        <p:nvSpPr>
          <p:cNvPr id="2" name="Прямоугольник 1"/>
          <p:cNvSpPr/>
          <p:nvPr/>
        </p:nvSpPr>
        <p:spPr>
          <a:xfrm>
            <a:off x="592333" y="1725978"/>
            <a:ext cx="11129319" cy="3139321"/>
          </a:xfrm>
          <a:prstGeom prst="rect">
            <a:avLst/>
          </a:prstGeom>
        </p:spPr>
        <p:txBody>
          <a:bodyPr wrap="square">
            <a:spAutoFit/>
          </a:bodyPr>
          <a:lstStyle/>
          <a:p>
            <a:pPr marL="342900" indent="-342900" fontAlgn="base">
              <a:buFont typeface="+mj-lt"/>
              <a:buAutoNum type="arabicPeriod"/>
            </a:pPr>
            <a:r>
              <a:rPr lang="ru-RU" sz="2200" dirty="0"/>
              <a:t>Для каждого элемента структуры формулируется измеримый результат.</a:t>
            </a:r>
          </a:p>
          <a:p>
            <a:pPr marL="342900" indent="-342900" fontAlgn="base">
              <a:buFont typeface="+mj-lt"/>
              <a:buAutoNum type="arabicPeriod"/>
            </a:pPr>
            <a:r>
              <a:rPr lang="ru-RU" sz="2200" dirty="0"/>
              <a:t>Каждый результат вышестоящего элемента носит агрегированный характер, т.е. является итогом результатов «дочерних» элементов декомпозиции.</a:t>
            </a:r>
          </a:p>
          <a:p>
            <a:pPr marL="342900" indent="-342900" fontAlgn="base">
              <a:buFont typeface="+mj-lt"/>
              <a:buAutoNum type="arabicPeriod"/>
            </a:pPr>
            <a:r>
              <a:rPr lang="ru-RU" sz="2200" dirty="0"/>
              <a:t>Пакеты и отдельные операции должны быть уникальными.</a:t>
            </a:r>
          </a:p>
          <a:p>
            <a:pPr marL="342900" indent="-342900" fontAlgn="base">
              <a:buFont typeface="+mj-lt"/>
              <a:buAutoNum type="arabicPeriod"/>
            </a:pPr>
            <a:r>
              <a:rPr lang="ru-RU" sz="2200" dirty="0"/>
              <a:t>Структура должна быть полной, но не избыточной.</a:t>
            </a:r>
          </a:p>
          <a:p>
            <a:pPr marL="342900" indent="-342900" fontAlgn="base">
              <a:buFont typeface="+mj-lt"/>
              <a:buAutoNum type="arabicPeriod"/>
            </a:pPr>
            <a:r>
              <a:rPr lang="ru-RU" sz="2200" dirty="0"/>
              <a:t>Элементы структуры верхних уровней должны быть совместимы с организационной структурой проекта.</a:t>
            </a:r>
          </a:p>
          <a:p>
            <a:pPr marL="342900" indent="-342900" fontAlgn="base">
              <a:buFont typeface="+mj-lt"/>
              <a:buAutoNum type="arabicPeriod"/>
            </a:pPr>
            <a:r>
              <a:rPr lang="ru-RU" sz="2200" dirty="0"/>
              <a:t>Размер элементов нижнего уровня должен быть достаточным для эффективного управления, но не избыточным для их контроля.</a:t>
            </a:r>
          </a:p>
        </p:txBody>
      </p:sp>
    </p:spTree>
    <p:extLst>
      <p:ext uri="{BB962C8B-B14F-4D97-AF65-F5344CB8AC3E}">
        <p14:creationId xmlns:p14="http://schemas.microsoft.com/office/powerpoint/2010/main" val="3456083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34668" y="114526"/>
            <a:ext cx="10793046" cy="1354217"/>
          </a:xfrm>
          <a:prstGeom prst="rect">
            <a:avLst/>
          </a:prstGeom>
        </p:spPr>
        <p:txBody>
          <a:bodyPr vert="horz" wrap="square" lIns="0" tIns="0" rIns="0" bIns="0" rtlCol="0" anchor="ctr">
            <a:spAutoFit/>
          </a:bodyPr>
          <a:lstStyle/>
          <a:p>
            <a:pPr marL="12700" algn="ctr">
              <a:lnSpc>
                <a:spcPct val="100000"/>
              </a:lnSpc>
            </a:pPr>
            <a:r>
              <a:rPr lang="ru-RU" sz="4400" dirty="0"/>
              <a:t>Этапы разработки иерархической структуры работ</a:t>
            </a:r>
            <a:endParaRPr sz="4400" dirty="0">
              <a:sym typeface="Arial"/>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8271" y="1468743"/>
            <a:ext cx="7036162" cy="4898740"/>
          </a:xfrm>
          <a:prstGeom prst="rect">
            <a:avLst/>
          </a:prstGeom>
        </p:spPr>
      </p:pic>
    </p:spTree>
    <p:extLst>
      <p:ext uri="{BB962C8B-B14F-4D97-AF65-F5344CB8AC3E}">
        <p14:creationId xmlns:p14="http://schemas.microsoft.com/office/powerpoint/2010/main" val="614774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Текст 3">
            <a:extLst>
              <a:ext uri="{FF2B5EF4-FFF2-40B4-BE49-F238E27FC236}">
                <a16:creationId xmlns:a16="http://schemas.microsoft.com/office/drawing/2014/main" id="{4EB51CA8-2FBD-4F9D-A2FD-3C75AA801F7A}"/>
              </a:ext>
            </a:extLst>
          </p:cNvPr>
          <p:cNvSpPr>
            <a:spLocks noGrp="1"/>
          </p:cNvSpPr>
          <p:nvPr>
            <p:ph type="body" idx="1"/>
          </p:nvPr>
        </p:nvSpPr>
        <p:spPr>
          <a:xfrm>
            <a:off x="764796" y="1359360"/>
            <a:ext cx="4754880" cy="640080"/>
          </a:xfrm>
        </p:spPr>
        <p:txBody>
          <a:bodyPr>
            <a:normAutofit/>
          </a:bodyPr>
          <a:lstStyle/>
          <a:p>
            <a:pPr>
              <a:spcBef>
                <a:spcPts val="0"/>
              </a:spcBef>
            </a:pPr>
            <a:r>
              <a:rPr lang="ru-RU" dirty="0"/>
              <a:t>a) Продуктовый подход</a:t>
            </a:r>
          </a:p>
          <a:p>
            <a:pPr>
              <a:spcBef>
                <a:spcPts val="0"/>
              </a:spcBef>
            </a:pPr>
            <a:r>
              <a:rPr lang="ru-RU" b="0" i="1" dirty="0"/>
              <a:t>(по конечным модулям системы)</a:t>
            </a:r>
            <a:endParaRPr lang="ru-RU" b="0" dirty="0"/>
          </a:p>
          <a:p>
            <a:endParaRPr lang="ru-BY" dirty="0"/>
          </a:p>
        </p:txBody>
      </p:sp>
      <p:graphicFrame>
        <p:nvGraphicFramePr>
          <p:cNvPr id="8" name="Объект 7">
            <a:extLst>
              <a:ext uri="{FF2B5EF4-FFF2-40B4-BE49-F238E27FC236}">
                <a16:creationId xmlns:a16="http://schemas.microsoft.com/office/drawing/2014/main" id="{92D342D7-AF23-4C9F-B7DB-89EACD8B2FCA}"/>
              </a:ext>
            </a:extLst>
          </p:cNvPr>
          <p:cNvGraphicFramePr>
            <a:graphicFrameLocks noGrp="1"/>
          </p:cNvGraphicFramePr>
          <p:nvPr>
            <p:ph sz="half" idx="2"/>
            <p:extLst>
              <p:ext uri="{D42A27DB-BD31-4B8C-83A1-F6EECF244321}">
                <p14:modId xmlns:p14="http://schemas.microsoft.com/office/powerpoint/2010/main" val="2813978311"/>
              </p:ext>
            </p:extLst>
          </p:nvPr>
        </p:nvGraphicFramePr>
        <p:xfrm>
          <a:off x="764796" y="1765882"/>
          <a:ext cx="3807204" cy="20888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Текст 5">
            <a:extLst>
              <a:ext uri="{FF2B5EF4-FFF2-40B4-BE49-F238E27FC236}">
                <a16:creationId xmlns:a16="http://schemas.microsoft.com/office/drawing/2014/main" id="{04B94FC4-E139-49E1-84BB-E179A463A1EF}"/>
              </a:ext>
            </a:extLst>
          </p:cNvPr>
          <p:cNvSpPr>
            <a:spLocks noGrp="1"/>
          </p:cNvSpPr>
          <p:nvPr>
            <p:ph type="body" sz="quarter" idx="3"/>
          </p:nvPr>
        </p:nvSpPr>
        <p:spPr>
          <a:xfrm>
            <a:off x="6359295" y="1157087"/>
            <a:ext cx="4754880" cy="640080"/>
          </a:xfrm>
        </p:spPr>
        <p:txBody>
          <a:bodyPr>
            <a:normAutofit/>
          </a:bodyPr>
          <a:lstStyle/>
          <a:p>
            <a:pPr>
              <a:spcBef>
                <a:spcPts val="0"/>
              </a:spcBef>
            </a:pPr>
            <a:r>
              <a:rPr lang="ru-RU" dirty="0"/>
              <a:t>б) Подход по жизненному циклу</a:t>
            </a:r>
          </a:p>
          <a:p>
            <a:pPr>
              <a:spcBef>
                <a:spcPts val="0"/>
              </a:spcBef>
            </a:pPr>
            <a:r>
              <a:rPr lang="ru-RU" b="0" i="1" dirty="0"/>
              <a:t>(по этапам создания)</a:t>
            </a:r>
            <a:endParaRPr lang="ru-RU" b="0" dirty="0"/>
          </a:p>
          <a:p>
            <a:endParaRPr lang="ru-BY" dirty="0"/>
          </a:p>
        </p:txBody>
      </p:sp>
      <p:graphicFrame>
        <p:nvGraphicFramePr>
          <p:cNvPr id="9" name="Объект 8">
            <a:extLst>
              <a:ext uri="{FF2B5EF4-FFF2-40B4-BE49-F238E27FC236}">
                <a16:creationId xmlns:a16="http://schemas.microsoft.com/office/drawing/2014/main" id="{08224B96-1D80-4B44-AEFC-85C42B3992F2}"/>
              </a:ext>
            </a:extLst>
          </p:cNvPr>
          <p:cNvGraphicFramePr>
            <a:graphicFrameLocks noGrp="1"/>
          </p:cNvGraphicFramePr>
          <p:nvPr>
            <p:ph sz="quarter" idx="4"/>
            <p:extLst>
              <p:ext uri="{D42A27DB-BD31-4B8C-83A1-F6EECF244321}">
                <p14:modId xmlns:p14="http://schemas.microsoft.com/office/powerpoint/2010/main" val="2391943352"/>
              </p:ext>
            </p:extLst>
          </p:nvPr>
        </p:nvGraphicFramePr>
        <p:xfrm>
          <a:off x="6359295" y="1765881"/>
          <a:ext cx="4138729" cy="208885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Текст 3">
            <a:extLst>
              <a:ext uri="{FF2B5EF4-FFF2-40B4-BE49-F238E27FC236}">
                <a16:creationId xmlns:a16="http://schemas.microsoft.com/office/drawing/2014/main" id="{97350D8F-CB92-498B-9C99-1DB347D7029C}"/>
              </a:ext>
            </a:extLst>
          </p:cNvPr>
          <p:cNvSpPr txBox="1">
            <a:spLocks/>
          </p:cNvSpPr>
          <p:nvPr/>
        </p:nvSpPr>
        <p:spPr>
          <a:xfrm>
            <a:off x="764796" y="4042579"/>
            <a:ext cx="4754880" cy="64008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b="1" kern="1200">
                <a:solidFill>
                  <a:schemeClr val="accent1">
                    <a:lumMod val="75000"/>
                  </a:schemeClr>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9pPr>
          </a:lstStyle>
          <a:p>
            <a:pPr>
              <a:spcBef>
                <a:spcPts val="0"/>
              </a:spcBef>
            </a:pPr>
            <a:r>
              <a:rPr lang="ru-RU" dirty="0"/>
              <a:t>в) Функциональный подход</a:t>
            </a:r>
          </a:p>
          <a:p>
            <a:pPr>
              <a:spcBef>
                <a:spcPts val="0"/>
              </a:spcBef>
            </a:pPr>
            <a:r>
              <a:rPr lang="ru-RU" i="1" dirty="0"/>
              <a:t>(по специализациям команды)</a:t>
            </a:r>
            <a:endParaRPr lang="ru-BY" i="1" dirty="0"/>
          </a:p>
        </p:txBody>
      </p:sp>
      <p:graphicFrame>
        <p:nvGraphicFramePr>
          <p:cNvPr id="13" name="Объект 8">
            <a:extLst>
              <a:ext uri="{FF2B5EF4-FFF2-40B4-BE49-F238E27FC236}">
                <a16:creationId xmlns:a16="http://schemas.microsoft.com/office/drawing/2014/main" id="{6570ED13-46CB-4F8D-926A-BF78949EF985}"/>
              </a:ext>
            </a:extLst>
          </p:cNvPr>
          <p:cNvGraphicFramePr>
            <a:graphicFrameLocks/>
          </p:cNvGraphicFramePr>
          <p:nvPr>
            <p:extLst>
              <p:ext uri="{D42A27DB-BD31-4B8C-83A1-F6EECF244321}">
                <p14:modId xmlns:p14="http://schemas.microsoft.com/office/powerpoint/2010/main" val="727313975"/>
              </p:ext>
            </p:extLst>
          </p:nvPr>
        </p:nvGraphicFramePr>
        <p:xfrm>
          <a:off x="6246841" y="4657696"/>
          <a:ext cx="4138729" cy="208885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4" name="Текст 5">
            <a:extLst>
              <a:ext uri="{FF2B5EF4-FFF2-40B4-BE49-F238E27FC236}">
                <a16:creationId xmlns:a16="http://schemas.microsoft.com/office/drawing/2014/main" id="{6CB69CC1-BB6B-4821-BB28-41D5F7F7BAAA}"/>
              </a:ext>
            </a:extLst>
          </p:cNvPr>
          <p:cNvSpPr txBox="1">
            <a:spLocks/>
          </p:cNvSpPr>
          <p:nvPr/>
        </p:nvSpPr>
        <p:spPr>
          <a:xfrm>
            <a:off x="6096000" y="3944566"/>
            <a:ext cx="4754880" cy="640080"/>
          </a:xfrm>
          <a:prstGeom prst="rect">
            <a:avLst/>
          </a:prstGeom>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b="1" kern="1200">
                <a:solidFill>
                  <a:schemeClr val="accent1">
                    <a:lumMod val="75000"/>
                  </a:schemeClr>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b="1" kern="1200">
                <a:solidFill>
                  <a:schemeClr val="tx1"/>
                </a:solidFill>
                <a:latin typeface="+mn-lt"/>
                <a:ea typeface="+mn-ea"/>
                <a:cs typeface="+mn-cs"/>
              </a:defRPr>
            </a:lvl9pPr>
          </a:lstStyle>
          <a:p>
            <a:pPr>
              <a:spcBef>
                <a:spcPts val="0"/>
              </a:spcBef>
            </a:pPr>
            <a:r>
              <a:rPr lang="ru-RU" dirty="0"/>
              <a:t>г) Организационный подход</a:t>
            </a:r>
          </a:p>
          <a:p>
            <a:pPr>
              <a:spcBef>
                <a:spcPts val="0"/>
              </a:spcBef>
            </a:pPr>
            <a:r>
              <a:rPr lang="ru-RU" i="1" dirty="0"/>
              <a:t>(по территориальным или структурным единицам)</a:t>
            </a:r>
            <a:endParaRPr lang="ru-BY" i="1" dirty="0"/>
          </a:p>
        </p:txBody>
      </p:sp>
      <p:graphicFrame>
        <p:nvGraphicFramePr>
          <p:cNvPr id="15" name="Объект 7">
            <a:extLst>
              <a:ext uri="{FF2B5EF4-FFF2-40B4-BE49-F238E27FC236}">
                <a16:creationId xmlns:a16="http://schemas.microsoft.com/office/drawing/2014/main" id="{0B91640E-8C7C-4162-B96D-7DA98717E6DD}"/>
              </a:ext>
            </a:extLst>
          </p:cNvPr>
          <p:cNvGraphicFramePr>
            <a:graphicFrameLocks/>
          </p:cNvGraphicFramePr>
          <p:nvPr>
            <p:extLst>
              <p:ext uri="{D42A27DB-BD31-4B8C-83A1-F6EECF244321}">
                <p14:modId xmlns:p14="http://schemas.microsoft.com/office/powerpoint/2010/main" val="2867733495"/>
              </p:ext>
            </p:extLst>
          </p:nvPr>
        </p:nvGraphicFramePr>
        <p:xfrm>
          <a:off x="943822" y="4769141"/>
          <a:ext cx="3807204" cy="208885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16" name="Рисунок 15">
            <a:extLst>
              <a:ext uri="{FF2B5EF4-FFF2-40B4-BE49-F238E27FC236}">
                <a16:creationId xmlns:a16="http://schemas.microsoft.com/office/drawing/2014/main" id="{D2A51AAE-FA87-4E5A-BBD4-A4AC23C53DA1}"/>
              </a:ext>
            </a:extLst>
          </p:cNvPr>
          <p:cNvPicPr>
            <a:picLocks noChangeAspect="1"/>
          </p:cNvPicPr>
          <p:nvPr/>
        </p:nvPicPr>
        <p:blipFill>
          <a:blip r:embed="rId22"/>
          <a:stretch>
            <a:fillRect/>
          </a:stretch>
        </p:blipFill>
        <p:spPr>
          <a:xfrm>
            <a:off x="10498024" y="1453315"/>
            <a:ext cx="1498233" cy="1913743"/>
          </a:xfrm>
          <a:prstGeom prst="rect">
            <a:avLst/>
          </a:prstGeom>
        </p:spPr>
      </p:pic>
      <p:sp>
        <p:nvSpPr>
          <p:cNvPr id="18" name="object 3">
            <a:extLst>
              <a:ext uri="{FF2B5EF4-FFF2-40B4-BE49-F238E27FC236}">
                <a16:creationId xmlns:a16="http://schemas.microsoft.com/office/drawing/2014/main" id="{E550BA48-FE6B-403A-A4A1-2ECE010F64DB}"/>
              </a:ext>
            </a:extLst>
          </p:cNvPr>
          <p:cNvSpPr txBox="1">
            <a:spLocks noGrp="1"/>
          </p:cNvSpPr>
          <p:nvPr>
            <p:ph type="title"/>
          </p:nvPr>
        </p:nvSpPr>
        <p:spPr>
          <a:xfrm>
            <a:off x="998591" y="0"/>
            <a:ext cx="10793046" cy="584775"/>
          </a:xfrm>
          <a:prstGeom prst="rect">
            <a:avLst/>
          </a:prstGeom>
        </p:spPr>
        <p:txBody>
          <a:bodyPr vert="horz" wrap="square" lIns="0" tIns="0" rIns="0" bIns="0" rtlCol="0" anchor="ctr">
            <a:spAutoFit/>
          </a:bodyPr>
          <a:lstStyle/>
          <a:p>
            <a:pPr marL="12700">
              <a:lnSpc>
                <a:spcPct val="100000"/>
              </a:lnSpc>
            </a:pPr>
            <a:r>
              <a:rPr lang="ru-RU" sz="3800" dirty="0">
                <a:solidFill>
                  <a:srgbClr val="0C6367"/>
                </a:solidFill>
                <a:ea typeface="Arial"/>
                <a:sym typeface="Arial"/>
              </a:rPr>
              <a:t>Подходы к созданию ИСР</a:t>
            </a:r>
            <a:r>
              <a:rPr lang="en-US" sz="3800" dirty="0">
                <a:solidFill>
                  <a:srgbClr val="0C6367"/>
                </a:solidFill>
                <a:ea typeface="Arial"/>
                <a:sym typeface="Arial"/>
              </a:rPr>
              <a:t> </a:t>
            </a:r>
            <a:r>
              <a:rPr lang="ru-RU" sz="3800" dirty="0">
                <a:solidFill>
                  <a:srgbClr val="0C6367"/>
                </a:solidFill>
                <a:ea typeface="Arial"/>
                <a:sym typeface="Arial"/>
              </a:rPr>
              <a:t>(</a:t>
            </a:r>
            <a:r>
              <a:rPr lang="en-US" sz="3800" dirty="0">
                <a:solidFill>
                  <a:srgbClr val="0C6367"/>
                </a:solidFill>
                <a:ea typeface="Arial"/>
                <a:sym typeface="Arial"/>
              </a:rPr>
              <a:t>WBS</a:t>
            </a:r>
            <a:r>
              <a:rPr lang="ru-RU" sz="3800" dirty="0">
                <a:solidFill>
                  <a:srgbClr val="0C6367"/>
                </a:solidFill>
                <a:ea typeface="Arial"/>
                <a:sym typeface="Arial"/>
              </a:rPr>
              <a:t>)</a:t>
            </a:r>
            <a:endParaRPr sz="3800" dirty="0">
              <a:solidFill>
                <a:srgbClr val="0C6367"/>
              </a:solidFill>
              <a:ea typeface="Arial"/>
              <a:sym typeface="Arial"/>
            </a:endParaRPr>
          </a:p>
        </p:txBody>
      </p:sp>
    </p:spTree>
    <p:extLst>
      <p:ext uri="{BB962C8B-B14F-4D97-AF65-F5344CB8AC3E}">
        <p14:creationId xmlns:p14="http://schemas.microsoft.com/office/powerpoint/2010/main" val="2064711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1A8D20E7-81AF-4C0D-AE01-A42D5E8FA49A}"/>
              </a:ext>
            </a:extLst>
          </p:cNvPr>
          <p:cNvSpPr>
            <a:spLocks noGrp="1"/>
          </p:cNvSpPr>
          <p:nvPr>
            <p:ph type="title"/>
          </p:nvPr>
        </p:nvSpPr>
        <p:spPr>
          <a:xfrm>
            <a:off x="1069848" y="484632"/>
            <a:ext cx="10058400" cy="201168"/>
          </a:xfrm>
        </p:spPr>
        <p:txBody>
          <a:bodyPr>
            <a:normAutofit fontScale="90000"/>
          </a:bodyPr>
          <a:lstStyle/>
          <a:p>
            <a:r>
              <a:rPr lang="ru-RU" sz="1800" dirty="0" err="1"/>
              <a:t>Промт</a:t>
            </a:r>
            <a:r>
              <a:rPr lang="ru-RU" sz="1800" dirty="0"/>
              <a:t> для создания ИСР</a:t>
            </a:r>
            <a:endParaRPr lang="ru-BY" sz="1800" dirty="0"/>
          </a:p>
        </p:txBody>
      </p:sp>
      <p:sp>
        <p:nvSpPr>
          <p:cNvPr id="8" name="Объект 7">
            <a:extLst>
              <a:ext uri="{FF2B5EF4-FFF2-40B4-BE49-F238E27FC236}">
                <a16:creationId xmlns:a16="http://schemas.microsoft.com/office/drawing/2014/main" id="{9411BEC4-B974-4A25-A627-FBAFF47998ED}"/>
              </a:ext>
            </a:extLst>
          </p:cNvPr>
          <p:cNvSpPr>
            <a:spLocks noGrp="1"/>
          </p:cNvSpPr>
          <p:nvPr>
            <p:ph idx="1"/>
          </p:nvPr>
        </p:nvSpPr>
        <p:spPr>
          <a:xfrm>
            <a:off x="356782" y="871448"/>
            <a:ext cx="11278747" cy="5986552"/>
          </a:xfrm>
        </p:spPr>
        <p:txBody>
          <a:bodyPr>
            <a:normAutofit fontScale="55000" lnSpcReduction="20000"/>
          </a:bodyPr>
          <a:lstStyle/>
          <a:p>
            <a:pPr marL="0" indent="0">
              <a:lnSpc>
                <a:spcPct val="120000"/>
              </a:lnSpc>
              <a:spcBef>
                <a:spcPts val="0"/>
              </a:spcBef>
              <a:buNone/>
            </a:pPr>
            <a:r>
              <a:rPr lang="ru-RU" dirty="0"/>
              <a:t>Ты — эксперт по управлению проектами (PMI, PMBOK). </a:t>
            </a:r>
          </a:p>
          <a:p>
            <a:pPr marL="0" indent="0">
              <a:lnSpc>
                <a:spcPct val="120000"/>
              </a:lnSpc>
              <a:spcBef>
                <a:spcPts val="0"/>
              </a:spcBef>
              <a:buNone/>
            </a:pPr>
            <a:r>
              <a:rPr lang="ru-RU" dirty="0"/>
              <a:t>Твоя задача — разработать Иерархическую структуру работ (WBS) для IT-проекта.</a:t>
            </a:r>
          </a:p>
          <a:p>
            <a:pPr marL="0" indent="0">
              <a:lnSpc>
                <a:spcPct val="120000"/>
              </a:lnSpc>
              <a:spcBef>
                <a:spcPts val="0"/>
              </a:spcBef>
              <a:buNone/>
            </a:pPr>
            <a:endParaRPr lang="ru-RU" dirty="0"/>
          </a:p>
          <a:p>
            <a:pPr marL="0" indent="0">
              <a:lnSpc>
                <a:spcPct val="120000"/>
              </a:lnSpc>
              <a:spcBef>
                <a:spcPts val="0"/>
              </a:spcBef>
              <a:buNone/>
            </a:pPr>
            <a:endParaRPr lang="ru-RU" dirty="0"/>
          </a:p>
          <a:p>
            <a:pPr marL="0" indent="0">
              <a:lnSpc>
                <a:spcPct val="120000"/>
              </a:lnSpc>
              <a:spcBef>
                <a:spcPts val="0"/>
              </a:spcBef>
              <a:buNone/>
            </a:pPr>
            <a:r>
              <a:rPr lang="ru-RU" dirty="0"/>
              <a:t>ПАРАМЕТРЫ ПРОЕКТА:</a:t>
            </a:r>
          </a:p>
          <a:p>
            <a:pPr marL="0" indent="0">
              <a:lnSpc>
                <a:spcPct val="120000"/>
              </a:lnSpc>
              <a:spcBef>
                <a:spcPts val="0"/>
              </a:spcBef>
              <a:buNone/>
            </a:pPr>
            <a:r>
              <a:rPr lang="ru-RU" dirty="0"/>
              <a:t>- Название проекта: [вставьте название]</a:t>
            </a:r>
          </a:p>
          <a:p>
            <a:pPr marL="0" indent="0">
              <a:lnSpc>
                <a:spcPct val="120000"/>
              </a:lnSpc>
              <a:spcBef>
                <a:spcPts val="0"/>
              </a:spcBef>
              <a:buNone/>
            </a:pPr>
            <a:r>
              <a:rPr lang="ru-RU" dirty="0"/>
              <a:t>- Тип проекта: [веб-сайт / мобильное приложение / CRM / ERP / интернет-магазин / и т.д.]</a:t>
            </a:r>
          </a:p>
          <a:p>
            <a:pPr marL="0" indent="0">
              <a:lnSpc>
                <a:spcPct val="120000"/>
              </a:lnSpc>
              <a:spcBef>
                <a:spcPts val="0"/>
              </a:spcBef>
              <a:buNone/>
            </a:pPr>
            <a:r>
              <a:rPr lang="ru-RU" dirty="0"/>
              <a:t>- Отрасль: [например, e-</a:t>
            </a:r>
            <a:r>
              <a:rPr lang="ru-RU" dirty="0" err="1"/>
              <a:t>commerce</a:t>
            </a:r>
            <a:r>
              <a:rPr lang="ru-RU" dirty="0"/>
              <a:t>, </a:t>
            </a:r>
            <a:r>
              <a:rPr lang="ru-RU" dirty="0" err="1"/>
              <a:t>финтех</a:t>
            </a:r>
            <a:r>
              <a:rPr lang="ru-RU" dirty="0"/>
              <a:t>, образование, здравоохранение]</a:t>
            </a:r>
          </a:p>
          <a:p>
            <a:pPr marL="0" indent="0">
              <a:lnSpc>
                <a:spcPct val="120000"/>
              </a:lnSpc>
              <a:spcBef>
                <a:spcPts val="0"/>
              </a:spcBef>
              <a:buNone/>
            </a:pPr>
            <a:r>
              <a:rPr lang="ru-RU" dirty="0"/>
              <a:t>- Бюджет: [приблизительный бюджет]</a:t>
            </a:r>
          </a:p>
          <a:p>
            <a:pPr marL="0" indent="0">
              <a:lnSpc>
                <a:spcPct val="120000"/>
              </a:lnSpc>
              <a:spcBef>
                <a:spcPts val="0"/>
              </a:spcBef>
              <a:buNone/>
            </a:pPr>
            <a:r>
              <a:rPr lang="ru-RU" dirty="0"/>
              <a:t>- Сроки: [желаемые сроки]</a:t>
            </a:r>
          </a:p>
          <a:p>
            <a:pPr marL="0" indent="0">
              <a:lnSpc>
                <a:spcPct val="120000"/>
              </a:lnSpc>
              <a:spcBef>
                <a:spcPts val="0"/>
              </a:spcBef>
              <a:buNone/>
            </a:pPr>
            <a:r>
              <a:rPr lang="ru-RU" dirty="0"/>
              <a:t>- Команда: [количество и роли участников]</a:t>
            </a:r>
          </a:p>
          <a:p>
            <a:pPr marL="0" indent="0">
              <a:lnSpc>
                <a:spcPct val="120000"/>
              </a:lnSpc>
              <a:spcBef>
                <a:spcPts val="0"/>
              </a:spcBef>
              <a:buNone/>
            </a:pPr>
            <a:r>
              <a:rPr lang="ru-RU" dirty="0"/>
              <a:t>- Технологический стек: [языки, фреймворки, БД, хостинг]</a:t>
            </a:r>
          </a:p>
          <a:p>
            <a:pPr marL="0" indent="0">
              <a:lnSpc>
                <a:spcPct val="120000"/>
              </a:lnSpc>
              <a:spcBef>
                <a:spcPts val="0"/>
              </a:spcBef>
              <a:buNone/>
            </a:pPr>
            <a:r>
              <a:rPr lang="ru-RU" dirty="0"/>
              <a:t>- Ключевые стейкхолдеры: [заказчик, инвесторы, конечные пользователи]</a:t>
            </a:r>
          </a:p>
          <a:p>
            <a:pPr marL="0" indent="0">
              <a:lnSpc>
                <a:spcPct val="120000"/>
              </a:lnSpc>
              <a:spcBef>
                <a:spcPts val="0"/>
              </a:spcBef>
              <a:buNone/>
            </a:pPr>
            <a:r>
              <a:rPr lang="ru-RU" dirty="0"/>
              <a:t>- Особые требования: [безопасность, масштабируемость, интеграции, мобильная версия]</a:t>
            </a:r>
          </a:p>
          <a:p>
            <a:pPr marL="0" indent="0">
              <a:lnSpc>
                <a:spcPct val="120000"/>
              </a:lnSpc>
              <a:spcBef>
                <a:spcPts val="0"/>
              </a:spcBef>
              <a:buNone/>
            </a:pPr>
            <a:endParaRPr lang="ru-RU" dirty="0"/>
          </a:p>
          <a:p>
            <a:pPr marL="0" indent="0">
              <a:lnSpc>
                <a:spcPct val="120000"/>
              </a:lnSpc>
              <a:spcBef>
                <a:spcPts val="0"/>
              </a:spcBef>
              <a:buNone/>
            </a:pPr>
            <a:endParaRPr lang="ru-RU" dirty="0"/>
          </a:p>
          <a:p>
            <a:pPr marL="0" indent="0">
              <a:lnSpc>
                <a:spcPct val="120000"/>
              </a:lnSpc>
              <a:spcBef>
                <a:spcPts val="0"/>
              </a:spcBef>
              <a:buNone/>
            </a:pPr>
            <a:r>
              <a:rPr lang="ru-RU" dirty="0"/>
              <a:t>ТРЕБОВАНИЯ К СТРУКТУРЕ WBS:</a:t>
            </a:r>
          </a:p>
          <a:p>
            <a:pPr marL="0" indent="0">
              <a:lnSpc>
                <a:spcPct val="120000"/>
              </a:lnSpc>
              <a:spcBef>
                <a:spcPts val="0"/>
              </a:spcBef>
              <a:buNone/>
            </a:pPr>
            <a:r>
              <a:rPr lang="ru-RU" dirty="0"/>
              <a:t>1. Уровень 0 — название проекта.</a:t>
            </a:r>
          </a:p>
          <a:p>
            <a:pPr marL="0" indent="0">
              <a:lnSpc>
                <a:spcPct val="120000"/>
              </a:lnSpc>
              <a:spcBef>
                <a:spcPts val="0"/>
              </a:spcBef>
              <a:buNone/>
            </a:pPr>
            <a:r>
              <a:rPr lang="ru-RU" dirty="0"/>
              <a:t>2. Уровень 1 — крупные этапы жизненного цикла (6–8 этапов).</a:t>
            </a:r>
          </a:p>
          <a:p>
            <a:pPr marL="0" indent="0">
              <a:lnSpc>
                <a:spcPct val="120000"/>
              </a:lnSpc>
              <a:spcBef>
                <a:spcPts val="0"/>
              </a:spcBef>
              <a:buNone/>
            </a:pPr>
            <a:r>
              <a:rPr lang="ru-RU" dirty="0"/>
              <a:t>3. Уровень 2 — подзадачи для каждого этапа (3–5 задач).</a:t>
            </a:r>
          </a:p>
          <a:p>
            <a:pPr marL="0" indent="0">
              <a:lnSpc>
                <a:spcPct val="120000"/>
              </a:lnSpc>
              <a:spcBef>
                <a:spcPts val="0"/>
              </a:spcBef>
              <a:buNone/>
            </a:pPr>
            <a:r>
              <a:rPr lang="ru-RU" dirty="0"/>
              <a:t>4. Уровень 3 — конкретные, измеримые работы (3–5 подзадач).</a:t>
            </a:r>
          </a:p>
          <a:p>
            <a:pPr marL="0" indent="0">
              <a:lnSpc>
                <a:spcPct val="120000"/>
              </a:lnSpc>
              <a:spcBef>
                <a:spcPts val="0"/>
              </a:spcBef>
              <a:buNone/>
            </a:pPr>
            <a:endParaRPr lang="ru-RU" dirty="0"/>
          </a:p>
          <a:p>
            <a:pPr marL="0" indent="0">
              <a:lnSpc>
                <a:spcPct val="120000"/>
              </a:lnSpc>
              <a:spcBef>
                <a:spcPts val="0"/>
              </a:spcBef>
              <a:buNone/>
            </a:pPr>
            <a:endParaRPr lang="ru-RU" dirty="0"/>
          </a:p>
          <a:p>
            <a:pPr marL="0" indent="0">
              <a:lnSpc>
                <a:spcPct val="120000"/>
              </a:lnSpc>
              <a:spcBef>
                <a:spcPts val="0"/>
              </a:spcBef>
              <a:buNone/>
            </a:pPr>
            <a:r>
              <a:rPr lang="ru-RU" dirty="0"/>
              <a:t>ПРАВИЛА:</a:t>
            </a:r>
          </a:p>
          <a:p>
            <a:pPr marL="0" indent="0">
              <a:lnSpc>
                <a:spcPct val="120000"/>
              </a:lnSpc>
              <a:spcBef>
                <a:spcPts val="0"/>
              </a:spcBef>
              <a:buNone/>
            </a:pPr>
            <a:r>
              <a:rPr lang="ru-RU" dirty="0"/>
              <a:t>- Используй нумерацию: 1.0, 1.1, 1.1.1, 1.1.2 и т.д.</a:t>
            </a:r>
          </a:p>
          <a:p>
            <a:pPr marL="0" indent="0">
              <a:lnSpc>
                <a:spcPct val="120000"/>
              </a:lnSpc>
              <a:spcBef>
                <a:spcPts val="0"/>
              </a:spcBef>
              <a:buNone/>
            </a:pPr>
            <a:r>
              <a:rPr lang="ru-RU" dirty="0"/>
              <a:t>- Охвати весь путь: от идеи/анализа до внедрения/поддержки.</a:t>
            </a:r>
          </a:p>
          <a:p>
            <a:pPr marL="0" indent="0">
              <a:lnSpc>
                <a:spcPct val="120000"/>
              </a:lnSpc>
              <a:spcBef>
                <a:spcPts val="0"/>
              </a:spcBef>
              <a:buNone/>
            </a:pPr>
            <a:r>
              <a:rPr lang="ru-RU" dirty="0"/>
              <a:t>- Работы должны быть конкретными, измеримыми и понятными исполнителю.</a:t>
            </a:r>
          </a:p>
          <a:p>
            <a:pPr marL="0" indent="0">
              <a:lnSpc>
                <a:spcPct val="120000"/>
              </a:lnSpc>
              <a:spcBef>
                <a:spcPts val="0"/>
              </a:spcBef>
              <a:buNone/>
            </a:pPr>
            <a:r>
              <a:rPr lang="ru-RU" dirty="0"/>
              <a:t>- Не включай ресурсы, сроки и ответственных — только структуру работ.</a:t>
            </a:r>
          </a:p>
          <a:p>
            <a:pPr marL="0" indent="0">
              <a:lnSpc>
                <a:spcPct val="120000"/>
              </a:lnSpc>
              <a:spcBef>
                <a:spcPts val="0"/>
              </a:spcBef>
              <a:buNone/>
            </a:pPr>
            <a:r>
              <a:rPr lang="ru-RU" dirty="0"/>
              <a:t>- Учитывай специфику IT: интеграции, тестирование, безопасность, обучение.</a:t>
            </a:r>
          </a:p>
          <a:p>
            <a:pPr marL="0" indent="0">
              <a:lnSpc>
                <a:spcPct val="120000"/>
              </a:lnSpc>
              <a:spcBef>
                <a:spcPts val="0"/>
              </a:spcBef>
              <a:buNone/>
            </a:pPr>
            <a:r>
              <a:rPr lang="ru-RU" dirty="0"/>
              <a:t>- Если проект требует особых этапов (например, миграция данных, импорт контента) — добавь.</a:t>
            </a:r>
          </a:p>
          <a:p>
            <a:pPr marL="0" indent="0">
              <a:lnSpc>
                <a:spcPct val="120000"/>
              </a:lnSpc>
              <a:spcBef>
                <a:spcPts val="0"/>
              </a:spcBef>
              <a:buNone/>
            </a:pPr>
            <a:endParaRPr lang="ru-RU" dirty="0"/>
          </a:p>
          <a:p>
            <a:pPr marL="0" indent="0">
              <a:lnSpc>
                <a:spcPct val="120000"/>
              </a:lnSpc>
              <a:spcBef>
                <a:spcPts val="0"/>
              </a:spcBef>
              <a:buNone/>
            </a:pPr>
            <a:r>
              <a:rPr lang="ru-RU" dirty="0"/>
              <a:t>Выдай результат в виде маркированного списка или таблицы с колонками:</a:t>
            </a:r>
          </a:p>
          <a:p>
            <a:pPr marL="0" indent="0">
              <a:lnSpc>
                <a:spcPct val="120000"/>
              </a:lnSpc>
              <a:spcBef>
                <a:spcPts val="0"/>
              </a:spcBef>
              <a:buNone/>
            </a:pPr>
            <a:r>
              <a:rPr lang="ru-RU" dirty="0"/>
              <a:t>| Код WBS | Название работы | Укрупни количество работ до 20 </a:t>
            </a:r>
            <a:endParaRPr lang="ru-BY" dirty="0"/>
          </a:p>
        </p:txBody>
      </p:sp>
    </p:spTree>
    <p:extLst>
      <p:ext uri="{BB962C8B-B14F-4D97-AF65-F5344CB8AC3E}">
        <p14:creationId xmlns:p14="http://schemas.microsoft.com/office/powerpoint/2010/main" val="66418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0821" y="188640"/>
            <a:ext cx="2056561"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a:xfrm>
            <a:off x="1981200" y="274638"/>
            <a:ext cx="6369620" cy="706090"/>
          </a:xfrm>
        </p:spPr>
        <p:txBody>
          <a:bodyPr>
            <a:normAutofit fontScale="90000"/>
          </a:bodyPr>
          <a:lstStyle/>
          <a:p>
            <a:pPr algn="ctr"/>
            <a:r>
              <a:rPr lang="ru-RU" sz="3200" b="1" dirty="0">
                <a:solidFill>
                  <a:srgbClr val="C00000"/>
                </a:solidFill>
              </a:rPr>
              <a:t>Составление календарного плана   проекта</a:t>
            </a:r>
          </a:p>
        </p:txBody>
      </p:sp>
      <p:sp>
        <p:nvSpPr>
          <p:cNvPr id="3" name="Объект 2"/>
          <p:cNvSpPr>
            <a:spLocks noGrp="1"/>
          </p:cNvSpPr>
          <p:nvPr>
            <p:ph idx="1"/>
          </p:nvPr>
        </p:nvSpPr>
        <p:spPr>
          <a:xfrm>
            <a:off x="1981200" y="1124744"/>
            <a:ext cx="7397900" cy="5276056"/>
          </a:xfrm>
        </p:spPr>
        <p:txBody>
          <a:bodyPr/>
          <a:lstStyle/>
          <a:p>
            <a:pPr marL="0" indent="0" fontAlgn="base">
              <a:spcAft>
                <a:spcPct val="0"/>
              </a:spcAft>
              <a:buClrTx/>
              <a:buNone/>
            </a:pPr>
            <a:endParaRPr lang="ru-RU" altLang="ru-RU" sz="2800" kern="0" dirty="0">
              <a:solidFill>
                <a:srgbClr val="000000"/>
              </a:solidFill>
              <a:latin typeface="Times New Roman" pitchFamily="18" charset="0"/>
            </a:endParaRPr>
          </a:p>
          <a:p>
            <a:endParaRPr lang="ru-RU" dirty="0"/>
          </a:p>
        </p:txBody>
      </p:sp>
      <p:sp>
        <p:nvSpPr>
          <p:cNvPr id="4" name="Прямоугольник 3"/>
          <p:cNvSpPr/>
          <p:nvPr/>
        </p:nvSpPr>
        <p:spPr>
          <a:xfrm>
            <a:off x="378903" y="1876485"/>
            <a:ext cx="11434194" cy="4524315"/>
          </a:xfrm>
          <a:prstGeom prst="rect">
            <a:avLst/>
          </a:prstGeom>
        </p:spPr>
        <p:txBody>
          <a:bodyPr wrap="square">
            <a:spAutoFit/>
          </a:bodyPr>
          <a:lstStyle/>
          <a:p>
            <a:pPr marL="342900" indent="-342900" algn="just">
              <a:buFont typeface="Arial" panose="020B0604020202020204" pitchFamily="34" charset="0"/>
              <a:buChar char="•"/>
            </a:pPr>
            <a:r>
              <a:rPr lang="ru-RU" sz="2400" b="1" dirty="0"/>
              <a:t>Работы связаны друг с другом </a:t>
            </a:r>
            <a:r>
              <a:rPr lang="ru-RU" sz="2400" dirty="0"/>
              <a:t>зависимостями (связями, </a:t>
            </a:r>
            <a:r>
              <a:rPr lang="ru-RU" sz="2400" dirty="0" err="1"/>
              <a:t>Dependences</a:t>
            </a:r>
            <a:r>
              <a:rPr lang="ru-RU" sz="2400" dirty="0"/>
              <a:t>), определяющими порядок их выполнения относительно друг друга. </a:t>
            </a:r>
          </a:p>
          <a:p>
            <a:pPr algn="just"/>
            <a:endParaRPr lang="ru-RU" sz="2400" dirty="0"/>
          </a:p>
          <a:p>
            <a:pPr marL="342900" indent="-342900" algn="just">
              <a:buFont typeface="Arial" panose="020B0604020202020204" pitchFamily="34" charset="0"/>
              <a:buChar char="•"/>
            </a:pPr>
            <a:r>
              <a:rPr lang="ru-RU" sz="2400" b="1" dirty="0"/>
              <a:t>Все работы </a:t>
            </a:r>
            <a:r>
              <a:rPr lang="ru-RU" sz="2400" dirty="0"/>
              <a:t>по проекту </a:t>
            </a:r>
            <a:r>
              <a:rPr lang="ru-RU" sz="2400" b="1" dirty="0"/>
              <a:t>объединяются в </a:t>
            </a:r>
            <a:r>
              <a:rPr lang="ru-RU" sz="2400" b="1" dirty="0">
                <a:solidFill>
                  <a:srgbClr val="C00000"/>
                </a:solidFill>
              </a:rPr>
              <a:t>график работ </a:t>
            </a:r>
            <a:r>
              <a:rPr lang="ru-RU" sz="2400" dirty="0"/>
              <a:t>(календарный план, </a:t>
            </a:r>
            <a:r>
              <a:rPr lang="ru-RU" sz="2400" dirty="0" err="1"/>
              <a:t>Schedule</a:t>
            </a:r>
            <a:r>
              <a:rPr lang="ru-RU" sz="2400" dirty="0"/>
              <a:t>).</a:t>
            </a:r>
          </a:p>
          <a:p>
            <a:pPr marL="342900" indent="-342900" algn="just">
              <a:buFont typeface="Arial" panose="020B0604020202020204" pitchFamily="34" charset="0"/>
              <a:buChar char="•"/>
            </a:pPr>
            <a:endParaRPr lang="ru-RU" sz="2400" dirty="0"/>
          </a:p>
          <a:p>
            <a:pPr marL="342900" indent="-342900" algn="just">
              <a:buFont typeface="Arial" panose="020B0604020202020204" pitchFamily="34" charset="0"/>
              <a:buChar char="•"/>
            </a:pPr>
            <a:r>
              <a:rPr lang="ru-RU" sz="2400" b="1" dirty="0"/>
              <a:t>Работы, задержка выполнения которых </a:t>
            </a:r>
            <a:r>
              <a:rPr lang="ru-RU" sz="2400" dirty="0"/>
              <a:t>может отразиться на сроках выполнения проекта, называются </a:t>
            </a:r>
            <a:r>
              <a:rPr lang="ru-RU" sz="2400" b="1" dirty="0">
                <a:solidFill>
                  <a:srgbClr val="C00000"/>
                </a:solidFill>
              </a:rPr>
              <a:t>критическими работами </a:t>
            </a:r>
            <a:r>
              <a:rPr lang="ru-RU" sz="2400" dirty="0"/>
              <a:t>(</a:t>
            </a:r>
            <a:r>
              <a:rPr lang="ru-RU" sz="2400" dirty="0" err="1"/>
              <a:t>Critical</a:t>
            </a:r>
            <a:r>
              <a:rPr lang="ru-RU" sz="2400" dirty="0"/>
              <a:t> </a:t>
            </a:r>
            <a:r>
              <a:rPr lang="ru-RU" sz="2400" dirty="0" err="1"/>
              <a:t>Tasks</a:t>
            </a:r>
            <a:r>
              <a:rPr lang="ru-RU" sz="2400" dirty="0"/>
              <a:t>).</a:t>
            </a:r>
          </a:p>
          <a:p>
            <a:pPr algn="just"/>
            <a:endParaRPr lang="ru-RU" sz="2400" dirty="0"/>
          </a:p>
          <a:p>
            <a:pPr marL="342900" indent="-342900" algn="just">
              <a:buFont typeface="Arial" panose="020B0604020202020204" pitchFamily="34" charset="0"/>
              <a:buChar char="•"/>
            </a:pPr>
            <a:r>
              <a:rPr lang="ru-RU" sz="2400" b="1" dirty="0"/>
              <a:t>Критические работы </a:t>
            </a:r>
            <a:r>
              <a:rPr lang="ru-RU" sz="2400" dirty="0"/>
              <a:t>образуют </a:t>
            </a:r>
            <a:r>
              <a:rPr lang="ru-RU" sz="2400" b="1" dirty="0">
                <a:solidFill>
                  <a:srgbClr val="C00000"/>
                </a:solidFill>
              </a:rPr>
              <a:t>критический путь </a:t>
            </a:r>
            <a:r>
              <a:rPr lang="ru-RU" sz="2400" dirty="0"/>
              <a:t>(</a:t>
            </a:r>
            <a:r>
              <a:rPr lang="ru-RU" sz="2400" dirty="0" err="1"/>
              <a:t>Critical</a:t>
            </a:r>
            <a:r>
              <a:rPr lang="ru-RU" sz="2400" dirty="0"/>
              <a:t> </a:t>
            </a:r>
            <a:r>
              <a:rPr lang="ru-RU" sz="2400" dirty="0" err="1"/>
              <a:t>Path</a:t>
            </a:r>
            <a:r>
              <a:rPr lang="ru-RU" sz="2400" dirty="0"/>
              <a:t>). Продолжительность критического пути определяет продолжительность проекта</a:t>
            </a:r>
          </a:p>
        </p:txBody>
      </p:sp>
    </p:spTree>
    <p:extLst>
      <p:ext uri="{BB962C8B-B14F-4D97-AF65-F5344CB8AC3E}">
        <p14:creationId xmlns:p14="http://schemas.microsoft.com/office/powerpoint/2010/main" val="2305684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4000" b="1" dirty="0"/>
              <a:t>Типы зависимостей работ </a:t>
            </a:r>
          </a:p>
        </p:txBody>
      </p:sp>
      <p:sp>
        <p:nvSpPr>
          <p:cNvPr id="3" name="Объект 2"/>
          <p:cNvSpPr>
            <a:spLocks noGrp="1"/>
          </p:cNvSpPr>
          <p:nvPr>
            <p:ph idx="1"/>
          </p:nvPr>
        </p:nvSpPr>
        <p:spPr>
          <a:xfrm>
            <a:off x="1919536" y="2276872"/>
            <a:ext cx="3898776" cy="2692896"/>
          </a:xfrm>
        </p:spPr>
        <p:txBody>
          <a:bodyPr>
            <a:normAutofit lnSpcReduction="10000"/>
          </a:bodyPr>
          <a:lstStyle/>
          <a:p>
            <a:pPr>
              <a:spcAft>
                <a:spcPts val="1200"/>
              </a:spcAft>
            </a:pPr>
            <a:r>
              <a:rPr lang="ru-RU" sz="2800" dirty="0"/>
              <a:t>финиш – старт (</a:t>
            </a:r>
            <a:r>
              <a:rPr lang="en-US" sz="2800" dirty="0"/>
              <a:t>FS)</a:t>
            </a:r>
          </a:p>
          <a:p>
            <a:pPr>
              <a:spcAft>
                <a:spcPts val="1200"/>
              </a:spcAft>
            </a:pPr>
            <a:r>
              <a:rPr lang="ru-RU" sz="2800" dirty="0"/>
              <a:t>финиш – финиш (</a:t>
            </a:r>
            <a:r>
              <a:rPr lang="en-US" sz="2800" dirty="0"/>
              <a:t>FF)</a:t>
            </a:r>
          </a:p>
          <a:p>
            <a:pPr>
              <a:spcAft>
                <a:spcPts val="1200"/>
              </a:spcAft>
            </a:pPr>
            <a:r>
              <a:rPr lang="ru-RU" sz="2800" dirty="0"/>
              <a:t>старт – старт (</a:t>
            </a:r>
            <a:r>
              <a:rPr lang="en-US" sz="2800" dirty="0"/>
              <a:t>SS)</a:t>
            </a:r>
          </a:p>
          <a:p>
            <a:pPr>
              <a:spcAft>
                <a:spcPts val="1200"/>
              </a:spcAft>
            </a:pPr>
            <a:r>
              <a:rPr lang="ru-RU" sz="2800" dirty="0"/>
              <a:t>старт – финиш (</a:t>
            </a:r>
            <a:r>
              <a:rPr lang="en-US" sz="2800" dirty="0"/>
              <a:t>SF)</a:t>
            </a:r>
          </a:p>
          <a:p>
            <a:pPr>
              <a:spcAft>
                <a:spcPts val="1200"/>
              </a:spcAft>
            </a:pPr>
            <a:endParaRPr lang="en-US" dirty="0"/>
          </a:p>
          <a:p>
            <a:endParaRPr lang="ru-RU"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4273" y="332657"/>
            <a:ext cx="1736725"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716318" y="2204865"/>
            <a:ext cx="3856668" cy="528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5715421" y="2972942"/>
            <a:ext cx="2677904" cy="528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5716318" y="3673082"/>
            <a:ext cx="2810344" cy="548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5807968" y="4365104"/>
            <a:ext cx="3321752"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5156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2735C32-0205-4866-B630-8B99074EC3B7}"/>
              </a:ext>
            </a:extLst>
          </p:cNvPr>
          <p:cNvSpPr/>
          <p:nvPr/>
        </p:nvSpPr>
        <p:spPr>
          <a:xfrm>
            <a:off x="1772877" y="46156"/>
            <a:ext cx="8746128" cy="830997"/>
          </a:xfrm>
          <a:prstGeom prst="rect">
            <a:avLst/>
          </a:prstGeom>
        </p:spPr>
        <p:txBody>
          <a:bodyPr wrap="square">
            <a:spAutoFit/>
          </a:bodyPr>
          <a:lstStyle/>
          <a:p>
            <a:pPr algn="ctr"/>
            <a:r>
              <a:rPr lang="ru-RU" sz="2400" b="1" dirty="0">
                <a:solidFill>
                  <a:schemeClr val="accent1">
                    <a:lumMod val="50000"/>
                  </a:schemeClr>
                </a:solidFill>
                <a:cs typeface="Arial" panose="020B0604020202020204" pitchFamily="34" charset="0"/>
              </a:rPr>
              <a:t> </a:t>
            </a:r>
            <a:endParaRPr lang="ru-RU" sz="2400" b="1" dirty="0">
              <a:solidFill>
                <a:schemeClr val="accent1">
                  <a:lumMod val="50000"/>
                </a:schemeClr>
              </a:solidFill>
              <a:latin typeface="Arial" panose="020B0604020202020204" pitchFamily="34" charset="0"/>
              <a:cs typeface="Arial" panose="020B0604020202020204" pitchFamily="34" charset="0"/>
            </a:endParaRPr>
          </a:p>
          <a:p>
            <a:pPr algn="ctr"/>
            <a:endParaRPr lang="ru-RU" sz="2400" b="1" dirty="0">
              <a:solidFill>
                <a:schemeClr val="accent1">
                  <a:lumMod val="50000"/>
                </a:schemeClr>
              </a:solidFill>
              <a:cs typeface="Arial" panose="020B0604020202020204" pitchFamily="34" charset="0"/>
            </a:endParaRPr>
          </a:p>
        </p:txBody>
      </p:sp>
      <p:sp>
        <p:nvSpPr>
          <p:cNvPr id="3" name="Прямоугольник 2">
            <a:extLst>
              <a:ext uri="{FF2B5EF4-FFF2-40B4-BE49-F238E27FC236}">
                <a16:creationId xmlns:a16="http://schemas.microsoft.com/office/drawing/2014/main" id="{0A2EB381-555A-4106-8270-69FCB1E03AA9}"/>
              </a:ext>
            </a:extLst>
          </p:cNvPr>
          <p:cNvSpPr/>
          <p:nvPr/>
        </p:nvSpPr>
        <p:spPr>
          <a:xfrm>
            <a:off x="1617955" y="2317130"/>
            <a:ext cx="8901050" cy="1969770"/>
          </a:xfrm>
          <a:prstGeom prst="rect">
            <a:avLst/>
          </a:prstGeom>
          <a:noFill/>
        </p:spPr>
        <p:txBody>
          <a:bodyPr wrap="square">
            <a:spAutoFit/>
          </a:bodyPr>
          <a:lstStyle/>
          <a:p>
            <a:pPr indent="360000" algn="just">
              <a:spcAft>
                <a:spcPts val="600"/>
              </a:spcAft>
            </a:pPr>
            <a:r>
              <a:rPr lang="ru-RU" sz="2800" b="1" dirty="0"/>
              <a:t>Виды операций</a:t>
            </a:r>
            <a:endParaRPr lang="ru-RU" sz="2800" dirty="0"/>
          </a:p>
          <a:p>
            <a:pPr indent="360000" algn="just">
              <a:spcAft>
                <a:spcPts val="600"/>
              </a:spcAft>
            </a:pPr>
            <a:r>
              <a:rPr lang="ru-RU" sz="2800" dirty="0"/>
              <a:t>1. </a:t>
            </a:r>
            <a:r>
              <a:rPr lang="ru-RU" sz="2800" b="1" dirty="0"/>
              <a:t>Операция слияния</a:t>
            </a:r>
            <a:endParaRPr lang="ru-RU" sz="2800" dirty="0"/>
          </a:p>
          <a:p>
            <a:pPr indent="360000" algn="just">
              <a:spcAft>
                <a:spcPts val="600"/>
              </a:spcAft>
            </a:pPr>
            <a:r>
              <a:rPr lang="ru-RU" sz="2800" dirty="0"/>
              <a:t>Это операция, которая имеет более одной непосредственно предшествующей ей операции</a:t>
            </a:r>
          </a:p>
        </p:txBody>
      </p:sp>
      <p:pic>
        <p:nvPicPr>
          <p:cNvPr id="4" name="Рисунок 3">
            <a:extLst>
              <a:ext uri="{FF2B5EF4-FFF2-40B4-BE49-F238E27FC236}">
                <a16:creationId xmlns:a16="http://schemas.microsoft.com/office/drawing/2014/main" id="{3F657CC9-E9A7-4482-BA50-B0A2F9F881EE}"/>
              </a:ext>
            </a:extLst>
          </p:cNvPr>
          <p:cNvPicPr/>
          <p:nvPr/>
        </p:nvPicPr>
        <p:blipFill rotWithShape="1">
          <a:blip r:embed="rId2" cstate="print">
            <a:extLst>
              <a:ext uri="{28A0092B-C50C-407E-A947-70E740481C1C}">
                <a14:useLocalDpi xmlns:a14="http://schemas.microsoft.com/office/drawing/2010/main" val="0"/>
              </a:ext>
            </a:extLst>
          </a:blip>
          <a:srcRect l="35138" t="62443" r="46521" b="12310"/>
          <a:stretch/>
        </p:blipFill>
        <p:spPr bwMode="auto">
          <a:xfrm>
            <a:off x="4741785" y="4293096"/>
            <a:ext cx="2808312" cy="2304256"/>
          </a:xfrm>
          <a:prstGeom prst="rect">
            <a:avLst/>
          </a:prstGeom>
          <a:noFill/>
          <a:ln>
            <a:noFill/>
          </a:ln>
          <a:extLst>
            <a:ext uri="{53640926-AAD7-44D8-BBD7-CCE9431645EC}">
              <a14:shadowObscured xmlns:a14="http://schemas.microsoft.com/office/drawing/2010/main"/>
            </a:ext>
          </a:extLst>
        </p:spPr>
      </p:pic>
      <p:sp>
        <p:nvSpPr>
          <p:cNvPr id="5" name="Прямоугольник 4">
            <a:extLst>
              <a:ext uri="{FF2B5EF4-FFF2-40B4-BE49-F238E27FC236}">
                <a16:creationId xmlns:a16="http://schemas.microsoft.com/office/drawing/2014/main" id="{4866005A-E9B7-45BB-AC98-9538A249C68D}"/>
              </a:ext>
            </a:extLst>
          </p:cNvPr>
          <p:cNvSpPr/>
          <p:nvPr/>
        </p:nvSpPr>
        <p:spPr>
          <a:xfrm>
            <a:off x="1645475" y="620689"/>
            <a:ext cx="8901050" cy="1384995"/>
          </a:xfrm>
          <a:prstGeom prst="rect">
            <a:avLst/>
          </a:prstGeom>
          <a:noFill/>
        </p:spPr>
        <p:txBody>
          <a:bodyPr wrap="square">
            <a:spAutoFit/>
          </a:bodyPr>
          <a:lstStyle/>
          <a:p>
            <a:pPr indent="360000" algn="just">
              <a:spcAft>
                <a:spcPts val="600"/>
              </a:spcAft>
            </a:pPr>
            <a:r>
              <a:rPr lang="ru-RU" sz="2800" b="1" dirty="0">
                <a:solidFill>
                  <a:srgbClr val="002060"/>
                </a:solidFill>
                <a:ea typeface="Calibri" panose="020F0502020204030204" pitchFamily="34" charset="0"/>
              </a:rPr>
              <a:t>Операциями </a:t>
            </a:r>
            <a:r>
              <a:rPr lang="ru-RU" sz="2800" b="1" dirty="0" err="1">
                <a:solidFill>
                  <a:srgbClr val="002060"/>
                </a:solidFill>
                <a:ea typeface="Calibri" panose="020F0502020204030204" pitchFamily="34" charset="0"/>
              </a:rPr>
              <a:t>последования</a:t>
            </a:r>
            <a:r>
              <a:rPr lang="ru-RU" sz="2800" b="1" dirty="0">
                <a:solidFill>
                  <a:srgbClr val="002060"/>
                </a:solidFill>
                <a:ea typeface="Calibri" panose="020F0502020204030204" pitchFamily="34" charset="0"/>
              </a:rPr>
              <a:t> </a:t>
            </a:r>
            <a:r>
              <a:rPr lang="ru-RU" sz="2800" dirty="0">
                <a:solidFill>
                  <a:srgbClr val="002060"/>
                </a:solidFill>
                <a:ea typeface="Calibri" panose="020F0502020204030204" pitchFamily="34" charset="0"/>
              </a:rPr>
              <a:t>связываются сущности (операции, задачи, работы), на которые детализирован самый </a:t>
            </a:r>
            <a:r>
              <a:rPr lang="ru-RU" sz="2800" b="1" dirty="0">
                <a:solidFill>
                  <a:srgbClr val="002060"/>
                </a:solidFill>
                <a:ea typeface="Calibri" panose="020F0502020204030204" pitchFamily="34" charset="0"/>
              </a:rPr>
              <a:t>нижний уровень иерархии ИСР</a:t>
            </a:r>
            <a:endParaRPr lang="ru-RU" sz="2800" b="1" dirty="0">
              <a:solidFill>
                <a:srgbClr val="002060"/>
              </a:solidFill>
            </a:endParaRPr>
          </a:p>
        </p:txBody>
      </p:sp>
    </p:spTree>
    <p:extLst>
      <p:ext uri="{BB962C8B-B14F-4D97-AF65-F5344CB8AC3E}">
        <p14:creationId xmlns:p14="http://schemas.microsoft.com/office/powerpoint/2010/main" val="2742337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0A2EB381-555A-4106-8270-69FCB1E03AA9}"/>
              </a:ext>
            </a:extLst>
          </p:cNvPr>
          <p:cNvSpPr/>
          <p:nvPr/>
        </p:nvSpPr>
        <p:spPr>
          <a:xfrm>
            <a:off x="1651424" y="764704"/>
            <a:ext cx="8901050" cy="3262432"/>
          </a:xfrm>
          <a:prstGeom prst="rect">
            <a:avLst/>
          </a:prstGeom>
          <a:noFill/>
        </p:spPr>
        <p:txBody>
          <a:bodyPr wrap="square">
            <a:spAutoFit/>
          </a:bodyPr>
          <a:lstStyle/>
          <a:p>
            <a:pPr indent="360000" algn="just">
              <a:spcAft>
                <a:spcPts val="600"/>
              </a:spcAft>
            </a:pPr>
            <a:r>
              <a:rPr lang="ru-RU" sz="2800" b="1" dirty="0"/>
              <a:t>Виды операций</a:t>
            </a:r>
            <a:endParaRPr lang="ru-RU" sz="2800" dirty="0"/>
          </a:p>
          <a:p>
            <a:pPr indent="360000" algn="just">
              <a:spcAft>
                <a:spcPts val="600"/>
              </a:spcAft>
            </a:pPr>
            <a:r>
              <a:rPr lang="ru-RU" sz="2800" dirty="0"/>
              <a:t>2. </a:t>
            </a:r>
            <a:r>
              <a:rPr lang="ru-RU" sz="2800" b="1" dirty="0"/>
              <a:t>Параллельные операции</a:t>
            </a:r>
            <a:r>
              <a:rPr lang="ru-RU" sz="2800" dirty="0"/>
              <a:t> </a:t>
            </a:r>
          </a:p>
          <a:p>
            <a:pPr indent="360000" algn="just">
              <a:spcAft>
                <a:spcPts val="600"/>
              </a:spcAft>
            </a:pPr>
            <a:r>
              <a:rPr lang="ru-RU" sz="2800" dirty="0"/>
              <a:t>Это операции, которые могут, по желанию РП, выполняться одновременно. Однако совсем не обязательно осуществлять параллельные операции одновременно (просто данные операции друг от друга не зависят).</a:t>
            </a:r>
          </a:p>
        </p:txBody>
      </p:sp>
      <p:grpSp>
        <p:nvGrpSpPr>
          <p:cNvPr id="18" name="Группа 17"/>
          <p:cNvGrpSpPr/>
          <p:nvPr/>
        </p:nvGrpSpPr>
        <p:grpSpPr>
          <a:xfrm>
            <a:off x="4295801" y="4293096"/>
            <a:ext cx="2599613" cy="1368152"/>
            <a:chOff x="0" y="0"/>
            <a:chExt cx="2099733" cy="931334"/>
          </a:xfrm>
        </p:grpSpPr>
        <p:grpSp>
          <p:nvGrpSpPr>
            <p:cNvPr id="19" name="Группа 18"/>
            <p:cNvGrpSpPr/>
            <p:nvPr/>
          </p:nvGrpSpPr>
          <p:grpSpPr>
            <a:xfrm>
              <a:off x="0" y="0"/>
              <a:ext cx="2099733" cy="931334"/>
              <a:chOff x="0" y="0"/>
              <a:chExt cx="2099733" cy="931334"/>
            </a:xfrm>
          </p:grpSpPr>
          <p:sp>
            <p:nvSpPr>
              <p:cNvPr id="22" name="Прямоугольник 21"/>
              <p:cNvSpPr/>
              <p:nvPr/>
            </p:nvSpPr>
            <p:spPr>
              <a:xfrm>
                <a:off x="0" y="0"/>
                <a:ext cx="397933" cy="38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3" name="Прямоугольник 22"/>
              <p:cNvSpPr/>
              <p:nvPr/>
            </p:nvSpPr>
            <p:spPr>
              <a:xfrm>
                <a:off x="1701800" y="0"/>
                <a:ext cx="397933" cy="38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4" name="Прямоугольник 23"/>
              <p:cNvSpPr/>
              <p:nvPr/>
            </p:nvSpPr>
            <p:spPr>
              <a:xfrm>
                <a:off x="0" y="541867"/>
                <a:ext cx="397933" cy="38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5" name="Прямоугольник 24"/>
              <p:cNvSpPr/>
              <p:nvPr/>
            </p:nvSpPr>
            <p:spPr>
              <a:xfrm>
                <a:off x="1701800" y="541867"/>
                <a:ext cx="397933" cy="38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cxnSp>
          <p:nvCxnSpPr>
            <p:cNvPr id="20" name="Прямая со стрелкой 19"/>
            <p:cNvCxnSpPr/>
            <p:nvPr/>
          </p:nvCxnSpPr>
          <p:spPr>
            <a:xfrm>
              <a:off x="395785" y="204716"/>
              <a:ext cx="1304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Прямая со стрелкой 20"/>
            <p:cNvCxnSpPr/>
            <p:nvPr/>
          </p:nvCxnSpPr>
          <p:spPr>
            <a:xfrm>
              <a:off x="395785" y="736979"/>
              <a:ext cx="1304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78007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0A2EB381-555A-4106-8270-69FCB1E03AA9}"/>
              </a:ext>
            </a:extLst>
          </p:cNvPr>
          <p:cNvSpPr/>
          <p:nvPr/>
        </p:nvSpPr>
        <p:spPr>
          <a:xfrm>
            <a:off x="1651424" y="764704"/>
            <a:ext cx="8901050" cy="3339376"/>
          </a:xfrm>
          <a:prstGeom prst="rect">
            <a:avLst/>
          </a:prstGeom>
          <a:noFill/>
        </p:spPr>
        <p:txBody>
          <a:bodyPr wrap="square">
            <a:spAutoFit/>
          </a:bodyPr>
          <a:lstStyle/>
          <a:p>
            <a:pPr indent="360000" algn="just">
              <a:spcAft>
                <a:spcPts val="600"/>
              </a:spcAft>
            </a:pPr>
            <a:r>
              <a:rPr lang="ru-RU" sz="2800" b="1" dirty="0"/>
              <a:t>Виды операций</a:t>
            </a:r>
            <a:endParaRPr lang="ru-RU" sz="2800" dirty="0"/>
          </a:p>
          <a:p>
            <a:pPr indent="360000" algn="just">
              <a:spcAft>
                <a:spcPts val="600"/>
              </a:spcAft>
            </a:pPr>
            <a:r>
              <a:rPr lang="ru-RU" sz="2800" dirty="0"/>
              <a:t>3. </a:t>
            </a:r>
            <a:r>
              <a:rPr lang="ru-RU" sz="2800" b="1" dirty="0"/>
              <a:t>Дробящаяся операция</a:t>
            </a:r>
            <a:r>
              <a:rPr lang="ru-RU" sz="2800" dirty="0"/>
              <a:t> </a:t>
            </a:r>
          </a:p>
          <a:p>
            <a:pPr indent="360000" algn="just">
              <a:spcAft>
                <a:spcPts val="600"/>
              </a:spcAft>
            </a:pPr>
            <a:r>
              <a:rPr lang="ru-RU" sz="2800" dirty="0"/>
              <a:t>Это операция, за которой сразу следуют несколько операций (от нее исходит более одной стрелки, обозначающей зависимость). </a:t>
            </a:r>
          </a:p>
          <a:p>
            <a:pPr indent="360000" algn="just">
              <a:spcAft>
                <a:spcPts val="600"/>
              </a:spcAft>
            </a:pPr>
            <a:r>
              <a:rPr lang="ru-RU" sz="2800" dirty="0"/>
              <a:t>Одна операция является предшествующей для нескольких следующих.</a:t>
            </a:r>
          </a:p>
        </p:txBody>
      </p:sp>
      <p:pic>
        <p:nvPicPr>
          <p:cNvPr id="13" name="Рисунок 12">
            <a:extLst>
              <a:ext uri="{FF2B5EF4-FFF2-40B4-BE49-F238E27FC236}">
                <a16:creationId xmlns:a16="http://schemas.microsoft.com/office/drawing/2014/main" id="{3F657CC9-E9A7-4482-BA50-B0A2F9F881EE}"/>
              </a:ext>
            </a:extLst>
          </p:cNvPr>
          <p:cNvPicPr/>
          <p:nvPr/>
        </p:nvPicPr>
        <p:blipFill rotWithShape="1">
          <a:blip r:embed="rId2" cstate="print">
            <a:extLst>
              <a:ext uri="{28A0092B-C50C-407E-A947-70E740481C1C}">
                <a14:useLocalDpi xmlns:a14="http://schemas.microsoft.com/office/drawing/2010/main" val="0"/>
              </a:ext>
            </a:extLst>
          </a:blip>
          <a:srcRect l="35138" t="41962" r="46516" b="38577"/>
          <a:stretch/>
        </p:blipFill>
        <p:spPr bwMode="auto">
          <a:xfrm>
            <a:off x="4439816" y="4341933"/>
            <a:ext cx="2880320" cy="201622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04691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2735C32-0205-4866-B630-8B99074EC3B7}"/>
              </a:ext>
            </a:extLst>
          </p:cNvPr>
          <p:cNvSpPr/>
          <p:nvPr/>
        </p:nvSpPr>
        <p:spPr>
          <a:xfrm>
            <a:off x="1772877" y="46156"/>
            <a:ext cx="8746128" cy="830997"/>
          </a:xfrm>
          <a:prstGeom prst="rect">
            <a:avLst/>
          </a:prstGeom>
        </p:spPr>
        <p:txBody>
          <a:bodyPr wrap="square">
            <a:spAutoFit/>
          </a:bodyPr>
          <a:lstStyle/>
          <a:p>
            <a:pPr algn="ctr"/>
            <a:r>
              <a:rPr lang="ru-RU" sz="2400" b="1" dirty="0">
                <a:solidFill>
                  <a:schemeClr val="accent1">
                    <a:lumMod val="50000"/>
                  </a:schemeClr>
                </a:solidFill>
                <a:cs typeface="Arial" panose="020B0604020202020204" pitchFamily="34" charset="0"/>
              </a:rPr>
              <a:t> </a:t>
            </a:r>
            <a:endParaRPr lang="ru-RU" sz="2400" b="1" dirty="0">
              <a:solidFill>
                <a:schemeClr val="accent1">
                  <a:lumMod val="50000"/>
                </a:schemeClr>
              </a:solidFill>
              <a:latin typeface="Arial" panose="020B0604020202020204" pitchFamily="34" charset="0"/>
              <a:cs typeface="Arial" panose="020B0604020202020204" pitchFamily="34" charset="0"/>
            </a:endParaRPr>
          </a:p>
          <a:p>
            <a:pPr algn="ctr"/>
            <a:endParaRPr lang="ru-RU" sz="2400" b="1" dirty="0">
              <a:solidFill>
                <a:schemeClr val="accent1">
                  <a:lumMod val="50000"/>
                </a:schemeClr>
              </a:solidFill>
              <a:cs typeface="Arial" panose="020B0604020202020204" pitchFamily="34" charset="0"/>
            </a:endParaRPr>
          </a:p>
        </p:txBody>
      </p:sp>
      <p:sp>
        <p:nvSpPr>
          <p:cNvPr id="3" name="Прямоугольник 2">
            <a:extLst>
              <a:ext uri="{FF2B5EF4-FFF2-40B4-BE49-F238E27FC236}">
                <a16:creationId xmlns:a16="http://schemas.microsoft.com/office/drawing/2014/main" id="{0A2EB381-555A-4106-8270-69FCB1E03AA9}"/>
              </a:ext>
            </a:extLst>
          </p:cNvPr>
          <p:cNvSpPr/>
          <p:nvPr/>
        </p:nvSpPr>
        <p:spPr>
          <a:xfrm>
            <a:off x="1651424" y="764704"/>
            <a:ext cx="8901050" cy="5570756"/>
          </a:xfrm>
          <a:prstGeom prst="rect">
            <a:avLst/>
          </a:prstGeom>
          <a:noFill/>
        </p:spPr>
        <p:txBody>
          <a:bodyPr wrap="square">
            <a:spAutoFit/>
          </a:bodyPr>
          <a:lstStyle/>
          <a:p>
            <a:pPr indent="360000" algn="just">
              <a:spcAft>
                <a:spcPts val="600"/>
              </a:spcAft>
            </a:pPr>
            <a:r>
              <a:rPr lang="ru-RU" sz="2800" b="1" dirty="0"/>
              <a:t>Определение последовательности операций</a:t>
            </a:r>
            <a:endParaRPr lang="ru-RU" sz="2800" dirty="0"/>
          </a:p>
          <a:p>
            <a:pPr indent="360000" algn="just">
              <a:spcAft>
                <a:spcPts val="600"/>
              </a:spcAft>
            </a:pPr>
            <a:r>
              <a:rPr lang="ru-RU" sz="2800" dirty="0"/>
              <a:t>Для каждой операции нужно определить </a:t>
            </a:r>
            <a:r>
              <a:rPr lang="ru-RU" sz="2800" b="1" dirty="0"/>
              <a:t>три отношения</a:t>
            </a:r>
            <a:r>
              <a:rPr lang="ru-RU" sz="2800" dirty="0"/>
              <a:t>:</a:t>
            </a:r>
          </a:p>
          <a:p>
            <a:pPr indent="360000" algn="just">
              <a:spcAft>
                <a:spcPts val="600"/>
              </a:spcAft>
            </a:pPr>
            <a:r>
              <a:rPr lang="ru-RU" sz="2800" dirty="0"/>
              <a:t>1. Какие операции должны быть завершены непосредственно перед данной? Это  </a:t>
            </a:r>
            <a:r>
              <a:rPr lang="ru-RU" sz="2800" b="1" dirty="0"/>
              <a:t>предшествующие</a:t>
            </a:r>
            <a:r>
              <a:rPr lang="ru-RU" sz="2800" dirty="0"/>
              <a:t> операции по отношению к данной</a:t>
            </a:r>
          </a:p>
          <a:p>
            <a:pPr indent="360000" algn="just">
              <a:spcAft>
                <a:spcPts val="600"/>
              </a:spcAft>
            </a:pPr>
            <a:r>
              <a:rPr lang="ru-RU" sz="2800" dirty="0"/>
              <a:t>2. Какие операции должны следовать непосредственно за этой операцией? Это </a:t>
            </a:r>
            <a:r>
              <a:rPr lang="ru-RU" sz="2800" b="1" dirty="0"/>
              <a:t>следующие</a:t>
            </a:r>
            <a:r>
              <a:rPr lang="ru-RU" sz="2800" dirty="0"/>
              <a:t> за данной операции</a:t>
            </a:r>
          </a:p>
          <a:p>
            <a:pPr indent="360000" algn="just">
              <a:spcAft>
                <a:spcPts val="600"/>
              </a:spcAft>
            </a:pPr>
            <a:r>
              <a:rPr lang="ru-RU" sz="2800" dirty="0"/>
              <a:t>3. Какие операции могут выполняться во время выполнения этой операции? Это </a:t>
            </a:r>
            <a:r>
              <a:rPr lang="ru-RU" sz="2800" b="1" dirty="0"/>
              <a:t>параллельные</a:t>
            </a:r>
            <a:r>
              <a:rPr lang="ru-RU" sz="2800" dirty="0"/>
              <a:t> данной операции</a:t>
            </a:r>
          </a:p>
        </p:txBody>
      </p:sp>
    </p:spTree>
    <p:extLst>
      <p:ext uri="{BB962C8B-B14F-4D97-AF65-F5344CB8AC3E}">
        <p14:creationId xmlns:p14="http://schemas.microsoft.com/office/powerpoint/2010/main" val="4294694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8868" y="0"/>
            <a:ext cx="10515600" cy="1168400"/>
          </a:xfrm>
        </p:spPr>
        <p:txBody>
          <a:bodyPr>
            <a:normAutofit fontScale="90000"/>
          </a:bodyPr>
          <a:lstStyle/>
          <a:p>
            <a:pPr algn="ctr"/>
            <a:r>
              <a:rPr lang="ru-RU" dirty="0"/>
              <a:t>Анализ оценки длительности операций</a:t>
            </a:r>
          </a:p>
        </p:txBody>
      </p:sp>
      <p:pic>
        <p:nvPicPr>
          <p:cNvPr id="5122" name="Picture 2" descr="Ð¼ÐµÑÐ¾Ð´Ñ Ð¾ÑÐµÐ½ÐºÐ¸ Ð´Ð»Ð¸ÑÐµÐ»ÑÐ½Ð¾ÑÑÐ¸ Ð¾Ð¿ÐµÑÐ°ÑÐ¸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402" y="1464792"/>
            <a:ext cx="7375641" cy="4936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293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2735C32-0205-4866-B630-8B99074EC3B7}"/>
              </a:ext>
            </a:extLst>
          </p:cNvPr>
          <p:cNvSpPr/>
          <p:nvPr/>
        </p:nvSpPr>
        <p:spPr>
          <a:xfrm>
            <a:off x="1772877" y="46156"/>
            <a:ext cx="8746128" cy="461665"/>
          </a:xfrm>
          <a:prstGeom prst="rect">
            <a:avLst/>
          </a:prstGeom>
        </p:spPr>
        <p:txBody>
          <a:bodyPr wrap="square">
            <a:spAutoFit/>
          </a:bodyPr>
          <a:lstStyle/>
          <a:p>
            <a:pPr algn="ctr"/>
            <a:r>
              <a:rPr lang="ru-RU" sz="2400" b="1" dirty="0">
                <a:solidFill>
                  <a:schemeClr val="accent1">
                    <a:lumMod val="50000"/>
                  </a:schemeClr>
                </a:solidFill>
                <a:cs typeface="Arial" panose="020B0604020202020204" pitchFamily="34" charset="0"/>
              </a:rPr>
              <a:t> </a:t>
            </a:r>
            <a:r>
              <a:rPr lang="ru-RU" sz="2400" b="1" dirty="0">
                <a:solidFill>
                  <a:schemeClr val="accent1">
                    <a:lumMod val="50000"/>
                  </a:schemeClr>
                </a:solidFill>
                <a:latin typeface="Arial" panose="020B0604020202020204" pitchFamily="34" charset="0"/>
                <a:cs typeface="Arial" panose="020B0604020202020204" pitchFamily="34" charset="0"/>
              </a:rPr>
              <a:t>Построение и анализ сетевых графиков</a:t>
            </a:r>
            <a:endParaRPr lang="ru-RU" sz="2400" b="1" dirty="0">
              <a:solidFill>
                <a:schemeClr val="accent1">
                  <a:lumMod val="50000"/>
                </a:schemeClr>
              </a:solidFill>
              <a:cs typeface="Arial" panose="020B0604020202020204" pitchFamily="34" charset="0"/>
            </a:endParaRPr>
          </a:p>
        </p:txBody>
      </p:sp>
      <p:sp>
        <p:nvSpPr>
          <p:cNvPr id="3" name="Прямоугольник 2">
            <a:extLst>
              <a:ext uri="{FF2B5EF4-FFF2-40B4-BE49-F238E27FC236}">
                <a16:creationId xmlns:a16="http://schemas.microsoft.com/office/drawing/2014/main" id="{0A2EB381-555A-4106-8270-69FCB1E03AA9}"/>
              </a:ext>
            </a:extLst>
          </p:cNvPr>
          <p:cNvSpPr/>
          <p:nvPr/>
        </p:nvSpPr>
        <p:spPr>
          <a:xfrm>
            <a:off x="1645475" y="692696"/>
            <a:ext cx="8901050" cy="1815882"/>
          </a:xfrm>
          <a:prstGeom prst="rect">
            <a:avLst/>
          </a:prstGeom>
          <a:noFill/>
        </p:spPr>
        <p:txBody>
          <a:bodyPr wrap="square">
            <a:spAutoFit/>
          </a:bodyPr>
          <a:lstStyle/>
          <a:p>
            <a:pPr indent="360000" algn="just">
              <a:spcAft>
                <a:spcPts val="600"/>
              </a:spcAft>
            </a:pPr>
            <a:r>
              <a:rPr lang="ru-RU" sz="2800" b="1" dirty="0"/>
              <a:t>Сетевой график</a:t>
            </a:r>
            <a:r>
              <a:rPr lang="ru-RU" sz="2800" dirty="0"/>
              <a:t> – это графическое изображение технологической последовательности выполнения операций проекта с указанием их продолжительности и всех временных параметров.</a:t>
            </a:r>
          </a:p>
        </p:txBody>
      </p:sp>
      <p:sp>
        <p:nvSpPr>
          <p:cNvPr id="4" name="Прямоугольник 3"/>
          <p:cNvSpPr/>
          <p:nvPr/>
        </p:nvSpPr>
        <p:spPr>
          <a:xfrm>
            <a:off x="1612945" y="2854212"/>
            <a:ext cx="8901050" cy="3570208"/>
          </a:xfrm>
          <a:prstGeom prst="rect">
            <a:avLst/>
          </a:prstGeom>
          <a:noFill/>
        </p:spPr>
        <p:txBody>
          <a:bodyPr wrap="square">
            <a:spAutoFit/>
          </a:bodyPr>
          <a:lstStyle/>
          <a:p>
            <a:pPr indent="360000" algn="just">
              <a:spcAft>
                <a:spcPts val="1200"/>
              </a:spcAft>
            </a:pPr>
            <a:r>
              <a:rPr lang="ru-RU" sz="2800" dirty="0"/>
              <a:t>Два подхода построения сетевых графиков:</a:t>
            </a:r>
          </a:p>
          <a:p>
            <a:pPr indent="360000" algn="just">
              <a:spcAft>
                <a:spcPts val="600"/>
              </a:spcAft>
            </a:pPr>
            <a:r>
              <a:rPr lang="ru-RU" sz="2800" dirty="0"/>
              <a:t>1. </a:t>
            </a:r>
            <a:r>
              <a:rPr lang="ru-RU" sz="2800" b="1" dirty="0"/>
              <a:t>Операции в узлах</a:t>
            </a:r>
            <a:r>
              <a:rPr lang="ru-RU" sz="2800" dirty="0"/>
              <a:t> (блоках) графика – ОУ</a:t>
            </a:r>
          </a:p>
          <a:p>
            <a:pPr indent="360000" algn="just">
              <a:spcAft>
                <a:spcPts val="1200"/>
              </a:spcAft>
            </a:pPr>
            <a:r>
              <a:rPr lang="ru-RU" sz="2800" dirty="0"/>
              <a:t>или </a:t>
            </a:r>
            <a:r>
              <a:rPr lang="ru-RU" sz="2800" b="1" dirty="0"/>
              <a:t>Метод предшествования</a:t>
            </a:r>
            <a:r>
              <a:rPr lang="en-US" sz="2800" dirty="0"/>
              <a:t> – Precedence Diagramming Method, PDM</a:t>
            </a:r>
            <a:r>
              <a:rPr lang="ru-RU" sz="2800" dirty="0"/>
              <a:t> (</a:t>
            </a:r>
            <a:r>
              <a:rPr lang="ru-RU" sz="2800" u="sng" dirty="0"/>
              <a:t>используется чаще</a:t>
            </a:r>
            <a:r>
              <a:rPr lang="ru-RU" sz="2800" dirty="0"/>
              <a:t>)</a:t>
            </a:r>
          </a:p>
          <a:p>
            <a:pPr indent="360000" algn="just">
              <a:spcAft>
                <a:spcPts val="600"/>
              </a:spcAft>
            </a:pPr>
            <a:r>
              <a:rPr lang="ru-RU" sz="2800" dirty="0"/>
              <a:t>2. </a:t>
            </a:r>
            <a:r>
              <a:rPr lang="ru-RU" sz="2800" b="1" dirty="0"/>
              <a:t>Операции на стрелках</a:t>
            </a:r>
            <a:r>
              <a:rPr lang="ru-RU" sz="2800" dirty="0"/>
              <a:t> (на дугах) графика – ОС</a:t>
            </a:r>
          </a:p>
          <a:p>
            <a:pPr indent="360000" algn="just">
              <a:spcAft>
                <a:spcPts val="600"/>
              </a:spcAft>
            </a:pPr>
            <a:r>
              <a:rPr lang="ru-RU" sz="2800" dirty="0"/>
              <a:t>или </a:t>
            </a:r>
            <a:r>
              <a:rPr lang="ru-RU" sz="2800" b="1" dirty="0"/>
              <a:t>Метод стрелочных диаграмм</a:t>
            </a:r>
            <a:r>
              <a:rPr lang="en-US" sz="2800" dirty="0"/>
              <a:t> – Arrow Diagramming Method, ADM</a:t>
            </a:r>
            <a:endParaRPr lang="ru-RU" sz="2800" dirty="0"/>
          </a:p>
        </p:txBody>
      </p:sp>
      <p:pic>
        <p:nvPicPr>
          <p:cNvPr id="5" name="Рисунок 4">
            <a:extLst>
              <a:ext uri="{FF2B5EF4-FFF2-40B4-BE49-F238E27FC236}">
                <a16:creationId xmlns:a16="http://schemas.microsoft.com/office/drawing/2014/main" id="{C0D36F73-0494-472D-A5F4-52401CFA3BE2}"/>
              </a:ext>
            </a:extLst>
          </p:cNvPr>
          <p:cNvPicPr>
            <a:picLocks noChangeAspect="1"/>
          </p:cNvPicPr>
          <p:nvPr/>
        </p:nvPicPr>
        <p:blipFill>
          <a:blip r:embed="rId2"/>
          <a:stretch>
            <a:fillRect/>
          </a:stretch>
        </p:blipFill>
        <p:spPr>
          <a:xfrm>
            <a:off x="10340370" y="2508578"/>
            <a:ext cx="1589449" cy="1535109"/>
          </a:xfrm>
          <a:prstGeom prst="rect">
            <a:avLst/>
          </a:prstGeom>
        </p:spPr>
      </p:pic>
    </p:spTree>
    <p:extLst>
      <p:ext uri="{BB962C8B-B14F-4D97-AF65-F5344CB8AC3E}">
        <p14:creationId xmlns:p14="http://schemas.microsoft.com/office/powerpoint/2010/main" val="3297894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Номер слайда 4"/>
          <p:cNvSpPr txBox="1">
            <a:spLocks noGrp="1"/>
          </p:cNvSpPr>
          <p:nvPr/>
        </p:nvSpPr>
        <p:spPr bwMode="auto">
          <a:xfrm>
            <a:off x="9625016" y="6453191"/>
            <a:ext cx="5857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AD0B4312-785D-498F-B1C0-CC71C68CF3D1}" type="slidenum">
              <a:rPr lang="ru-RU" altLang="ru-RU" sz="1400"/>
              <a:pPr algn="r" eaLnBrk="1" hangingPunct="1">
                <a:spcBef>
                  <a:spcPct val="0"/>
                </a:spcBef>
                <a:buFontTx/>
                <a:buNone/>
              </a:pPr>
              <a:t>19</a:t>
            </a:fld>
            <a:endParaRPr lang="ru-RU" altLang="ru-RU" sz="1400"/>
          </a:p>
        </p:txBody>
      </p:sp>
      <p:sp>
        <p:nvSpPr>
          <p:cNvPr id="15363" name="Rectangle 2"/>
          <p:cNvSpPr>
            <a:spLocks noGrp="1" noChangeArrowheads="1"/>
          </p:cNvSpPr>
          <p:nvPr>
            <p:ph type="title" idx="4294967295"/>
          </p:nvPr>
        </p:nvSpPr>
        <p:spPr>
          <a:xfrm>
            <a:off x="1459919" y="280930"/>
            <a:ext cx="8165097" cy="549275"/>
          </a:xfrm>
        </p:spPr>
        <p:txBody>
          <a:bodyPr>
            <a:normAutofit/>
          </a:bodyPr>
          <a:lstStyle/>
          <a:p>
            <a:pPr algn="ctr" eaLnBrk="1" hangingPunct="1"/>
            <a:r>
              <a:rPr lang="ru-RU" altLang="ru-RU" sz="1800" b="1" dirty="0"/>
              <a:t>Диаграммы предшествования</a:t>
            </a:r>
          </a:p>
        </p:txBody>
      </p:sp>
      <p:sp>
        <p:nvSpPr>
          <p:cNvPr id="15364" name="Text Box 32"/>
          <p:cNvSpPr txBox="1">
            <a:spLocks noChangeArrowheads="1"/>
          </p:cNvSpPr>
          <p:nvPr/>
        </p:nvSpPr>
        <p:spPr bwMode="auto">
          <a:xfrm>
            <a:off x="1697038" y="1104903"/>
            <a:ext cx="87757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ru-RU" altLang="ru-RU" sz="2000" b="1" dirty="0"/>
              <a:t>Диаграммы предшествования (</a:t>
            </a:r>
            <a:r>
              <a:rPr lang="en-US" altLang="ru-RU" sz="2000" b="1" dirty="0"/>
              <a:t>Precedence Diagram</a:t>
            </a:r>
            <a:r>
              <a:rPr lang="ru-RU" altLang="ru-RU" sz="2000" b="1" dirty="0"/>
              <a:t>) </a:t>
            </a:r>
            <a:r>
              <a:rPr lang="ru-RU" altLang="ru-RU" sz="2000" dirty="0"/>
              <a:t>– это метод построения сетевой диаграммы, использующий прямоугольники (узлы) для представления операций, а зависимости между ними отображаются стрелками, показывающими взаимосвязи операций.</a:t>
            </a:r>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ru-RU" altLang="ru-RU" sz="2400" dirty="0"/>
          </a:p>
          <a:p>
            <a:pPr algn="just" eaLnBrk="1" hangingPunct="1">
              <a:spcBef>
                <a:spcPct val="0"/>
              </a:spcBef>
              <a:buFontTx/>
              <a:buNone/>
            </a:pPr>
            <a:endParaRPr lang="en-US" altLang="ru-RU" sz="2000" dirty="0"/>
          </a:p>
          <a:p>
            <a:pPr algn="just" eaLnBrk="1" hangingPunct="1">
              <a:spcBef>
                <a:spcPct val="0"/>
              </a:spcBef>
              <a:buFontTx/>
              <a:buNone/>
            </a:pPr>
            <a:r>
              <a:rPr lang="ru-RU" altLang="ru-RU" sz="2000" dirty="0"/>
              <a:t>Диаграммы предшествования используют </a:t>
            </a:r>
            <a:r>
              <a:rPr lang="ru-RU" altLang="ru-RU" sz="2000" u="sng" dirty="0"/>
              <a:t>следующие взаимосвязи</a:t>
            </a:r>
            <a:r>
              <a:rPr lang="ru-RU" altLang="ru-RU" sz="2000" dirty="0"/>
              <a:t>:</a:t>
            </a:r>
          </a:p>
        </p:txBody>
      </p:sp>
      <p:pic>
        <p:nvPicPr>
          <p:cNvPr id="1536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435" y="2573084"/>
            <a:ext cx="7027862"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Прямоугольник 3">
            <a:extLst>
              <a:ext uri="{FF2B5EF4-FFF2-40B4-BE49-F238E27FC236}">
                <a16:creationId xmlns:a16="http://schemas.microsoft.com/office/drawing/2014/main" id="{8A102D77-6A12-47EE-B8E2-A98F7E9CD1A6}"/>
              </a:ext>
            </a:extLst>
          </p:cNvPr>
          <p:cNvSpPr>
            <a:spLocks noChangeArrowheads="1"/>
          </p:cNvSpPr>
          <p:nvPr/>
        </p:nvSpPr>
        <p:spPr bwMode="auto">
          <a:xfrm>
            <a:off x="1524000" y="5029201"/>
            <a:ext cx="9150350" cy="1190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p:txBody>
      </p:sp>
      <p:sp>
        <p:nvSpPr>
          <p:cNvPr id="12291" name="Заголовок 1">
            <a:extLst>
              <a:ext uri="{FF2B5EF4-FFF2-40B4-BE49-F238E27FC236}">
                <a16:creationId xmlns:a16="http://schemas.microsoft.com/office/drawing/2014/main" id="{DD9DF519-9286-446C-9CB9-752530668152}"/>
              </a:ext>
            </a:extLst>
          </p:cNvPr>
          <p:cNvSpPr>
            <a:spLocks noGrp="1"/>
          </p:cNvSpPr>
          <p:nvPr>
            <p:ph type="ctrTitle" idx="4294967295"/>
          </p:nvPr>
        </p:nvSpPr>
        <p:spPr>
          <a:xfrm>
            <a:off x="2209800" y="152400"/>
            <a:ext cx="7772400" cy="304800"/>
          </a:xfrm>
        </p:spPr>
        <p:txBody>
          <a:bodyPr>
            <a:normAutofit fontScale="90000"/>
          </a:bodyPr>
          <a:lstStyle/>
          <a:p>
            <a:pPr eaLnBrk="1" hangingPunct="1"/>
            <a:r>
              <a:rPr lang="ru-RU" altLang="ru-RU" sz="3200" b="1" dirty="0"/>
              <a:t>пример</a:t>
            </a:r>
          </a:p>
        </p:txBody>
      </p:sp>
      <p:sp>
        <p:nvSpPr>
          <p:cNvPr id="12292" name="Подзаголовок 2">
            <a:extLst>
              <a:ext uri="{FF2B5EF4-FFF2-40B4-BE49-F238E27FC236}">
                <a16:creationId xmlns:a16="http://schemas.microsoft.com/office/drawing/2014/main" id="{0FC75AF8-3EDB-4F78-A097-5C6919D971A2}"/>
              </a:ext>
            </a:extLst>
          </p:cNvPr>
          <p:cNvSpPr>
            <a:spLocks noGrp="1"/>
          </p:cNvSpPr>
          <p:nvPr>
            <p:ph type="subTitle" idx="4294967295"/>
          </p:nvPr>
        </p:nvSpPr>
        <p:spPr>
          <a:xfrm>
            <a:off x="1524000" y="609600"/>
            <a:ext cx="9144000" cy="6248400"/>
          </a:xfrm>
          <a:noFill/>
        </p:spPr>
        <p:txBody>
          <a:bodyPr>
            <a:normAutofit/>
          </a:bodyPr>
          <a:lstStyle/>
          <a:p>
            <a:pPr marL="0" indent="355600" algn="just">
              <a:buNone/>
            </a:pPr>
            <a:r>
              <a:rPr lang="ru-RU" altLang="ru-RU" sz="1600" i="1" dirty="0"/>
              <a:t>Зная основы построения сетевых графиков методом ОУ, мы можем попробовать разработать простую сеть.</a:t>
            </a:r>
          </a:p>
          <a:p>
            <a:pPr marL="0" indent="355600" algn="just">
              <a:buNone/>
            </a:pPr>
            <a:r>
              <a:rPr lang="ru-RU" altLang="ru-RU" sz="1600" i="1" dirty="0"/>
              <a:t>Информация для упрощенной сети проекта нового бизнес-центра дана в таблице.</a:t>
            </a:r>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a:p>
            <a:pPr marL="0" indent="355600" algn="just">
              <a:buNone/>
            </a:pPr>
            <a:endParaRPr lang="ru-RU" altLang="ru-RU" sz="1600" i="1" dirty="0"/>
          </a:p>
        </p:txBody>
      </p:sp>
      <p:graphicFrame>
        <p:nvGraphicFramePr>
          <p:cNvPr id="43165" name="Group 157">
            <a:extLst>
              <a:ext uri="{FF2B5EF4-FFF2-40B4-BE49-F238E27FC236}">
                <a16:creationId xmlns:a16="http://schemas.microsoft.com/office/drawing/2014/main" id="{80715B95-C629-4426-94C2-01763A35A337}"/>
              </a:ext>
            </a:extLst>
          </p:cNvPr>
          <p:cNvGraphicFramePr>
            <a:graphicFrameLocks noGrp="1"/>
          </p:cNvGraphicFramePr>
          <p:nvPr>
            <p:extLst>
              <p:ext uri="{D42A27DB-BD31-4B8C-83A1-F6EECF244321}">
                <p14:modId xmlns:p14="http://schemas.microsoft.com/office/powerpoint/2010/main" val="3095705859"/>
              </p:ext>
            </p:extLst>
          </p:nvPr>
        </p:nvGraphicFramePr>
        <p:xfrm>
          <a:off x="2249488" y="1565276"/>
          <a:ext cx="7847012" cy="3292479"/>
        </p:xfrm>
        <a:graphic>
          <a:graphicData uri="http://schemas.openxmlformats.org/drawingml/2006/table">
            <a:tbl>
              <a:tblPr/>
              <a:tblGrid>
                <a:gridCol w="1331912">
                  <a:extLst>
                    <a:ext uri="{9D8B030D-6E8A-4147-A177-3AD203B41FA5}">
                      <a16:colId xmlns:a16="http://schemas.microsoft.com/office/drawing/2014/main" val="3764677021"/>
                    </a:ext>
                  </a:extLst>
                </a:gridCol>
                <a:gridCol w="3124200">
                  <a:extLst>
                    <a:ext uri="{9D8B030D-6E8A-4147-A177-3AD203B41FA5}">
                      <a16:colId xmlns:a16="http://schemas.microsoft.com/office/drawing/2014/main" val="4159372762"/>
                    </a:ext>
                  </a:extLst>
                </a:gridCol>
                <a:gridCol w="3390900">
                  <a:extLst>
                    <a:ext uri="{9D8B030D-6E8A-4147-A177-3AD203B41FA5}">
                      <a16:colId xmlns:a16="http://schemas.microsoft.com/office/drawing/2014/main" val="1298388116"/>
                    </a:ext>
                  </a:extLst>
                </a:gridCol>
              </a:tblGrid>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Операция </a:t>
                      </a:r>
                      <a:endParaRPr kumimoji="0" lang="ru-RU" altLang="ru-RU" sz="1800" b="1" i="0" u="none" strike="noStrike" cap="none" normalizeH="0" baseline="0" dirty="0">
                        <a:ln>
                          <a:noFill/>
                        </a:ln>
                        <a:solidFill>
                          <a:schemeClr val="tx1"/>
                        </a:solidFill>
                        <a:effectLst/>
                        <a:latin typeface="Arial" panose="020B0604020202020204" pitchFamily="34" charset="0"/>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Описание </a:t>
                      </a:r>
                      <a:endParaRPr kumimoji="0" lang="ru-RU" altLang="ru-RU" sz="1800" b="1" i="0" u="none" strike="noStrike" cap="none" normalizeH="0" baseline="0" dirty="0">
                        <a:ln>
                          <a:noFill/>
                        </a:ln>
                        <a:solidFill>
                          <a:schemeClr val="tx1"/>
                        </a:solidFill>
                        <a:effectLst/>
                        <a:latin typeface="Arial" panose="020B0604020202020204" pitchFamily="34" charset="0"/>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Предшествующая операция </a:t>
                      </a:r>
                      <a:endParaRPr kumimoji="0" lang="ru-RU" altLang="ru-RU" sz="1800" b="1" i="0" u="none" strike="noStrike" cap="none" normalizeH="0" baseline="0">
                        <a:ln>
                          <a:noFill/>
                        </a:ln>
                        <a:solidFill>
                          <a:schemeClr val="tx1"/>
                        </a:solidFill>
                        <a:effectLst/>
                        <a:latin typeface="Arial" panose="020B0604020202020204" pitchFamily="34" charset="0"/>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04387556"/>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А</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Утверждение приложения</a:t>
                      </a:r>
                      <a:endParaRPr kumimoji="0" lang="ru-RU" altLang="ru-RU" sz="1800" b="0" i="0" u="none" strike="noStrike" cap="none" normalizeH="0" baseline="0" dirty="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Нет</a:t>
                      </a:r>
                      <a:endParaRPr kumimoji="0" lang="ru-RU" altLang="ru-RU" sz="1800" b="0" i="0" u="none" strike="noStrike" cap="none" normalizeH="0" baseline="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5696949"/>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В</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Планы конструирования</a:t>
                      </a:r>
                      <a:endParaRPr kumimoji="0" lang="ru-RU" altLang="ru-RU" sz="1800" b="0" i="0" u="none" strike="noStrike" cap="none" normalizeH="0" baseline="0" dirty="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А</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5169859"/>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С</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Изучение трафика</a:t>
                      </a:r>
                      <a:endParaRPr kumimoji="0" lang="ru-RU" altLang="ru-RU" sz="1800" b="0" i="0" u="none" strike="noStrike" cap="none" normalizeH="0" baseline="0" dirty="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А</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0693586"/>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D</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Проверка наличия службы</a:t>
                      </a:r>
                      <a:endParaRPr kumimoji="0" lang="ru-RU" altLang="ru-RU" sz="1800" b="0" i="0" u="none" strike="noStrike" cap="none" normalizeH="0" baseline="0" dirty="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А</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1632545"/>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Е</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Отчет персонала</a:t>
                      </a:r>
                      <a:endParaRPr kumimoji="0" lang="ru-RU" altLang="ru-RU" sz="1800" b="0" i="0" u="none" strike="noStrike" cap="none" normalizeH="0" baseline="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В, С</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3482377"/>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F</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Утверждение на комиссии</a:t>
                      </a:r>
                      <a:endParaRPr kumimoji="0" lang="ru-RU" altLang="ru-RU" sz="1800" b="0" i="0" u="none" strike="noStrike" cap="none" normalizeH="0" baseline="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В, C, D</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01814887"/>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G</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Ожидание работ</a:t>
                      </a:r>
                      <a:endParaRPr kumimoji="0" lang="ru-RU" altLang="ru-RU" sz="1800" b="0" i="0" u="none" strike="noStrike" cap="none" normalizeH="0" baseline="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F</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7612342"/>
                  </a:ext>
                </a:extLst>
              </a:tr>
              <a:tr h="365831">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Н</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Включение в работу</a:t>
                      </a:r>
                      <a:endParaRPr kumimoji="0" lang="ru-RU" altLang="ru-RU" sz="1800" b="0" i="0" u="none" strike="noStrike" cap="none" normalizeH="0" baseline="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ourier New" panose="02070309020205020404" pitchFamily="49" charset="0"/>
                        </a:rPr>
                        <a:t>E, G</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196941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Прямоугольник 3">
            <a:extLst>
              <a:ext uri="{FF2B5EF4-FFF2-40B4-BE49-F238E27FC236}">
                <a16:creationId xmlns:a16="http://schemas.microsoft.com/office/drawing/2014/main" id="{FBC69A24-24F8-46E6-9207-47BD56BF0B73}"/>
              </a:ext>
            </a:extLst>
          </p:cNvPr>
          <p:cNvSpPr>
            <a:spLocks noChangeArrowheads="1"/>
          </p:cNvSpPr>
          <p:nvPr/>
        </p:nvSpPr>
        <p:spPr bwMode="auto">
          <a:xfrm>
            <a:off x="1524000" y="654051"/>
            <a:ext cx="9150350" cy="1190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p:txBody>
      </p:sp>
      <p:sp>
        <p:nvSpPr>
          <p:cNvPr id="13315" name="Заголовок 1">
            <a:extLst>
              <a:ext uri="{FF2B5EF4-FFF2-40B4-BE49-F238E27FC236}">
                <a16:creationId xmlns:a16="http://schemas.microsoft.com/office/drawing/2014/main" id="{B467D7A0-DFA5-47E2-98C3-C7832BFC9A23}"/>
              </a:ext>
            </a:extLst>
          </p:cNvPr>
          <p:cNvSpPr>
            <a:spLocks noGrp="1"/>
          </p:cNvSpPr>
          <p:nvPr>
            <p:ph type="ctrTitle" idx="4294967295"/>
          </p:nvPr>
        </p:nvSpPr>
        <p:spPr>
          <a:xfrm>
            <a:off x="2209800" y="152400"/>
            <a:ext cx="7772400" cy="304800"/>
          </a:xfrm>
        </p:spPr>
        <p:txBody>
          <a:bodyPr>
            <a:normAutofit fontScale="90000"/>
          </a:bodyPr>
          <a:lstStyle/>
          <a:p>
            <a:pPr eaLnBrk="1" hangingPunct="1"/>
            <a:r>
              <a:rPr lang="ru-RU" altLang="ru-RU" sz="3200" b="1" dirty="0"/>
              <a:t>Пример сетевого графика</a:t>
            </a:r>
          </a:p>
        </p:txBody>
      </p:sp>
      <p:sp>
        <p:nvSpPr>
          <p:cNvPr id="13316" name="Подзаголовок 2">
            <a:extLst>
              <a:ext uri="{FF2B5EF4-FFF2-40B4-BE49-F238E27FC236}">
                <a16:creationId xmlns:a16="http://schemas.microsoft.com/office/drawing/2014/main" id="{34032B24-14CD-43D7-8510-18490A8D9407}"/>
              </a:ext>
            </a:extLst>
          </p:cNvPr>
          <p:cNvSpPr>
            <a:spLocks noGrp="1"/>
          </p:cNvSpPr>
          <p:nvPr>
            <p:ph type="subTitle" idx="4294967295"/>
          </p:nvPr>
        </p:nvSpPr>
        <p:spPr>
          <a:xfrm>
            <a:off x="1524000" y="609600"/>
            <a:ext cx="9144000" cy="6248400"/>
          </a:xfrm>
        </p:spPr>
        <p:txBody>
          <a:bodyPr/>
          <a:lstStyle/>
          <a:p>
            <a:pPr marL="0" indent="355600" algn="just">
              <a:buNone/>
            </a:pPr>
            <a:r>
              <a:rPr lang="ru-RU" altLang="ru-RU" sz="1600" i="1" dirty="0"/>
              <a:t>Рисунок показывает сеть полностью со всеми операциями.</a:t>
            </a:r>
            <a:r>
              <a:rPr lang="ru-RU" altLang="ru-RU" sz="1800" dirty="0"/>
              <a:t> </a:t>
            </a:r>
          </a:p>
        </p:txBody>
      </p:sp>
      <p:pic>
        <p:nvPicPr>
          <p:cNvPr id="13317" name="Picture 49" descr="Сетевой график разработки бизнес-центра Колла">
            <a:extLst>
              <a:ext uri="{FF2B5EF4-FFF2-40B4-BE49-F238E27FC236}">
                <a16:creationId xmlns:a16="http://schemas.microsoft.com/office/drawing/2014/main" id="{955F9A4D-D841-476E-91C1-3D503AAC2F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05" t="26859" r="1205" b="2158"/>
          <a:stretch>
            <a:fillRect/>
          </a:stretch>
        </p:blipFill>
        <p:spPr bwMode="auto">
          <a:xfrm>
            <a:off x="1594054" y="1449247"/>
            <a:ext cx="6553200"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Прямоугольник 4">
            <a:extLst>
              <a:ext uri="{FF2B5EF4-FFF2-40B4-BE49-F238E27FC236}">
                <a16:creationId xmlns:a16="http://schemas.microsoft.com/office/drawing/2014/main" id="{20D4661F-3A4C-4DE7-A08B-AE7A8AFD2E32}"/>
              </a:ext>
            </a:extLst>
          </p:cNvPr>
          <p:cNvSpPr>
            <a:spLocks noChangeArrowheads="1"/>
          </p:cNvSpPr>
          <p:nvPr/>
        </p:nvSpPr>
        <p:spPr bwMode="auto">
          <a:xfrm>
            <a:off x="295479" y="5100568"/>
            <a:ext cx="915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ru-RU" altLang="ru-RU" sz="1800" dirty="0"/>
              <a:t>Рисунок – Сетевой график разработки бизнес-центра</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Прямоугольник 3">
            <a:extLst>
              <a:ext uri="{FF2B5EF4-FFF2-40B4-BE49-F238E27FC236}">
                <a16:creationId xmlns:a16="http://schemas.microsoft.com/office/drawing/2014/main" id="{BE7DCD2A-695D-446A-A3EE-B2546A9D49FD}"/>
              </a:ext>
            </a:extLst>
          </p:cNvPr>
          <p:cNvSpPr>
            <a:spLocks noChangeArrowheads="1"/>
          </p:cNvSpPr>
          <p:nvPr/>
        </p:nvSpPr>
        <p:spPr bwMode="auto">
          <a:xfrm>
            <a:off x="1524000" y="633414"/>
            <a:ext cx="9150350" cy="164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800"/>
          </a:p>
          <a:p>
            <a:pPr algn="ctr">
              <a:spcBef>
                <a:spcPct val="0"/>
              </a:spcBef>
              <a:buFontTx/>
              <a:buNone/>
            </a:pPr>
            <a:endParaRPr lang="ru-RU" altLang="ru-RU" sz="1200"/>
          </a:p>
        </p:txBody>
      </p:sp>
      <p:sp>
        <p:nvSpPr>
          <p:cNvPr id="15364" name="Подзаголовок 2">
            <a:extLst>
              <a:ext uri="{FF2B5EF4-FFF2-40B4-BE49-F238E27FC236}">
                <a16:creationId xmlns:a16="http://schemas.microsoft.com/office/drawing/2014/main" id="{A242C3A7-EF88-4AA3-BBA8-3F36E3B26A35}"/>
              </a:ext>
            </a:extLst>
          </p:cNvPr>
          <p:cNvSpPr>
            <a:spLocks noGrp="1"/>
          </p:cNvSpPr>
          <p:nvPr>
            <p:ph type="subTitle" idx="4294967295"/>
          </p:nvPr>
        </p:nvSpPr>
        <p:spPr>
          <a:xfrm>
            <a:off x="1524000" y="609600"/>
            <a:ext cx="9144000" cy="6248400"/>
          </a:xfrm>
        </p:spPr>
        <p:txBody>
          <a:bodyPr/>
          <a:lstStyle/>
          <a:p>
            <a:pPr marL="0" indent="355600" algn="ctr">
              <a:lnSpc>
                <a:spcPct val="80000"/>
              </a:lnSpc>
              <a:buNone/>
            </a:pPr>
            <a:r>
              <a:rPr lang="ru-RU" altLang="ru-RU" b="1" i="1" dirty="0"/>
              <a:t>ПРИМЕР</a:t>
            </a:r>
          </a:p>
          <a:p>
            <a:pPr marL="0" indent="355600" algn="just">
              <a:lnSpc>
                <a:spcPct val="80000"/>
              </a:lnSpc>
              <a:buNone/>
            </a:pPr>
            <a:r>
              <a:rPr lang="ru-RU" altLang="ru-RU" sz="1600" i="1" dirty="0"/>
              <a:t>В таблице представлено время операций в рабочих днях для проекта бизнес-центра.</a:t>
            </a:r>
          </a:p>
        </p:txBody>
      </p:sp>
      <p:graphicFrame>
        <p:nvGraphicFramePr>
          <p:cNvPr id="46342" name="Group 262">
            <a:extLst>
              <a:ext uri="{FF2B5EF4-FFF2-40B4-BE49-F238E27FC236}">
                <a16:creationId xmlns:a16="http://schemas.microsoft.com/office/drawing/2014/main" id="{63691667-F666-4A5E-9324-E1A01B7775DD}"/>
              </a:ext>
            </a:extLst>
          </p:cNvPr>
          <p:cNvGraphicFramePr>
            <a:graphicFrameLocks noGrp="1"/>
          </p:cNvGraphicFramePr>
          <p:nvPr>
            <p:extLst>
              <p:ext uri="{D42A27DB-BD31-4B8C-83A1-F6EECF244321}">
                <p14:modId xmlns:p14="http://schemas.microsoft.com/office/powerpoint/2010/main" val="947946329"/>
              </p:ext>
            </p:extLst>
          </p:nvPr>
        </p:nvGraphicFramePr>
        <p:xfrm>
          <a:off x="1524000" y="1676400"/>
          <a:ext cx="8763000" cy="4114800"/>
        </p:xfrm>
        <a:graphic>
          <a:graphicData uri="http://schemas.openxmlformats.org/drawingml/2006/table">
            <a:tbl>
              <a:tblPr/>
              <a:tblGrid>
                <a:gridCol w="1263650">
                  <a:extLst>
                    <a:ext uri="{9D8B030D-6E8A-4147-A177-3AD203B41FA5}">
                      <a16:colId xmlns:a16="http://schemas.microsoft.com/office/drawing/2014/main" val="663301"/>
                    </a:ext>
                  </a:extLst>
                </a:gridCol>
                <a:gridCol w="2647950">
                  <a:extLst>
                    <a:ext uri="{9D8B030D-6E8A-4147-A177-3AD203B41FA5}">
                      <a16:colId xmlns:a16="http://schemas.microsoft.com/office/drawing/2014/main" val="505093160"/>
                    </a:ext>
                  </a:extLst>
                </a:gridCol>
                <a:gridCol w="2981325">
                  <a:extLst>
                    <a:ext uri="{9D8B030D-6E8A-4147-A177-3AD203B41FA5}">
                      <a16:colId xmlns:a16="http://schemas.microsoft.com/office/drawing/2014/main" val="3554154550"/>
                    </a:ext>
                  </a:extLst>
                </a:gridCol>
                <a:gridCol w="1870075">
                  <a:extLst>
                    <a:ext uri="{9D8B030D-6E8A-4147-A177-3AD203B41FA5}">
                      <a16:colId xmlns:a16="http://schemas.microsoft.com/office/drawing/2014/main" val="3482331755"/>
                    </a:ext>
                  </a:extLst>
                </a:gridCol>
              </a:tblGrid>
              <a:tr h="303527">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Операция </a:t>
                      </a:r>
                      <a:endParaRPr kumimoji="0" lang="ru-RU" altLang="ru-RU" sz="1800" b="1" i="0" u="none" strike="noStrike" cap="none" normalizeH="0" baseline="0" dirty="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Описание </a:t>
                      </a:r>
                      <a:endParaRPr kumimoji="0" lang="ru-RU" altLang="ru-RU" sz="1800" b="1" i="0" u="none" strike="noStrike" cap="none" normalizeH="0" baseline="0" dirty="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Предшествующая операция </a:t>
                      </a:r>
                      <a:endParaRPr kumimoji="0" lang="ru-RU" altLang="ru-RU" sz="1800" b="1" i="0" u="none" strike="noStrike" cap="none" normalizeH="0" baseline="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Время операции </a:t>
                      </a:r>
                      <a:endParaRPr kumimoji="0" lang="ru-RU" altLang="ru-RU" sz="1800" b="1" i="0" u="none" strike="noStrike" cap="none" normalizeH="0" baseline="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0315640"/>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Утверждение приложения</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нет</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03487219"/>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В</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Планы конструирования</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0377627"/>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Изучение трафика</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733961"/>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Проверка наличия службы</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2959635"/>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Отчет персонала</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В, 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7037989"/>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Одобрение комиссии</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В, C,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86712"/>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Ожидание работ</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170</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6409600"/>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Включение в работу</a:t>
                      </a:r>
                      <a:endParaRPr kumimoji="0" lang="ru-RU" altLang="ru-RU" sz="1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Courier New" panose="02070309020205020404" pitchFamily="49" charset="0"/>
                        </a:rPr>
                        <a:t>Е, 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35</a:t>
                      </a:r>
                      <a:endParaRPr kumimoji="0" lang="ru-RU" altLang="ru-RU" sz="1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567354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36618" y="-2453"/>
            <a:ext cx="8229600" cy="931123"/>
          </a:xfrm>
        </p:spPr>
        <p:txBody>
          <a:bodyPr>
            <a:normAutofit/>
          </a:bodyPr>
          <a:lstStyle/>
          <a:p>
            <a:pPr algn="ctr"/>
            <a:r>
              <a:rPr lang="ru-RU" sz="2800" b="1" dirty="0"/>
              <a:t>Метод PERT</a:t>
            </a:r>
          </a:p>
        </p:txBody>
      </p:sp>
      <p:pic>
        <p:nvPicPr>
          <p:cNvPr id="3074" name="Picture 2"/>
          <p:cNvPicPr>
            <a:picLocks noGrp="1" noChangeAspect="1" noChangeArrowheads="1"/>
          </p:cNvPicPr>
          <p:nvPr>
            <p:ph idx="1"/>
          </p:nvPr>
        </p:nvPicPr>
        <p:blipFill>
          <a:blip r:embed="rId2">
            <a:grayscl/>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747068"/>
            <a:ext cx="6889687" cy="459080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Рисунок 4">
            <a:extLst>
              <a:ext uri="{FF2B5EF4-FFF2-40B4-BE49-F238E27FC236}">
                <a16:creationId xmlns:a16="http://schemas.microsoft.com/office/drawing/2014/main" id="{1CC0903B-5EE2-4063-BFB2-5EC4EEA6D08D}"/>
              </a:ext>
            </a:extLst>
          </p:cNvPr>
          <p:cNvPicPr>
            <a:picLocks noChangeAspect="1"/>
          </p:cNvPicPr>
          <p:nvPr/>
        </p:nvPicPr>
        <p:blipFill>
          <a:blip r:embed="rId4"/>
          <a:stretch>
            <a:fillRect/>
          </a:stretch>
        </p:blipFill>
        <p:spPr>
          <a:xfrm>
            <a:off x="2864440" y="6087394"/>
            <a:ext cx="5938019" cy="524301"/>
          </a:xfrm>
          <a:prstGeom prst="rect">
            <a:avLst/>
          </a:prstGeom>
        </p:spPr>
      </p:pic>
    </p:spTree>
    <p:extLst>
      <p:ext uri="{BB962C8B-B14F-4D97-AF65-F5344CB8AC3E}">
        <p14:creationId xmlns:p14="http://schemas.microsoft.com/office/powerpoint/2010/main" val="93663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0A2EB381-555A-4106-8270-69FCB1E03AA9}"/>
              </a:ext>
            </a:extLst>
          </p:cNvPr>
          <p:cNvSpPr/>
          <p:nvPr/>
        </p:nvSpPr>
        <p:spPr>
          <a:xfrm>
            <a:off x="1772877" y="-33487"/>
            <a:ext cx="8901050" cy="6924973"/>
          </a:xfrm>
          <a:prstGeom prst="rect">
            <a:avLst/>
          </a:prstGeom>
          <a:noFill/>
        </p:spPr>
        <p:txBody>
          <a:bodyPr wrap="square">
            <a:spAutoFit/>
          </a:bodyPr>
          <a:lstStyle/>
          <a:p>
            <a:pPr indent="180000" algn="just">
              <a:spcAft>
                <a:spcPts val="600"/>
              </a:spcAft>
            </a:pPr>
            <a:r>
              <a:rPr lang="ru-RU" sz="2400" b="1" dirty="0">
                <a:latin typeface="Calibri" panose="020F0502020204030204" pitchFamily="34" charset="0"/>
                <a:cs typeface="Calibri" panose="020F0502020204030204" pitchFamily="34" charset="0"/>
              </a:rPr>
              <a:t>Оценка сроков начала и окончания работ</a:t>
            </a:r>
          </a:p>
          <a:p>
            <a:pPr indent="180000" algn="just">
              <a:spcAft>
                <a:spcPts val="600"/>
              </a:spcAft>
            </a:pPr>
            <a:endParaRPr lang="ru-RU" sz="2400" b="1" dirty="0">
              <a:latin typeface="Calibri" panose="020F0502020204030204" pitchFamily="34" charset="0"/>
              <a:cs typeface="Calibri" panose="020F0502020204030204" pitchFamily="34" charset="0"/>
            </a:endParaRPr>
          </a:p>
          <a:p>
            <a:pPr indent="180000" algn="just">
              <a:spcAft>
                <a:spcPts val="600"/>
              </a:spcAft>
            </a:pPr>
            <a:endParaRPr lang="ru-RU" sz="2400" b="1" dirty="0">
              <a:latin typeface="Calibri" panose="020F0502020204030204" pitchFamily="34" charset="0"/>
              <a:cs typeface="Calibri" panose="020F0502020204030204" pitchFamily="34" charset="0"/>
            </a:endParaRPr>
          </a:p>
          <a:p>
            <a:pPr indent="180000" algn="just">
              <a:spcAft>
                <a:spcPts val="600"/>
              </a:spcAft>
            </a:pPr>
            <a:r>
              <a:rPr lang="en-US" sz="2400" b="1" dirty="0">
                <a:latin typeface="Calibri" panose="020F0502020204030204" pitchFamily="34" charset="0"/>
                <a:cs typeface="Calibri" panose="020F0502020204030204" pitchFamily="34" charset="0"/>
              </a:rPr>
              <a:t>ID</a:t>
            </a:r>
            <a:r>
              <a:rPr lang="en-US" sz="2400" dirty="0">
                <a:latin typeface="Calibri" panose="020F0502020204030204" pitchFamily="34" charset="0"/>
                <a:cs typeface="Calibri" panose="020F0502020204030204" pitchFamily="34" charset="0"/>
              </a:rPr>
              <a:t> </a:t>
            </a:r>
            <a:r>
              <a:rPr lang="ru-RU" sz="2400" dirty="0">
                <a:latin typeface="Calibri" panose="020F0502020204030204" pitchFamily="34" charset="0"/>
                <a:cs typeface="Calibri" panose="020F0502020204030204" pitchFamily="34" charset="0"/>
              </a:rPr>
              <a:t>– код операции</a:t>
            </a:r>
          </a:p>
          <a:p>
            <a:pPr indent="180000" algn="just">
              <a:spcAft>
                <a:spcPts val="600"/>
              </a:spcAft>
            </a:pPr>
            <a:r>
              <a:rPr lang="ru-RU" sz="2400" b="1" dirty="0">
                <a:latin typeface="Calibri" panose="020F0502020204030204" pitchFamily="34" charset="0"/>
                <a:cs typeface="Calibri" panose="020F0502020204030204" pitchFamily="34" charset="0"/>
              </a:rPr>
              <a:t>Описание</a:t>
            </a:r>
            <a:r>
              <a:rPr lang="ru-RU" sz="2400" dirty="0">
                <a:latin typeface="Calibri" panose="020F0502020204030204" pitchFamily="34" charset="0"/>
                <a:cs typeface="Calibri" panose="020F0502020204030204" pitchFamily="34" charset="0"/>
              </a:rPr>
              <a:t> – название операции</a:t>
            </a:r>
          </a:p>
          <a:p>
            <a:pPr indent="180000" algn="just">
              <a:spcAft>
                <a:spcPts val="600"/>
              </a:spcAft>
            </a:pPr>
            <a:r>
              <a:rPr lang="ru-RU" sz="2400" b="1" dirty="0" err="1">
                <a:latin typeface="Calibri" panose="020F0502020204030204" pitchFamily="34" charset="0"/>
                <a:cs typeface="Calibri" panose="020F0502020204030204" pitchFamily="34" charset="0"/>
              </a:rPr>
              <a:t>Dur</a:t>
            </a:r>
            <a:r>
              <a:rPr lang="ru-RU" sz="2400" dirty="0">
                <a:latin typeface="Calibri" panose="020F0502020204030204" pitchFamily="34" charset="0"/>
                <a:cs typeface="Calibri" panose="020F0502020204030204" pitchFamily="34" charset="0"/>
              </a:rPr>
              <a:t> (дюрация) – продолжительность работы</a:t>
            </a:r>
          </a:p>
          <a:p>
            <a:pPr indent="180000" algn="just">
              <a:spcAft>
                <a:spcPts val="600"/>
              </a:spcAft>
            </a:pPr>
            <a:r>
              <a:rPr lang="ru-RU" sz="2400" b="1" dirty="0">
                <a:latin typeface="Calibri" panose="020F0502020204030204" pitchFamily="34" charset="0"/>
                <a:cs typeface="Calibri" panose="020F0502020204030204" pitchFamily="34" charset="0"/>
              </a:rPr>
              <a:t>ES</a:t>
            </a:r>
            <a:r>
              <a:rPr lang="ru-RU" sz="2400" dirty="0">
                <a:latin typeface="Calibri" panose="020F0502020204030204" pitchFamily="34" charset="0"/>
                <a:cs typeface="Calibri" panose="020F0502020204030204" pitchFamily="34" charset="0"/>
              </a:rPr>
              <a:t> – ранний срок начала работы (ранний старт)</a:t>
            </a:r>
          </a:p>
          <a:p>
            <a:pPr indent="180000" algn="just">
              <a:spcAft>
                <a:spcPts val="600"/>
              </a:spcAft>
            </a:pPr>
            <a:r>
              <a:rPr lang="ru-RU" sz="2400" b="1" dirty="0">
                <a:latin typeface="Calibri" panose="020F0502020204030204" pitchFamily="34" charset="0"/>
                <a:cs typeface="Calibri" panose="020F0502020204030204" pitchFamily="34" charset="0"/>
              </a:rPr>
              <a:t>EF</a:t>
            </a:r>
            <a:r>
              <a:rPr lang="ru-RU" sz="2400" dirty="0">
                <a:latin typeface="Calibri" panose="020F0502020204030204" pitchFamily="34" charset="0"/>
                <a:cs typeface="Calibri" panose="020F0502020204030204" pitchFamily="34" charset="0"/>
              </a:rPr>
              <a:t> – ранний срок завершения работы (ранний финиш)</a:t>
            </a:r>
          </a:p>
          <a:p>
            <a:pPr indent="180000" algn="just">
              <a:spcAft>
                <a:spcPts val="600"/>
              </a:spcAft>
            </a:pPr>
            <a:r>
              <a:rPr lang="ru-RU" sz="2400" b="1" dirty="0">
                <a:latin typeface="Calibri" panose="020F0502020204030204" pitchFamily="34" charset="0"/>
                <a:cs typeface="Calibri" panose="020F0502020204030204" pitchFamily="34" charset="0"/>
              </a:rPr>
              <a:t>LS</a:t>
            </a:r>
            <a:r>
              <a:rPr lang="ru-RU" sz="2400" dirty="0">
                <a:latin typeface="Calibri" panose="020F0502020204030204" pitchFamily="34" charset="0"/>
                <a:cs typeface="Calibri" panose="020F0502020204030204" pitchFamily="34" charset="0"/>
              </a:rPr>
              <a:t> – поздний срок начала работы (поздний старт) </a:t>
            </a:r>
          </a:p>
          <a:p>
            <a:pPr indent="180000" algn="just">
              <a:spcAft>
                <a:spcPts val="600"/>
              </a:spcAft>
            </a:pPr>
            <a:r>
              <a:rPr lang="ru-RU" sz="2400" b="1" dirty="0">
                <a:latin typeface="Calibri" panose="020F0502020204030204" pitchFamily="34" charset="0"/>
                <a:cs typeface="Calibri" panose="020F0502020204030204" pitchFamily="34" charset="0"/>
              </a:rPr>
              <a:t>LF</a:t>
            </a:r>
            <a:r>
              <a:rPr lang="ru-RU" sz="2400" dirty="0">
                <a:latin typeface="Calibri" panose="020F0502020204030204" pitchFamily="34" charset="0"/>
                <a:cs typeface="Calibri" panose="020F0502020204030204" pitchFamily="34" charset="0"/>
              </a:rPr>
              <a:t> – поздний срок завершения работы (поздний финиш)</a:t>
            </a:r>
          </a:p>
          <a:p>
            <a:pPr indent="180000" algn="just">
              <a:spcAft>
                <a:spcPts val="600"/>
              </a:spcAft>
            </a:pPr>
            <a:r>
              <a:rPr lang="en-US" sz="2400" b="1" dirty="0">
                <a:latin typeface="Calibri" panose="020F0502020204030204" pitchFamily="34" charset="0"/>
                <a:cs typeface="Calibri" panose="020F0502020204030204" pitchFamily="34" charset="0"/>
              </a:rPr>
              <a:t>TS</a:t>
            </a:r>
            <a:r>
              <a:rPr lang="ru-RU" sz="2400"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Total slack</a:t>
            </a:r>
            <a:r>
              <a:rPr lang="ru-RU" sz="2400" dirty="0">
                <a:latin typeface="Calibri" panose="020F0502020204030204" pitchFamily="34" charset="0"/>
                <a:cs typeface="Calibri" panose="020F0502020204030204" pitchFamily="34" charset="0"/>
              </a:rPr>
              <a:t>) – резерв времени (период, на который работа может быть задержана без изменения сроков проекта в целом). Если работа лежит на критическом пути, то ее резерв времени равен нулю.</a:t>
            </a:r>
          </a:p>
          <a:p>
            <a:pPr indent="180000" algn="just">
              <a:spcAft>
                <a:spcPts val="600"/>
              </a:spcAft>
            </a:pPr>
            <a:r>
              <a:rPr lang="ru-RU" sz="2400" b="1" dirty="0">
                <a:latin typeface="Calibri" panose="020F0502020204030204" pitchFamily="34" charset="0"/>
                <a:cs typeface="Calibri" panose="020F0502020204030204" pitchFamily="34" charset="0"/>
              </a:rPr>
              <a:t>i</a:t>
            </a:r>
            <a:r>
              <a:rPr lang="ru-RU" sz="2400" dirty="0">
                <a:latin typeface="Calibri" panose="020F0502020204030204" pitchFamily="34" charset="0"/>
                <a:cs typeface="Calibri" panose="020F0502020204030204" pitchFamily="34" charset="0"/>
              </a:rPr>
              <a:t> – предыдущее событие</a:t>
            </a:r>
          </a:p>
          <a:p>
            <a:pPr indent="180000" algn="just">
              <a:spcAft>
                <a:spcPts val="600"/>
              </a:spcAft>
            </a:pPr>
            <a:r>
              <a:rPr lang="ru-RU" sz="2400" b="1" dirty="0">
                <a:latin typeface="Calibri" panose="020F0502020204030204" pitchFamily="34" charset="0"/>
                <a:cs typeface="Calibri" panose="020F0502020204030204" pitchFamily="34" charset="0"/>
              </a:rPr>
              <a:t>j – </a:t>
            </a:r>
            <a:r>
              <a:rPr lang="ru-RU" sz="2400" dirty="0">
                <a:latin typeface="Calibri" panose="020F0502020204030204" pitchFamily="34" charset="0"/>
                <a:cs typeface="Calibri" panose="020F0502020204030204" pitchFamily="34" charset="0"/>
              </a:rPr>
              <a:t>последующее событие</a:t>
            </a:r>
          </a:p>
        </p:txBody>
      </p:sp>
      <p:pic>
        <p:nvPicPr>
          <p:cNvPr id="5" name="Рисунок 4">
            <a:extLst>
              <a:ext uri="{FF2B5EF4-FFF2-40B4-BE49-F238E27FC236}">
                <a16:creationId xmlns:a16="http://schemas.microsoft.com/office/drawing/2014/main" id="{3B02C7B5-9F95-478C-85A0-8AF461E1FFC0}"/>
              </a:ext>
            </a:extLst>
          </p:cNvPr>
          <p:cNvPicPr/>
          <p:nvPr/>
        </p:nvPicPr>
        <p:blipFill>
          <a:blip r:embed="rId3" cstate="print"/>
          <a:srcRect l="29179" t="44186" r="16768" b="39290"/>
          <a:stretch>
            <a:fillRect/>
          </a:stretch>
        </p:blipFill>
        <p:spPr bwMode="auto">
          <a:xfrm>
            <a:off x="5886960" y="404664"/>
            <a:ext cx="4718918" cy="1440160"/>
          </a:xfrm>
          <a:prstGeom prst="rect">
            <a:avLst/>
          </a:prstGeom>
          <a:noFill/>
          <a:ln w="9525">
            <a:noFill/>
            <a:miter lim="800000"/>
            <a:headEnd/>
            <a:tailEnd/>
          </a:ln>
        </p:spPr>
      </p:pic>
    </p:spTree>
    <p:extLst>
      <p:ext uri="{BB962C8B-B14F-4D97-AF65-F5344CB8AC3E}">
        <p14:creationId xmlns:p14="http://schemas.microsoft.com/office/powerpoint/2010/main" val="4073788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2735C32-0205-4866-B630-8B99074EC3B7}"/>
              </a:ext>
            </a:extLst>
          </p:cNvPr>
          <p:cNvSpPr/>
          <p:nvPr/>
        </p:nvSpPr>
        <p:spPr>
          <a:xfrm>
            <a:off x="1772877" y="46156"/>
            <a:ext cx="8746128" cy="461665"/>
          </a:xfrm>
          <a:prstGeom prst="rect">
            <a:avLst/>
          </a:prstGeom>
        </p:spPr>
        <p:txBody>
          <a:bodyPr wrap="square">
            <a:spAutoFit/>
          </a:bodyPr>
          <a:lstStyle/>
          <a:p>
            <a:pPr algn="ctr"/>
            <a:r>
              <a:rPr lang="ru-RU" sz="2400" b="1" dirty="0">
                <a:solidFill>
                  <a:schemeClr val="accent1">
                    <a:lumMod val="50000"/>
                  </a:schemeClr>
                </a:solidFill>
                <a:latin typeface="Arial" panose="020B0604020202020204" pitchFamily="34" charset="0"/>
                <a:cs typeface="Arial" panose="020B0604020202020204" pitchFamily="34" charset="0"/>
              </a:rPr>
              <a:t>Построение и анализ сетевых графиков</a:t>
            </a:r>
            <a:endParaRPr lang="ru-RU" sz="2400" b="1" dirty="0">
              <a:solidFill>
                <a:schemeClr val="accent1">
                  <a:lumMod val="50000"/>
                </a:schemeClr>
              </a:solidFill>
              <a:cs typeface="Arial" panose="020B0604020202020204" pitchFamily="34" charset="0"/>
            </a:endParaRPr>
          </a:p>
        </p:txBody>
      </p:sp>
      <p:sp>
        <p:nvSpPr>
          <p:cNvPr id="3" name="Прямоугольник 2">
            <a:extLst>
              <a:ext uri="{FF2B5EF4-FFF2-40B4-BE49-F238E27FC236}">
                <a16:creationId xmlns:a16="http://schemas.microsoft.com/office/drawing/2014/main" id="{0A2EB381-555A-4106-8270-69FCB1E03AA9}"/>
              </a:ext>
            </a:extLst>
          </p:cNvPr>
          <p:cNvSpPr/>
          <p:nvPr/>
        </p:nvSpPr>
        <p:spPr>
          <a:xfrm>
            <a:off x="226337" y="836714"/>
            <a:ext cx="9406550" cy="6340197"/>
          </a:xfrm>
          <a:prstGeom prst="rect">
            <a:avLst/>
          </a:prstGeom>
          <a:noFill/>
        </p:spPr>
        <p:txBody>
          <a:bodyPr wrap="square">
            <a:spAutoFit/>
          </a:bodyPr>
          <a:lstStyle/>
          <a:p>
            <a:pPr indent="360000" algn="just">
              <a:spcAft>
                <a:spcPts val="1200"/>
              </a:spcAft>
            </a:pPr>
            <a:r>
              <a:rPr lang="ru-RU" sz="2400" b="1" dirty="0"/>
              <a:t>Прямой анализ</a:t>
            </a:r>
            <a:r>
              <a:rPr lang="ru-RU" sz="2400" dirty="0"/>
              <a:t> оценки сроков начала и окончания операций служит для определения </a:t>
            </a:r>
            <a:r>
              <a:rPr lang="ru-RU" sz="2400" b="1" dirty="0"/>
              <a:t>ранних сроков </a:t>
            </a:r>
            <a:r>
              <a:rPr lang="ru-RU" sz="2400" dirty="0"/>
              <a:t>и отвечает на вопросы:</a:t>
            </a:r>
          </a:p>
          <a:p>
            <a:pPr indent="360000" algn="just">
              <a:spcAft>
                <a:spcPts val="1200"/>
              </a:spcAft>
            </a:pPr>
            <a:r>
              <a:rPr lang="ru-RU" sz="2400" dirty="0"/>
              <a:t>1. Как скоро может начаться операция? </a:t>
            </a:r>
          </a:p>
          <a:p>
            <a:pPr indent="360000" algn="just">
              <a:spcAft>
                <a:spcPts val="1200"/>
              </a:spcAft>
            </a:pPr>
            <a:r>
              <a:rPr lang="ru-RU" sz="2400" dirty="0"/>
              <a:t>(ранний старт – </a:t>
            </a:r>
            <a:r>
              <a:rPr lang="ru-RU" sz="2400" b="1" dirty="0"/>
              <a:t>ES</a:t>
            </a:r>
            <a:r>
              <a:rPr lang="ru-RU" sz="2400" dirty="0"/>
              <a:t>). </a:t>
            </a:r>
          </a:p>
          <a:p>
            <a:pPr indent="360000" algn="just">
              <a:spcAft>
                <a:spcPts val="1200"/>
              </a:spcAft>
            </a:pPr>
            <a:r>
              <a:rPr lang="ru-RU" sz="2400" b="1" dirty="0"/>
              <a:t>Ранний старт (ES)</a:t>
            </a:r>
            <a:r>
              <a:rPr lang="ru-RU" sz="2400" dirty="0"/>
              <a:t> — это самая ранняя возможная дата, когда можно начать выполнение работы, при условии, что все предшествующие работы завершены,</a:t>
            </a:r>
          </a:p>
          <a:p>
            <a:pPr indent="360000" algn="just">
              <a:spcAft>
                <a:spcPts val="1200"/>
              </a:spcAft>
            </a:pPr>
            <a:r>
              <a:rPr lang="ru-RU" sz="2400" dirty="0"/>
              <a:t>2. Как скоро она может закончиться? </a:t>
            </a:r>
          </a:p>
          <a:p>
            <a:pPr indent="360000" algn="just">
              <a:spcAft>
                <a:spcPts val="1200"/>
              </a:spcAft>
            </a:pPr>
            <a:r>
              <a:rPr lang="ru-RU" sz="2400" dirty="0"/>
              <a:t>(ранний финиш – </a:t>
            </a:r>
            <a:r>
              <a:rPr lang="ru-RU" sz="2400" b="1" dirty="0"/>
              <a:t>EF</a:t>
            </a:r>
            <a:r>
              <a:rPr lang="ru-RU" sz="2400" dirty="0"/>
              <a:t>)</a:t>
            </a:r>
          </a:p>
          <a:p>
            <a:pPr indent="360000" algn="just">
              <a:spcAft>
                <a:spcPts val="1200"/>
              </a:spcAft>
            </a:pPr>
            <a:r>
              <a:rPr lang="ru-RU" sz="2400" b="1" dirty="0"/>
              <a:t>Ранний финиш (EF)</a:t>
            </a:r>
            <a:r>
              <a:rPr lang="ru-RU" sz="2400" dirty="0"/>
              <a:t> = ES + Длительность</a:t>
            </a:r>
          </a:p>
          <a:p>
            <a:pPr indent="360000" algn="just">
              <a:spcAft>
                <a:spcPts val="1200"/>
              </a:spcAft>
            </a:pPr>
            <a:r>
              <a:rPr lang="ru-RU" sz="2400" dirty="0"/>
              <a:t>3. Как скоро может быть завершен проект в целом? </a:t>
            </a:r>
          </a:p>
          <a:p>
            <a:pPr indent="360000" algn="just">
              <a:spcAft>
                <a:spcPts val="1200"/>
              </a:spcAft>
            </a:pPr>
            <a:r>
              <a:rPr lang="ru-RU" sz="2400" dirty="0"/>
              <a:t>(предполагаемое время – </a:t>
            </a:r>
            <a:r>
              <a:rPr lang="ru-RU" sz="2400" b="1" dirty="0"/>
              <a:t>ТЕ</a:t>
            </a:r>
            <a:r>
              <a:rPr lang="ru-RU" sz="2400" dirty="0"/>
              <a:t>)</a:t>
            </a:r>
          </a:p>
          <a:p>
            <a:pPr indent="360000" algn="just">
              <a:spcAft>
                <a:spcPts val="1200"/>
              </a:spcAft>
            </a:pPr>
            <a:endParaRPr lang="ru-R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8806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2735C32-0205-4866-B630-8B99074EC3B7}"/>
              </a:ext>
            </a:extLst>
          </p:cNvPr>
          <p:cNvSpPr/>
          <p:nvPr/>
        </p:nvSpPr>
        <p:spPr>
          <a:xfrm>
            <a:off x="1772877" y="46156"/>
            <a:ext cx="8746128" cy="461665"/>
          </a:xfrm>
          <a:prstGeom prst="rect">
            <a:avLst/>
          </a:prstGeom>
        </p:spPr>
        <p:txBody>
          <a:bodyPr wrap="square">
            <a:spAutoFit/>
          </a:bodyPr>
          <a:lstStyle/>
          <a:p>
            <a:pPr algn="ctr"/>
            <a:r>
              <a:rPr lang="ru-RU" sz="2400" b="1" dirty="0">
                <a:solidFill>
                  <a:schemeClr val="accent1">
                    <a:lumMod val="50000"/>
                  </a:schemeClr>
                </a:solidFill>
                <a:latin typeface="Arial" panose="020B0604020202020204" pitchFamily="34" charset="0"/>
                <a:cs typeface="Arial" panose="020B0604020202020204" pitchFamily="34" charset="0"/>
              </a:rPr>
              <a:t>Построение и анализ сетевых графиков</a:t>
            </a:r>
            <a:endParaRPr lang="ru-RU" sz="2400" b="1" dirty="0">
              <a:solidFill>
                <a:schemeClr val="accent1">
                  <a:lumMod val="50000"/>
                </a:schemeClr>
              </a:solidFill>
              <a:cs typeface="Arial" panose="020B0604020202020204" pitchFamily="34" charset="0"/>
            </a:endParaRPr>
          </a:p>
        </p:txBody>
      </p:sp>
      <p:sp>
        <p:nvSpPr>
          <p:cNvPr id="3" name="Прямоугольник 2">
            <a:extLst>
              <a:ext uri="{FF2B5EF4-FFF2-40B4-BE49-F238E27FC236}">
                <a16:creationId xmlns:a16="http://schemas.microsoft.com/office/drawing/2014/main" id="{0A2EB381-555A-4106-8270-69FCB1E03AA9}"/>
              </a:ext>
            </a:extLst>
          </p:cNvPr>
          <p:cNvSpPr/>
          <p:nvPr/>
        </p:nvSpPr>
        <p:spPr>
          <a:xfrm>
            <a:off x="371192" y="534978"/>
            <a:ext cx="10144028" cy="6771084"/>
          </a:xfrm>
          <a:prstGeom prst="rect">
            <a:avLst/>
          </a:prstGeom>
          <a:noFill/>
        </p:spPr>
        <p:txBody>
          <a:bodyPr wrap="square">
            <a:spAutoFit/>
          </a:bodyPr>
          <a:lstStyle/>
          <a:p>
            <a:pPr indent="360000" algn="just">
              <a:spcAft>
                <a:spcPts val="1200"/>
              </a:spcAft>
            </a:pPr>
            <a:r>
              <a:rPr lang="ru-RU" sz="2400" b="1" dirty="0"/>
              <a:t>Обратный анализ</a:t>
            </a:r>
            <a:r>
              <a:rPr lang="ru-RU" sz="2400" dirty="0"/>
              <a:t> служит для определения </a:t>
            </a:r>
            <a:r>
              <a:rPr lang="ru-RU" sz="2400" b="1" dirty="0"/>
              <a:t>поздних сроков</a:t>
            </a:r>
            <a:r>
              <a:rPr lang="ru-RU" sz="2400" dirty="0"/>
              <a:t> и отвечает на вопросы:</a:t>
            </a:r>
          </a:p>
          <a:p>
            <a:pPr indent="360000" algn="just">
              <a:spcAft>
                <a:spcPts val="1200"/>
              </a:spcAft>
            </a:pPr>
            <a:r>
              <a:rPr lang="ru-RU" sz="2400" dirty="0"/>
              <a:t>1. Каковы самые поздние сроки завершения операции? </a:t>
            </a:r>
          </a:p>
          <a:p>
            <a:pPr indent="360000" algn="just">
              <a:spcAft>
                <a:spcPts val="1200"/>
              </a:spcAft>
            </a:pPr>
            <a:r>
              <a:rPr lang="ru-RU" sz="2400" dirty="0"/>
              <a:t>(позднее окончание – </a:t>
            </a:r>
            <a:r>
              <a:rPr lang="ru-RU" sz="2400" b="1" dirty="0"/>
              <a:t>LF</a:t>
            </a:r>
            <a:r>
              <a:rPr lang="ru-RU" sz="2400" dirty="0"/>
              <a:t>)</a:t>
            </a:r>
          </a:p>
          <a:p>
            <a:pPr indent="360000" algn="just">
              <a:spcAft>
                <a:spcPts val="1200"/>
              </a:spcAft>
            </a:pPr>
            <a:r>
              <a:rPr lang="ru-RU" sz="2400" b="1" dirty="0"/>
              <a:t>Поздний финиш (LF)</a:t>
            </a:r>
            <a:r>
              <a:rPr lang="ru-RU" sz="2400" dirty="0"/>
              <a:t> — это </a:t>
            </a:r>
            <a:r>
              <a:rPr lang="ru-RU" sz="2400" b="1" dirty="0"/>
              <a:t>самая поздняя возможная дата</a:t>
            </a:r>
            <a:r>
              <a:rPr lang="ru-RU" sz="2400" dirty="0"/>
              <a:t>, когда </a:t>
            </a:r>
            <a:r>
              <a:rPr lang="ru-RU" sz="2400" b="1" dirty="0"/>
              <a:t>работа должна быть завершена</a:t>
            </a:r>
            <a:r>
              <a:rPr lang="ru-RU" sz="2400" dirty="0"/>
              <a:t>, чтобы </a:t>
            </a:r>
            <a:r>
              <a:rPr lang="ru-RU" sz="2400" b="1" dirty="0"/>
              <a:t>не задержать весь проект</a:t>
            </a:r>
            <a:r>
              <a:rPr lang="ru-RU" sz="2400" dirty="0"/>
              <a:t>.</a:t>
            </a:r>
          </a:p>
          <a:p>
            <a:pPr indent="360000" algn="just">
              <a:spcAft>
                <a:spcPts val="1200"/>
              </a:spcAft>
            </a:pPr>
            <a:r>
              <a:rPr lang="ru-RU" sz="2400" dirty="0"/>
              <a:t>2. Каковы самые поздние сроки начала операции? </a:t>
            </a:r>
          </a:p>
          <a:p>
            <a:pPr indent="360000" algn="just">
              <a:spcAft>
                <a:spcPts val="1200"/>
              </a:spcAft>
            </a:pPr>
            <a:r>
              <a:rPr lang="ru-RU" sz="2400" dirty="0"/>
              <a:t>(позднее начало – </a:t>
            </a:r>
            <a:r>
              <a:rPr lang="ru-RU" sz="2400" b="1" dirty="0"/>
              <a:t>LS</a:t>
            </a:r>
            <a:r>
              <a:rPr lang="ru-RU" sz="2400" dirty="0"/>
              <a:t>)</a:t>
            </a:r>
          </a:p>
          <a:p>
            <a:pPr indent="360000" algn="just">
              <a:spcAft>
                <a:spcPts val="1200"/>
              </a:spcAft>
            </a:pPr>
            <a:r>
              <a:rPr lang="en-US" sz="2400" dirty="0"/>
              <a:t>LS=LF-</a:t>
            </a:r>
            <a:r>
              <a:rPr lang="ru-RU" sz="2400" dirty="0"/>
              <a:t>длительность</a:t>
            </a:r>
          </a:p>
          <a:p>
            <a:pPr indent="360000" algn="just">
              <a:spcAft>
                <a:spcPts val="1200"/>
              </a:spcAft>
            </a:pPr>
            <a:r>
              <a:rPr lang="ru-RU" sz="2400" dirty="0"/>
              <a:t>3. Какие операции составляют критический путь (</a:t>
            </a:r>
            <a:r>
              <a:rPr lang="ru-RU" sz="2400" b="1" dirty="0"/>
              <a:t>СР</a:t>
            </a:r>
            <a:r>
              <a:rPr lang="ru-RU" sz="2400" dirty="0"/>
              <a:t>)?</a:t>
            </a:r>
          </a:p>
          <a:p>
            <a:pPr indent="360000" algn="just">
              <a:spcAft>
                <a:spcPts val="1200"/>
              </a:spcAft>
            </a:pPr>
            <a:r>
              <a:rPr lang="ru-RU" sz="2400" dirty="0"/>
              <a:t>4. На какое время может быть задержано выполнение операции? (резерв времени – </a:t>
            </a:r>
            <a:r>
              <a:rPr lang="en-US" sz="2400" b="1" dirty="0"/>
              <a:t>TS</a:t>
            </a:r>
            <a:r>
              <a:rPr lang="ru-RU" sz="2400" dirty="0"/>
              <a:t>)</a:t>
            </a:r>
          </a:p>
          <a:p>
            <a:pPr indent="360000" algn="just">
              <a:spcAft>
                <a:spcPts val="1200"/>
              </a:spcAft>
            </a:pPr>
            <a:endParaRPr lang="ru-R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5245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Номер слайда 4"/>
          <p:cNvSpPr txBox="1">
            <a:spLocks noGrp="1"/>
          </p:cNvSpPr>
          <p:nvPr/>
        </p:nvSpPr>
        <p:spPr bwMode="auto">
          <a:xfrm>
            <a:off x="9625016" y="6453191"/>
            <a:ext cx="5857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D707A5E3-0722-4AB1-8D60-752FDE81C052}" type="slidenum">
              <a:rPr lang="ru-RU" altLang="ru-RU" sz="1400"/>
              <a:pPr algn="r" eaLnBrk="1" hangingPunct="1">
                <a:spcBef>
                  <a:spcPct val="0"/>
                </a:spcBef>
                <a:buFontTx/>
                <a:buNone/>
              </a:pPr>
              <a:t>27</a:t>
            </a:fld>
            <a:endParaRPr lang="ru-RU" altLang="ru-RU" sz="1400"/>
          </a:p>
        </p:txBody>
      </p:sp>
      <p:sp>
        <p:nvSpPr>
          <p:cNvPr id="6147" name="Rectangle 2"/>
          <p:cNvSpPr>
            <a:spLocks noGrp="1" noChangeArrowheads="1"/>
          </p:cNvSpPr>
          <p:nvPr>
            <p:ph type="title" idx="4294967295"/>
          </p:nvPr>
        </p:nvSpPr>
        <p:spPr>
          <a:xfrm>
            <a:off x="1131683" y="0"/>
            <a:ext cx="10515600" cy="1325563"/>
          </a:xfrm>
        </p:spPr>
        <p:txBody>
          <a:bodyPr>
            <a:normAutofit/>
          </a:bodyPr>
          <a:lstStyle/>
          <a:p>
            <a:pPr algn="ctr" eaLnBrk="1" hangingPunct="1"/>
            <a:r>
              <a:rPr lang="ru-RU" altLang="ru-RU" sz="2000" b="1" dirty="0">
                <a:solidFill>
                  <a:schemeClr val="tx1"/>
                </a:solidFill>
              </a:rPr>
              <a:t>Диаграмма </a:t>
            </a:r>
            <a:r>
              <a:rPr lang="ru-RU" altLang="ru-RU" sz="2000" b="1" dirty="0" err="1">
                <a:solidFill>
                  <a:schemeClr val="tx1"/>
                </a:solidFill>
              </a:rPr>
              <a:t>Ганта</a:t>
            </a:r>
            <a:r>
              <a:rPr lang="en-US" altLang="ru-RU" sz="2000" b="1" dirty="0">
                <a:solidFill>
                  <a:schemeClr val="tx1"/>
                </a:solidFill>
              </a:rPr>
              <a:t> </a:t>
            </a:r>
            <a:endParaRPr lang="ru-RU" altLang="ru-RU" sz="2000" b="1" dirty="0">
              <a:solidFill>
                <a:schemeClr val="tx1"/>
              </a:solidFill>
            </a:endParaRPr>
          </a:p>
        </p:txBody>
      </p:sp>
      <p:sp>
        <p:nvSpPr>
          <p:cNvPr id="6148" name="Text Box 4"/>
          <p:cNvSpPr txBox="1">
            <a:spLocks noChangeArrowheads="1"/>
          </p:cNvSpPr>
          <p:nvPr/>
        </p:nvSpPr>
        <p:spPr bwMode="auto">
          <a:xfrm>
            <a:off x="314037" y="4303455"/>
            <a:ext cx="11808691"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pPr>
            <a:r>
              <a:rPr lang="ru-RU" altLang="ru-RU" sz="1600" dirty="0"/>
              <a:t> </a:t>
            </a:r>
            <a:r>
              <a:rPr lang="ru-RU" altLang="ru-RU" sz="1400" dirty="0"/>
              <a:t>Состоит из полос, ориентированных вдоль оси времени (горизонтальная ось).</a:t>
            </a:r>
          </a:p>
          <a:p>
            <a:pPr algn="just" eaLnBrk="1" hangingPunct="1">
              <a:spcBef>
                <a:spcPct val="0"/>
              </a:spcBef>
            </a:pPr>
            <a:endParaRPr lang="ru-RU" altLang="ru-RU" sz="1400" dirty="0"/>
          </a:p>
          <a:p>
            <a:pPr algn="just" eaLnBrk="1" hangingPunct="1">
              <a:spcBef>
                <a:spcPct val="0"/>
              </a:spcBef>
            </a:pPr>
            <a:r>
              <a:rPr lang="ru-RU" altLang="ru-RU" sz="1400" dirty="0"/>
              <a:t> Каждая полоса на диаграмме:</a:t>
            </a:r>
          </a:p>
          <a:p>
            <a:pPr algn="just" eaLnBrk="1" hangingPunct="1">
              <a:spcBef>
                <a:spcPct val="0"/>
              </a:spcBef>
              <a:buFontTx/>
              <a:buNone/>
            </a:pPr>
            <a:r>
              <a:rPr lang="ru-RU" altLang="ru-RU" sz="1400" dirty="0"/>
              <a:t>- представляет отдельную задачу в составе проекта (вид работы),</a:t>
            </a:r>
          </a:p>
          <a:p>
            <a:pPr algn="just" eaLnBrk="1" hangingPunct="1">
              <a:spcBef>
                <a:spcPct val="0"/>
              </a:spcBef>
              <a:buFontTx/>
              <a:buNone/>
            </a:pPr>
            <a:r>
              <a:rPr lang="ru-RU" altLang="ru-RU" sz="1400" dirty="0"/>
              <a:t>- её концы — моменты начала и завершения работы,</a:t>
            </a:r>
          </a:p>
          <a:p>
            <a:pPr algn="just" eaLnBrk="1" hangingPunct="1">
              <a:spcBef>
                <a:spcPct val="0"/>
              </a:spcBef>
              <a:buFontTx/>
              <a:buNone/>
            </a:pPr>
            <a:r>
              <a:rPr lang="ru-RU" altLang="ru-RU" sz="1400" dirty="0"/>
              <a:t>- её протяженность — длительность работы. </a:t>
            </a:r>
          </a:p>
          <a:p>
            <a:pPr algn="just" eaLnBrk="1" hangingPunct="1">
              <a:spcBef>
                <a:spcPct val="0"/>
              </a:spcBef>
              <a:buFontTx/>
              <a:buNone/>
            </a:pPr>
            <a:endParaRPr lang="ru-RU" altLang="ru-RU" sz="1400" dirty="0"/>
          </a:p>
          <a:p>
            <a:pPr algn="just" eaLnBrk="1" hangingPunct="1">
              <a:spcBef>
                <a:spcPct val="0"/>
              </a:spcBef>
            </a:pPr>
            <a:r>
              <a:rPr lang="ru-RU" altLang="ru-RU" sz="1400" dirty="0"/>
              <a:t> Вертикальной осью диаграммы служит перечень задач.</a:t>
            </a:r>
          </a:p>
          <a:p>
            <a:pPr algn="just" eaLnBrk="1" hangingPunct="1">
              <a:spcBef>
                <a:spcPct val="0"/>
              </a:spcBef>
              <a:buFontTx/>
              <a:buNone/>
            </a:pPr>
            <a:endParaRPr lang="ru-RU" altLang="ru-RU" sz="1600" dirty="0"/>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115" y="1221294"/>
            <a:ext cx="7100570" cy="302530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BEBCBA-AE7F-4B25-8E05-5B61019BEFFD}"/>
              </a:ext>
            </a:extLst>
          </p:cNvPr>
          <p:cNvSpPr>
            <a:spLocks noGrp="1"/>
          </p:cNvSpPr>
          <p:nvPr>
            <p:ph type="title"/>
          </p:nvPr>
        </p:nvSpPr>
        <p:spPr>
          <a:xfrm>
            <a:off x="1066800" y="183604"/>
            <a:ext cx="10058400" cy="502196"/>
          </a:xfrm>
        </p:spPr>
        <p:txBody>
          <a:bodyPr>
            <a:normAutofit/>
          </a:bodyPr>
          <a:lstStyle/>
          <a:p>
            <a:pPr algn="ctr"/>
            <a:r>
              <a:rPr lang="ru-RU" sz="2800" dirty="0"/>
              <a:t>задание</a:t>
            </a:r>
            <a:endParaRPr lang="ru-BY" sz="2800" dirty="0"/>
          </a:p>
        </p:txBody>
      </p:sp>
      <p:sp>
        <p:nvSpPr>
          <p:cNvPr id="3" name="Объект 2">
            <a:extLst>
              <a:ext uri="{FF2B5EF4-FFF2-40B4-BE49-F238E27FC236}">
                <a16:creationId xmlns:a16="http://schemas.microsoft.com/office/drawing/2014/main" id="{EEEE5C63-71DA-43EA-9BC8-4620CFAC433F}"/>
              </a:ext>
            </a:extLst>
          </p:cNvPr>
          <p:cNvSpPr>
            <a:spLocks noGrp="1"/>
          </p:cNvSpPr>
          <p:nvPr>
            <p:ph idx="1"/>
          </p:nvPr>
        </p:nvSpPr>
        <p:spPr>
          <a:xfrm>
            <a:off x="226337" y="1095469"/>
            <a:ext cx="10901911" cy="5076731"/>
          </a:xfrm>
        </p:spPr>
        <p:txBody>
          <a:bodyPr>
            <a:normAutofit fontScale="77500" lnSpcReduction="20000"/>
          </a:bodyPr>
          <a:lstStyle/>
          <a:p>
            <a:pPr marL="0" indent="0">
              <a:buNone/>
            </a:pPr>
            <a:r>
              <a:rPr lang="ru-RU" b="1" dirty="0"/>
              <a:t>1. Построить иерархическую структуру работ (WBS)</a:t>
            </a:r>
          </a:p>
          <a:p>
            <a:pPr marL="0" indent="0">
              <a:buNone/>
            </a:pPr>
            <a:r>
              <a:rPr lang="ru-RU" dirty="0"/>
              <a:t>Количество работ — 12–15 (укрупнённые этапы). Каждая работа должна иметь уникальный код в формате 1.0, 2.0, 3.0 и т. д. На верхнем уровне указывается название проекта, на втором — перечень основных этапов работ.</a:t>
            </a:r>
          </a:p>
          <a:p>
            <a:pPr marL="0" indent="0">
              <a:buNone/>
            </a:pPr>
            <a:r>
              <a:rPr lang="ru-RU" b="1" dirty="0"/>
              <a:t>2. Определить длительность каждой работы</a:t>
            </a:r>
          </a:p>
          <a:p>
            <a:pPr marL="0" indent="0">
              <a:buNone/>
            </a:pPr>
            <a:r>
              <a:rPr lang="ru-RU" dirty="0"/>
              <a:t>Для каждой работы из WBS установить плановую длительность в месяцах. Оценка длительности выполняется экспертным методом или по формуле PERT ((O + 4M + P) / 6). Длительности должны быть реалистичными и учитывать специфику IT-проекта.</a:t>
            </a:r>
          </a:p>
          <a:p>
            <a:pPr marL="0" indent="0">
              <a:buNone/>
            </a:pPr>
            <a:r>
              <a:rPr lang="ru-RU" b="1" dirty="0"/>
              <a:t>3. Определить взаимосвязи между работами</a:t>
            </a:r>
          </a:p>
          <a:p>
            <a:pPr marL="0" indent="0">
              <a:buNone/>
            </a:pPr>
            <a:r>
              <a:rPr lang="ru-RU" dirty="0"/>
              <a:t>Установить логические зависимости между работами: какие работы должны быть завершены до начала других. Для каждой работы указать непосредственных предшественников. Взаимосвязи оформляются в виде таблицы с колонками: «Код работы», «Название работы», «Непосредственные предшественники».</a:t>
            </a:r>
          </a:p>
          <a:p>
            <a:pPr marL="0" indent="0">
              <a:buNone/>
            </a:pPr>
            <a:r>
              <a:rPr lang="ru-RU" b="1" dirty="0"/>
              <a:t>4. Построить диаграмму </a:t>
            </a:r>
            <a:r>
              <a:rPr lang="ru-RU" b="1" dirty="0" err="1"/>
              <a:t>Ганта</a:t>
            </a:r>
            <a:endParaRPr lang="ru-RU" b="1" dirty="0"/>
          </a:p>
          <a:p>
            <a:pPr marL="0" indent="0">
              <a:buNone/>
            </a:pPr>
            <a:r>
              <a:rPr lang="ru-RU" dirty="0"/>
              <a:t>На основе полученных данных построить диаграмму </a:t>
            </a:r>
            <a:r>
              <a:rPr lang="ru-RU" dirty="0" err="1"/>
              <a:t>Ганта</a:t>
            </a:r>
            <a:r>
              <a:rPr lang="ru-RU" dirty="0"/>
              <a:t>, которая должна отображать:</a:t>
            </a:r>
          </a:p>
          <a:p>
            <a:r>
              <a:rPr lang="ru-RU" dirty="0"/>
              <a:t>перечень работ по вертикали;</a:t>
            </a:r>
          </a:p>
          <a:p>
            <a:r>
              <a:rPr lang="ru-RU" dirty="0"/>
              <a:t>временную шкалу (месяцы) по горизонтали;</a:t>
            </a:r>
          </a:p>
          <a:p>
            <a:r>
              <a:rPr lang="ru-RU" dirty="0"/>
              <a:t>длительность каждой работы в виде горизонтальных полос;</a:t>
            </a:r>
          </a:p>
          <a:p>
            <a:r>
              <a:rPr lang="ru-RU" dirty="0"/>
              <a:t>последовательность и взаимосвязи работ;</a:t>
            </a:r>
          </a:p>
          <a:p>
            <a:r>
              <a:rPr lang="ru-RU" dirty="0"/>
              <a:t>критический путь (выделить цветом).</a:t>
            </a:r>
          </a:p>
          <a:p>
            <a:endParaRPr lang="ru-BY" dirty="0"/>
          </a:p>
        </p:txBody>
      </p:sp>
    </p:spTree>
    <p:extLst>
      <p:ext uri="{BB962C8B-B14F-4D97-AF65-F5344CB8AC3E}">
        <p14:creationId xmlns:p14="http://schemas.microsoft.com/office/powerpoint/2010/main" val="680866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Дерево">
  <a:themeElements>
    <a:clrScheme name="Дерево">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Дерево">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Дерево">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Дерево</Template>
  <TotalTime>727</TotalTime>
  <Words>1878</Words>
  <Application>Microsoft Office PowerPoint</Application>
  <PresentationFormat>Широкоэкранный</PresentationFormat>
  <Paragraphs>296</Paragraphs>
  <Slides>28</Slides>
  <Notes>3</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28</vt:i4>
      </vt:variant>
    </vt:vector>
  </HeadingPairs>
  <TitlesOfParts>
    <vt:vector size="37" baseType="lpstr">
      <vt:lpstr>Arial</vt:lpstr>
      <vt:lpstr>Calibri</vt:lpstr>
      <vt:lpstr>Cambria</vt:lpstr>
      <vt:lpstr>Courier New</vt:lpstr>
      <vt:lpstr>Rockwell</vt:lpstr>
      <vt:lpstr>Rockwell Condensed</vt:lpstr>
      <vt:lpstr>Times New Roman</vt:lpstr>
      <vt:lpstr>Wingdings</vt:lpstr>
      <vt:lpstr>Дерево</vt:lpstr>
      <vt:lpstr>График ганта</vt:lpstr>
      <vt:lpstr>А зачем вообще что-то планировать ? Все равно все пойдет не по плану. </vt:lpstr>
      <vt:lpstr>Что такое  календарное-сетевое планирование?</vt:lpstr>
      <vt:lpstr>WBS</vt:lpstr>
      <vt:lpstr>Презентация PowerPoint</vt:lpstr>
      <vt:lpstr>Правила рационального размера пакетов работ</vt:lpstr>
      <vt:lpstr>Основные ориентиры (условия) при создании структуры работ</vt:lpstr>
      <vt:lpstr>Этапы разработки иерархической структуры работ</vt:lpstr>
      <vt:lpstr>Подходы к созданию ИСР (WBS)</vt:lpstr>
      <vt:lpstr>Промт для создания ИСР</vt:lpstr>
      <vt:lpstr>Составление календарного плана   проекта</vt:lpstr>
      <vt:lpstr>Типы зависимостей работ </vt:lpstr>
      <vt:lpstr>Презентация PowerPoint</vt:lpstr>
      <vt:lpstr>Презентация PowerPoint</vt:lpstr>
      <vt:lpstr>Презентация PowerPoint</vt:lpstr>
      <vt:lpstr>Презентация PowerPoint</vt:lpstr>
      <vt:lpstr>Анализ оценки длительности операций</vt:lpstr>
      <vt:lpstr>Презентация PowerPoint</vt:lpstr>
      <vt:lpstr>Диаграммы предшествования</vt:lpstr>
      <vt:lpstr>пример</vt:lpstr>
      <vt:lpstr>Пример сетевого графика</vt:lpstr>
      <vt:lpstr>Презентация PowerPoint</vt:lpstr>
      <vt:lpstr>Метод PERT</vt:lpstr>
      <vt:lpstr>Презентация PowerPoint</vt:lpstr>
      <vt:lpstr>Презентация PowerPoint</vt:lpstr>
      <vt:lpstr>Презентация PowerPoint</vt:lpstr>
      <vt:lpstr>Диаграмма Ганта </vt:lpstr>
      <vt:lpstr>задание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27</cp:revision>
  <cp:lastPrinted>2025-05-13T13:29:02Z</cp:lastPrinted>
  <dcterms:created xsi:type="dcterms:W3CDTF">2025-05-13T13:28:44Z</dcterms:created>
  <dcterms:modified xsi:type="dcterms:W3CDTF">2026-07-17T15:53:20Z</dcterms:modified>
</cp:coreProperties>
</file>