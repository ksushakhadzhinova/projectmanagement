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3.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7"/>
  </p:notesMasterIdLst>
  <p:sldIdLst>
    <p:sldId id="256" r:id="rId2"/>
    <p:sldId id="257" r:id="rId3"/>
    <p:sldId id="322" r:id="rId4"/>
    <p:sldId id="323" r:id="rId5"/>
    <p:sldId id="547" r:id="rId6"/>
    <p:sldId id="303" r:id="rId7"/>
    <p:sldId id="548" r:id="rId8"/>
    <p:sldId id="304" r:id="rId9"/>
    <p:sldId id="306" r:id="rId10"/>
    <p:sldId id="691" r:id="rId11"/>
    <p:sldId id="692" r:id="rId12"/>
    <p:sldId id="693" r:id="rId13"/>
    <p:sldId id="694" r:id="rId14"/>
    <p:sldId id="695" r:id="rId15"/>
    <p:sldId id="686" r:id="rId16"/>
    <p:sldId id="687" r:id="rId17"/>
    <p:sldId id="3656" r:id="rId18"/>
    <p:sldId id="688" r:id="rId19"/>
    <p:sldId id="3658" r:id="rId20"/>
    <p:sldId id="438" r:id="rId21"/>
    <p:sldId id="551" r:id="rId22"/>
    <p:sldId id="442" r:id="rId23"/>
    <p:sldId id="3659" r:id="rId24"/>
    <p:sldId id="668" r:id="rId25"/>
    <p:sldId id="663" r:id="rId26"/>
    <p:sldId id="3660" r:id="rId27"/>
    <p:sldId id="578" r:id="rId28"/>
    <p:sldId id="3661" r:id="rId29"/>
    <p:sldId id="576" r:id="rId30"/>
    <p:sldId id="577" r:id="rId31"/>
    <p:sldId id="308" r:id="rId32"/>
    <p:sldId id="311" r:id="rId33"/>
    <p:sldId id="581" r:id="rId34"/>
    <p:sldId id="582" r:id="rId35"/>
    <p:sldId id="313" r:id="rId36"/>
    <p:sldId id="314" r:id="rId37"/>
    <p:sldId id="3665" r:id="rId38"/>
    <p:sldId id="580" r:id="rId39"/>
    <p:sldId id="672" r:id="rId40"/>
    <p:sldId id="677" r:id="rId41"/>
    <p:sldId id="678" r:id="rId42"/>
    <p:sldId id="579" r:id="rId43"/>
    <p:sldId id="286" r:id="rId44"/>
    <p:sldId id="583" r:id="rId45"/>
    <p:sldId id="273" r:id="rId46"/>
    <p:sldId id="585" r:id="rId47"/>
    <p:sldId id="679" r:id="rId48"/>
    <p:sldId id="680" r:id="rId49"/>
    <p:sldId id="274" r:id="rId50"/>
    <p:sldId id="681" r:id="rId51"/>
    <p:sldId id="315" r:id="rId52"/>
    <p:sldId id="587" r:id="rId53"/>
    <p:sldId id="3662" r:id="rId54"/>
    <p:sldId id="293" r:id="rId55"/>
    <p:sldId id="586" r:id="rId56"/>
    <p:sldId id="279" r:id="rId57"/>
    <p:sldId id="682" r:id="rId58"/>
    <p:sldId id="683" r:id="rId59"/>
    <p:sldId id="664" r:id="rId60"/>
    <p:sldId id="291" r:id="rId61"/>
    <p:sldId id="684" r:id="rId62"/>
    <p:sldId id="269" r:id="rId63"/>
    <p:sldId id="270" r:id="rId64"/>
    <p:sldId id="271" r:id="rId65"/>
    <p:sldId id="685" r:id="rId66"/>
    <p:sldId id="281" r:id="rId67"/>
    <p:sldId id="283" r:id="rId68"/>
    <p:sldId id="282" r:id="rId69"/>
    <p:sldId id="284" r:id="rId70"/>
    <p:sldId id="285" r:id="rId71"/>
    <p:sldId id="287" r:id="rId72"/>
    <p:sldId id="3663" r:id="rId73"/>
    <p:sldId id="3664" r:id="rId74"/>
    <p:sldId id="289" r:id="rId75"/>
    <p:sldId id="667" r:id="rId76"/>
  </p:sldIdLst>
  <p:sldSz cx="12192000" cy="6858000"/>
  <p:notesSz cx="6858000" cy="9144000"/>
  <p:defaultTextStyle>
    <a:defPPr>
      <a:defRPr lang="en-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4E61"/>
    <a:srgbClr val="FDAD4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4580"/>
  </p:normalViewPr>
  <p:slideViewPr>
    <p:cSldViewPr snapToGrid="0" snapToObjects="1">
      <p:cViewPr varScale="1">
        <p:scale>
          <a:sx n="114" d="100"/>
          <a:sy n="114" d="100"/>
        </p:scale>
        <p:origin x="43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3AFFA6-8AF4-47FE-B19B-C22F02743A08}" type="doc">
      <dgm:prSet loTypeId="urn:microsoft.com/office/officeart/2005/8/layout/vList5" loCatId="list" qsTypeId="urn:microsoft.com/office/officeart/2005/8/quickstyle/simple1" qsCatId="simple" csTypeId="urn:microsoft.com/office/officeart/2005/8/colors/colorful2" csCatId="colorful" phldr="1"/>
      <dgm:spPr/>
      <dgm:t>
        <a:bodyPr/>
        <a:lstStyle/>
        <a:p>
          <a:endParaRPr lang="ru-BY"/>
        </a:p>
      </dgm:t>
    </dgm:pt>
    <dgm:pt modelId="{08AE9948-BB7A-4454-B481-E438ED3B9F57}">
      <dgm:prSet phldrT="[Текст]" custT="1"/>
      <dgm:spPr/>
      <dgm:t>
        <a:bodyPr/>
        <a:lstStyle/>
        <a:p>
          <a:r>
            <a:rPr lang="ru-RU" sz="1600" dirty="0"/>
            <a:t>ISO/IEC 12207:2017 (Системная и программная инженерия - Процессы жизненного цикла программных систем):</a:t>
          </a:r>
          <a:endParaRPr lang="ru-BY" sz="1600" dirty="0"/>
        </a:p>
      </dgm:t>
    </dgm:pt>
    <dgm:pt modelId="{CDF0C1C3-D5F8-4459-ADBD-9ACA9C1F3B64}" type="parTrans" cxnId="{B314BB41-04F5-4F3E-883D-C3328A486ABF}">
      <dgm:prSet/>
      <dgm:spPr/>
      <dgm:t>
        <a:bodyPr/>
        <a:lstStyle/>
        <a:p>
          <a:endParaRPr lang="ru-BY"/>
        </a:p>
      </dgm:t>
    </dgm:pt>
    <dgm:pt modelId="{ABC9BC8F-6709-4306-A213-63C4A514DEB8}" type="sibTrans" cxnId="{B314BB41-04F5-4F3E-883D-C3328A486ABF}">
      <dgm:prSet/>
      <dgm:spPr/>
      <dgm:t>
        <a:bodyPr/>
        <a:lstStyle/>
        <a:p>
          <a:endParaRPr lang="ru-BY"/>
        </a:p>
      </dgm:t>
    </dgm:pt>
    <dgm:pt modelId="{EB0F13E9-2746-4FCB-A99D-3CB466DBC521}">
      <dgm:prSet custT="1"/>
      <dgm:spPr/>
      <dgm:t>
        <a:bodyPr/>
        <a:lstStyle/>
        <a:p>
          <a:r>
            <a:rPr lang="ru-RU" sz="1600" dirty="0"/>
            <a:t>"Жизненный цикл программной системы - это набор всех процессов и их активностей, которые выполняются для разработки и поддержки программной системы."</a:t>
          </a:r>
          <a:endParaRPr lang="ru-BY" sz="1600" dirty="0"/>
        </a:p>
      </dgm:t>
    </dgm:pt>
    <dgm:pt modelId="{8344EE61-B013-41A6-B30A-B2B6BE9340A3}" type="parTrans" cxnId="{F7CBC479-83A5-4DB2-A6AF-B0E0BCF22206}">
      <dgm:prSet/>
      <dgm:spPr/>
      <dgm:t>
        <a:bodyPr/>
        <a:lstStyle/>
        <a:p>
          <a:endParaRPr lang="ru-BY"/>
        </a:p>
      </dgm:t>
    </dgm:pt>
    <dgm:pt modelId="{1F906EA8-9A00-4E8E-A0C9-89D1F8B0679D}" type="sibTrans" cxnId="{F7CBC479-83A5-4DB2-A6AF-B0E0BCF22206}">
      <dgm:prSet/>
      <dgm:spPr/>
      <dgm:t>
        <a:bodyPr/>
        <a:lstStyle/>
        <a:p>
          <a:endParaRPr lang="ru-BY"/>
        </a:p>
      </dgm:t>
    </dgm:pt>
    <dgm:pt modelId="{242CD280-7CC0-4602-924D-64FEC3081140}">
      <dgm:prSet custT="1"/>
      <dgm:spPr/>
      <dgm:t>
        <a:bodyPr/>
        <a:lstStyle/>
        <a:p>
          <a:r>
            <a:rPr lang="ru-RU" sz="1600" dirty="0"/>
            <a:t>ISO/IEC 15288:2015 (Системная и программная инженерия - Системные жизненные циклы):</a:t>
          </a:r>
          <a:endParaRPr lang="ru-BY" sz="1600" dirty="0"/>
        </a:p>
      </dgm:t>
    </dgm:pt>
    <dgm:pt modelId="{7EA8D06A-A66A-445B-9FB1-A1FBBDEA8C72}" type="parTrans" cxnId="{23C03971-378E-430B-8FF4-A6AD33D76D80}">
      <dgm:prSet/>
      <dgm:spPr/>
      <dgm:t>
        <a:bodyPr/>
        <a:lstStyle/>
        <a:p>
          <a:endParaRPr lang="ru-BY"/>
        </a:p>
      </dgm:t>
    </dgm:pt>
    <dgm:pt modelId="{9C3D2AEB-A227-42D8-8F80-4A14A68E3CAB}" type="sibTrans" cxnId="{23C03971-378E-430B-8FF4-A6AD33D76D80}">
      <dgm:prSet/>
      <dgm:spPr/>
      <dgm:t>
        <a:bodyPr/>
        <a:lstStyle/>
        <a:p>
          <a:endParaRPr lang="ru-BY"/>
        </a:p>
      </dgm:t>
    </dgm:pt>
    <dgm:pt modelId="{9043A5DF-04CC-4123-97EA-C3F3ED85C097}">
      <dgm:prSet custT="1"/>
      <dgm:spPr/>
      <dgm:t>
        <a:bodyPr/>
        <a:lstStyle/>
        <a:p>
          <a:pPr marL="0">
            <a:spcAft>
              <a:spcPts val="0"/>
            </a:spcAft>
          </a:pPr>
          <a:r>
            <a:rPr lang="ru-RU" sz="1600" dirty="0"/>
            <a:t>"Жизненный цикл программного обеспечения определяет последовательность и взаимосвязь фаз, этапов и активностей, которые охватывают полный жизненный цикл программного обеспечения, от концепции до вывода из эксплуатации.</a:t>
          </a:r>
          <a:endParaRPr lang="ru-BY" sz="1600" dirty="0"/>
        </a:p>
      </dgm:t>
    </dgm:pt>
    <dgm:pt modelId="{AEF8E6C3-8115-4811-BB1C-0F5689815818}" type="parTrans" cxnId="{CB8364E5-3473-458A-832C-3F5A9E47E8AF}">
      <dgm:prSet/>
      <dgm:spPr/>
      <dgm:t>
        <a:bodyPr/>
        <a:lstStyle/>
        <a:p>
          <a:endParaRPr lang="ru-BY"/>
        </a:p>
      </dgm:t>
    </dgm:pt>
    <dgm:pt modelId="{0E096963-DAC5-4498-9286-82002F811BF2}" type="sibTrans" cxnId="{CB8364E5-3473-458A-832C-3F5A9E47E8AF}">
      <dgm:prSet/>
      <dgm:spPr/>
      <dgm:t>
        <a:bodyPr/>
        <a:lstStyle/>
        <a:p>
          <a:endParaRPr lang="ru-BY"/>
        </a:p>
      </dgm:t>
    </dgm:pt>
    <dgm:pt modelId="{DCE22340-D637-4AA1-A822-F2E8C133CDBD}">
      <dgm:prSet custT="1"/>
      <dgm:spPr/>
      <dgm:t>
        <a:bodyPr/>
        <a:lstStyle/>
        <a:p>
          <a:r>
            <a:rPr lang="ru-RU" sz="1600" dirty="0"/>
            <a:t>IEEE 1220-2005 (Стандарт на жизненный цикл программного обеспечения для систем реального времени и встроенных систем):</a:t>
          </a:r>
          <a:endParaRPr lang="ru-BY" sz="1600" dirty="0"/>
        </a:p>
      </dgm:t>
    </dgm:pt>
    <dgm:pt modelId="{D23853F9-11E5-404F-B135-A566F4ADF129}" type="parTrans" cxnId="{C38CA9FD-AE1A-4510-8149-11CB011BF62F}">
      <dgm:prSet/>
      <dgm:spPr/>
      <dgm:t>
        <a:bodyPr/>
        <a:lstStyle/>
        <a:p>
          <a:endParaRPr lang="ru-BY"/>
        </a:p>
      </dgm:t>
    </dgm:pt>
    <dgm:pt modelId="{1765E095-C1D5-4471-B7DA-9FBF6463092A}" type="sibTrans" cxnId="{C38CA9FD-AE1A-4510-8149-11CB011BF62F}">
      <dgm:prSet/>
      <dgm:spPr/>
      <dgm:t>
        <a:bodyPr/>
        <a:lstStyle/>
        <a:p>
          <a:endParaRPr lang="ru-BY"/>
        </a:p>
      </dgm:t>
    </dgm:pt>
    <dgm:pt modelId="{FB485D2A-1624-42E5-87FD-21A96CB72291}">
      <dgm:prSet custT="1"/>
      <dgm:spPr/>
      <dgm:t>
        <a:bodyPr/>
        <a:lstStyle/>
        <a:p>
          <a:r>
            <a:rPr lang="ru-RU" sz="1600" dirty="0"/>
            <a:t>"Жизненный цикл программного обеспечения - это последовательность этапов и связанных процессов в разработке, эксплуатации и поддержке программного обеспечения.</a:t>
          </a:r>
          <a:endParaRPr lang="ru-BY" sz="1600" dirty="0"/>
        </a:p>
      </dgm:t>
    </dgm:pt>
    <dgm:pt modelId="{6CAA808D-6459-422F-BEA8-57E04941C959}" type="parTrans" cxnId="{8BEBE03F-67BE-4634-86BC-348AC188FE83}">
      <dgm:prSet/>
      <dgm:spPr/>
      <dgm:t>
        <a:bodyPr/>
        <a:lstStyle/>
        <a:p>
          <a:endParaRPr lang="ru-BY"/>
        </a:p>
      </dgm:t>
    </dgm:pt>
    <dgm:pt modelId="{DD82856E-0351-4F43-8DFE-C1DE46DE6559}" type="sibTrans" cxnId="{8BEBE03F-67BE-4634-86BC-348AC188FE83}">
      <dgm:prSet/>
      <dgm:spPr/>
      <dgm:t>
        <a:bodyPr/>
        <a:lstStyle/>
        <a:p>
          <a:endParaRPr lang="ru-BY"/>
        </a:p>
      </dgm:t>
    </dgm:pt>
    <dgm:pt modelId="{41F69F6F-642A-4C74-B0B4-6F5DDFA0540E}">
      <dgm:prSet custT="1"/>
      <dgm:spPr/>
      <dgm:t>
        <a:bodyPr/>
        <a:lstStyle/>
        <a:p>
          <a:r>
            <a:rPr lang="en-US" sz="1600" dirty="0"/>
            <a:t>PMBOK® Guide (Project Management Body of Knowledge):</a:t>
          </a:r>
          <a:endParaRPr lang="ru-BY" sz="1600" dirty="0"/>
        </a:p>
      </dgm:t>
    </dgm:pt>
    <dgm:pt modelId="{70EDC039-E802-4D68-886B-A3F638B5A22A}" type="parTrans" cxnId="{C7C90EB7-135F-42D0-A9F8-C1F1D260DC0E}">
      <dgm:prSet/>
      <dgm:spPr/>
      <dgm:t>
        <a:bodyPr/>
        <a:lstStyle/>
        <a:p>
          <a:endParaRPr lang="ru-BY"/>
        </a:p>
      </dgm:t>
    </dgm:pt>
    <dgm:pt modelId="{C995253B-0C0E-4DBD-916D-CCC2F52172BA}" type="sibTrans" cxnId="{C7C90EB7-135F-42D0-A9F8-C1F1D260DC0E}">
      <dgm:prSet/>
      <dgm:spPr/>
      <dgm:t>
        <a:bodyPr/>
        <a:lstStyle/>
        <a:p>
          <a:endParaRPr lang="ru-BY"/>
        </a:p>
      </dgm:t>
    </dgm:pt>
    <dgm:pt modelId="{FD30476C-7BB9-4817-AE57-9900EB111A36}">
      <dgm:prSet custT="1"/>
      <dgm:spPr/>
      <dgm:t>
        <a:bodyPr/>
        <a:lstStyle/>
        <a:p>
          <a:endParaRPr lang="ru-RU" sz="1600" dirty="0"/>
        </a:p>
      </dgm:t>
    </dgm:pt>
    <dgm:pt modelId="{F889A1B3-A933-4969-8583-997D1D95DD6B}" type="parTrans" cxnId="{F9F8DCBC-FDBE-4143-905E-A8651AC476E2}">
      <dgm:prSet/>
      <dgm:spPr/>
      <dgm:t>
        <a:bodyPr/>
        <a:lstStyle/>
        <a:p>
          <a:endParaRPr lang="ru-BY"/>
        </a:p>
      </dgm:t>
    </dgm:pt>
    <dgm:pt modelId="{C101E6F2-F23C-45E8-A782-3A29B6316CCB}" type="sibTrans" cxnId="{F9F8DCBC-FDBE-4143-905E-A8651AC476E2}">
      <dgm:prSet/>
      <dgm:spPr/>
      <dgm:t>
        <a:bodyPr/>
        <a:lstStyle/>
        <a:p>
          <a:endParaRPr lang="ru-BY"/>
        </a:p>
      </dgm:t>
    </dgm:pt>
    <dgm:pt modelId="{0C032BD5-5315-4FD1-8E07-67BC618DEE7D}">
      <dgm:prSet custT="1"/>
      <dgm:spPr/>
      <dgm:t>
        <a:bodyPr/>
        <a:lstStyle/>
        <a:p>
          <a:r>
            <a:rPr lang="ru-RU" sz="1600" dirty="0"/>
            <a:t>"Жизненный цикл проекта - это серия фаз, связанных процессов и этапов, которые характеризуют работу проекта от его начала до завершения."</a:t>
          </a:r>
          <a:endParaRPr lang="ru-BY" sz="1600" dirty="0"/>
        </a:p>
      </dgm:t>
    </dgm:pt>
    <dgm:pt modelId="{593E8ACA-6ED6-4642-83D2-0E98683E6480}" type="parTrans" cxnId="{CA3EF8D4-3426-43BE-B8BD-A01EDF78C348}">
      <dgm:prSet/>
      <dgm:spPr/>
      <dgm:t>
        <a:bodyPr/>
        <a:lstStyle/>
        <a:p>
          <a:endParaRPr lang="ru-BY"/>
        </a:p>
      </dgm:t>
    </dgm:pt>
    <dgm:pt modelId="{ED3DE2AB-B8AD-4A98-80CA-E389B2B8F9B6}" type="sibTrans" cxnId="{CA3EF8D4-3426-43BE-B8BD-A01EDF78C348}">
      <dgm:prSet/>
      <dgm:spPr/>
      <dgm:t>
        <a:bodyPr/>
        <a:lstStyle/>
        <a:p>
          <a:endParaRPr lang="ru-BY"/>
        </a:p>
      </dgm:t>
    </dgm:pt>
    <dgm:pt modelId="{EB63A3D5-9202-4493-A55A-D1AA795A9765}" type="pres">
      <dgm:prSet presAssocID="{463AFFA6-8AF4-47FE-B19B-C22F02743A08}" presName="Name0" presStyleCnt="0">
        <dgm:presLayoutVars>
          <dgm:dir/>
          <dgm:animLvl val="lvl"/>
          <dgm:resizeHandles val="exact"/>
        </dgm:presLayoutVars>
      </dgm:prSet>
      <dgm:spPr/>
    </dgm:pt>
    <dgm:pt modelId="{1F07DD9B-677D-49C0-9A13-BEAD1B659715}" type="pres">
      <dgm:prSet presAssocID="{08AE9948-BB7A-4454-B481-E438ED3B9F57}" presName="linNode" presStyleCnt="0"/>
      <dgm:spPr/>
    </dgm:pt>
    <dgm:pt modelId="{348F2F72-B2C2-47D7-8444-057CC8A50D41}" type="pres">
      <dgm:prSet presAssocID="{08AE9948-BB7A-4454-B481-E438ED3B9F57}" presName="parentText" presStyleLbl="node1" presStyleIdx="0" presStyleCnt="4">
        <dgm:presLayoutVars>
          <dgm:chMax val="1"/>
          <dgm:bulletEnabled val="1"/>
        </dgm:presLayoutVars>
      </dgm:prSet>
      <dgm:spPr/>
    </dgm:pt>
    <dgm:pt modelId="{16333D9B-BFDE-4905-9437-3C5449583783}" type="pres">
      <dgm:prSet presAssocID="{08AE9948-BB7A-4454-B481-E438ED3B9F57}" presName="descendantText" presStyleLbl="alignAccFollowNode1" presStyleIdx="0" presStyleCnt="4">
        <dgm:presLayoutVars>
          <dgm:bulletEnabled val="1"/>
        </dgm:presLayoutVars>
      </dgm:prSet>
      <dgm:spPr/>
    </dgm:pt>
    <dgm:pt modelId="{287E6F0D-667A-47B9-9000-3185D5820649}" type="pres">
      <dgm:prSet presAssocID="{ABC9BC8F-6709-4306-A213-63C4A514DEB8}" presName="sp" presStyleCnt="0"/>
      <dgm:spPr/>
    </dgm:pt>
    <dgm:pt modelId="{32AE2834-049D-4431-9E46-3AEAED782C4D}" type="pres">
      <dgm:prSet presAssocID="{242CD280-7CC0-4602-924D-64FEC3081140}" presName="linNode" presStyleCnt="0"/>
      <dgm:spPr/>
    </dgm:pt>
    <dgm:pt modelId="{B6CFE517-C7FD-45FB-8F59-3647FAE62066}" type="pres">
      <dgm:prSet presAssocID="{242CD280-7CC0-4602-924D-64FEC3081140}" presName="parentText" presStyleLbl="node1" presStyleIdx="1" presStyleCnt="4">
        <dgm:presLayoutVars>
          <dgm:chMax val="1"/>
          <dgm:bulletEnabled val="1"/>
        </dgm:presLayoutVars>
      </dgm:prSet>
      <dgm:spPr/>
    </dgm:pt>
    <dgm:pt modelId="{B3CBBB62-A8F3-484D-B7AD-81FDCBB5CC75}" type="pres">
      <dgm:prSet presAssocID="{242CD280-7CC0-4602-924D-64FEC3081140}" presName="descendantText" presStyleLbl="alignAccFollowNode1" presStyleIdx="1" presStyleCnt="4">
        <dgm:presLayoutVars>
          <dgm:bulletEnabled val="1"/>
        </dgm:presLayoutVars>
      </dgm:prSet>
      <dgm:spPr/>
    </dgm:pt>
    <dgm:pt modelId="{D98DEAFC-78ED-4F4F-B6EF-D5AE6AB21DC2}" type="pres">
      <dgm:prSet presAssocID="{9C3D2AEB-A227-42D8-8F80-4A14A68E3CAB}" presName="sp" presStyleCnt="0"/>
      <dgm:spPr/>
    </dgm:pt>
    <dgm:pt modelId="{D9BC53A3-245C-4833-A34B-80B2250CDBC4}" type="pres">
      <dgm:prSet presAssocID="{DCE22340-D637-4AA1-A822-F2E8C133CDBD}" presName="linNode" presStyleCnt="0"/>
      <dgm:spPr/>
    </dgm:pt>
    <dgm:pt modelId="{F36A011B-3137-423A-8EEC-B22B9B9770D3}" type="pres">
      <dgm:prSet presAssocID="{DCE22340-D637-4AA1-A822-F2E8C133CDBD}" presName="parentText" presStyleLbl="node1" presStyleIdx="2" presStyleCnt="4">
        <dgm:presLayoutVars>
          <dgm:chMax val="1"/>
          <dgm:bulletEnabled val="1"/>
        </dgm:presLayoutVars>
      </dgm:prSet>
      <dgm:spPr/>
    </dgm:pt>
    <dgm:pt modelId="{E06EACAE-81D6-4A42-B368-6758E0BE5D85}" type="pres">
      <dgm:prSet presAssocID="{DCE22340-D637-4AA1-A822-F2E8C133CDBD}" presName="descendantText" presStyleLbl="alignAccFollowNode1" presStyleIdx="2" presStyleCnt="4">
        <dgm:presLayoutVars>
          <dgm:bulletEnabled val="1"/>
        </dgm:presLayoutVars>
      </dgm:prSet>
      <dgm:spPr/>
    </dgm:pt>
    <dgm:pt modelId="{8ADEFCA0-CCF9-4F80-A949-185415405E68}" type="pres">
      <dgm:prSet presAssocID="{1765E095-C1D5-4471-B7DA-9FBF6463092A}" presName="sp" presStyleCnt="0"/>
      <dgm:spPr/>
    </dgm:pt>
    <dgm:pt modelId="{93399FC0-FCA6-47CB-98CD-312F97FA9CB7}" type="pres">
      <dgm:prSet presAssocID="{41F69F6F-642A-4C74-B0B4-6F5DDFA0540E}" presName="linNode" presStyleCnt="0"/>
      <dgm:spPr/>
    </dgm:pt>
    <dgm:pt modelId="{8709B91D-336A-4254-8D16-F1B359D56FBA}" type="pres">
      <dgm:prSet presAssocID="{41F69F6F-642A-4C74-B0B4-6F5DDFA0540E}" presName="parentText" presStyleLbl="node1" presStyleIdx="3" presStyleCnt="4">
        <dgm:presLayoutVars>
          <dgm:chMax val="1"/>
          <dgm:bulletEnabled val="1"/>
        </dgm:presLayoutVars>
      </dgm:prSet>
      <dgm:spPr/>
    </dgm:pt>
    <dgm:pt modelId="{234D8FB5-2809-417D-8C93-A43AC122B6A2}" type="pres">
      <dgm:prSet presAssocID="{41F69F6F-642A-4C74-B0B4-6F5DDFA0540E}" presName="descendantText" presStyleLbl="alignAccFollowNode1" presStyleIdx="3" presStyleCnt="4">
        <dgm:presLayoutVars>
          <dgm:bulletEnabled val="1"/>
        </dgm:presLayoutVars>
      </dgm:prSet>
      <dgm:spPr/>
    </dgm:pt>
  </dgm:ptLst>
  <dgm:cxnLst>
    <dgm:cxn modelId="{E0BC0409-7BCE-42B6-A6CA-48046498B17A}" type="presOf" srcId="{FB485D2A-1624-42E5-87FD-21A96CB72291}" destId="{E06EACAE-81D6-4A42-B368-6758E0BE5D85}" srcOrd="0" destOrd="0" presId="urn:microsoft.com/office/officeart/2005/8/layout/vList5"/>
    <dgm:cxn modelId="{B2A1E11E-2342-4AF6-BF90-8FD1D545EA20}" type="presOf" srcId="{0C032BD5-5315-4FD1-8E07-67BC618DEE7D}" destId="{234D8FB5-2809-417D-8C93-A43AC122B6A2}" srcOrd="0" destOrd="1" presId="urn:microsoft.com/office/officeart/2005/8/layout/vList5"/>
    <dgm:cxn modelId="{56123625-219B-4C47-8DAF-D2C4EC701ABC}" type="presOf" srcId="{242CD280-7CC0-4602-924D-64FEC3081140}" destId="{B6CFE517-C7FD-45FB-8F59-3647FAE62066}" srcOrd="0" destOrd="0" presId="urn:microsoft.com/office/officeart/2005/8/layout/vList5"/>
    <dgm:cxn modelId="{8BEBE03F-67BE-4634-86BC-348AC188FE83}" srcId="{DCE22340-D637-4AA1-A822-F2E8C133CDBD}" destId="{FB485D2A-1624-42E5-87FD-21A96CB72291}" srcOrd="0" destOrd="0" parTransId="{6CAA808D-6459-422F-BEA8-57E04941C959}" sibTransId="{DD82856E-0351-4F43-8DFE-C1DE46DE6559}"/>
    <dgm:cxn modelId="{B314BB41-04F5-4F3E-883D-C3328A486ABF}" srcId="{463AFFA6-8AF4-47FE-B19B-C22F02743A08}" destId="{08AE9948-BB7A-4454-B481-E438ED3B9F57}" srcOrd="0" destOrd="0" parTransId="{CDF0C1C3-D5F8-4459-ADBD-9ACA9C1F3B64}" sibTransId="{ABC9BC8F-6709-4306-A213-63C4A514DEB8}"/>
    <dgm:cxn modelId="{23C03971-378E-430B-8FF4-A6AD33D76D80}" srcId="{463AFFA6-8AF4-47FE-B19B-C22F02743A08}" destId="{242CD280-7CC0-4602-924D-64FEC3081140}" srcOrd="1" destOrd="0" parTransId="{7EA8D06A-A66A-445B-9FB1-A1FBBDEA8C72}" sibTransId="{9C3D2AEB-A227-42D8-8F80-4A14A68E3CAB}"/>
    <dgm:cxn modelId="{FB6A8978-7593-4782-944A-FBB813FF9A03}" type="presOf" srcId="{41F69F6F-642A-4C74-B0B4-6F5DDFA0540E}" destId="{8709B91D-336A-4254-8D16-F1B359D56FBA}" srcOrd="0" destOrd="0" presId="urn:microsoft.com/office/officeart/2005/8/layout/vList5"/>
    <dgm:cxn modelId="{F7CBC479-83A5-4DB2-A6AF-B0E0BCF22206}" srcId="{08AE9948-BB7A-4454-B481-E438ED3B9F57}" destId="{EB0F13E9-2746-4FCB-A99D-3CB466DBC521}" srcOrd="0" destOrd="0" parTransId="{8344EE61-B013-41A6-B30A-B2B6BE9340A3}" sibTransId="{1F906EA8-9A00-4E8E-A0C9-89D1F8B0679D}"/>
    <dgm:cxn modelId="{49E47D87-5D93-415C-B470-334C724FAF39}" type="presOf" srcId="{9043A5DF-04CC-4123-97EA-C3F3ED85C097}" destId="{B3CBBB62-A8F3-484D-B7AD-81FDCBB5CC75}" srcOrd="0" destOrd="0" presId="urn:microsoft.com/office/officeart/2005/8/layout/vList5"/>
    <dgm:cxn modelId="{B4F99A8E-EC44-49D6-A35D-83459F62D776}" type="presOf" srcId="{FD30476C-7BB9-4817-AE57-9900EB111A36}" destId="{234D8FB5-2809-417D-8C93-A43AC122B6A2}" srcOrd="0" destOrd="0" presId="urn:microsoft.com/office/officeart/2005/8/layout/vList5"/>
    <dgm:cxn modelId="{48466493-E1E4-4D5D-8610-8F159220B195}" type="presOf" srcId="{08AE9948-BB7A-4454-B481-E438ED3B9F57}" destId="{348F2F72-B2C2-47D7-8444-057CC8A50D41}" srcOrd="0" destOrd="0" presId="urn:microsoft.com/office/officeart/2005/8/layout/vList5"/>
    <dgm:cxn modelId="{C7C90EB7-135F-42D0-A9F8-C1F1D260DC0E}" srcId="{463AFFA6-8AF4-47FE-B19B-C22F02743A08}" destId="{41F69F6F-642A-4C74-B0B4-6F5DDFA0540E}" srcOrd="3" destOrd="0" parTransId="{70EDC039-E802-4D68-886B-A3F638B5A22A}" sibTransId="{C995253B-0C0E-4DBD-916D-CCC2F52172BA}"/>
    <dgm:cxn modelId="{F9F8DCBC-FDBE-4143-905E-A8651AC476E2}" srcId="{41F69F6F-642A-4C74-B0B4-6F5DDFA0540E}" destId="{FD30476C-7BB9-4817-AE57-9900EB111A36}" srcOrd="0" destOrd="0" parTransId="{F889A1B3-A933-4969-8583-997D1D95DD6B}" sibTransId="{C101E6F2-F23C-45E8-A782-3A29B6316CCB}"/>
    <dgm:cxn modelId="{093AF3C7-8A2B-4CD5-ACE4-AA619AC579E5}" type="presOf" srcId="{EB0F13E9-2746-4FCB-A99D-3CB466DBC521}" destId="{16333D9B-BFDE-4905-9437-3C5449583783}" srcOrd="0" destOrd="0" presId="urn:microsoft.com/office/officeart/2005/8/layout/vList5"/>
    <dgm:cxn modelId="{9EAAE0C9-9F64-4ED3-99D2-EAFCCD615565}" type="presOf" srcId="{DCE22340-D637-4AA1-A822-F2E8C133CDBD}" destId="{F36A011B-3137-423A-8EEC-B22B9B9770D3}" srcOrd="0" destOrd="0" presId="urn:microsoft.com/office/officeart/2005/8/layout/vList5"/>
    <dgm:cxn modelId="{CA3EF8D4-3426-43BE-B8BD-A01EDF78C348}" srcId="{41F69F6F-642A-4C74-B0B4-6F5DDFA0540E}" destId="{0C032BD5-5315-4FD1-8E07-67BC618DEE7D}" srcOrd="1" destOrd="0" parTransId="{593E8ACA-6ED6-4642-83D2-0E98683E6480}" sibTransId="{ED3DE2AB-B8AD-4A98-80CA-E389B2B8F9B6}"/>
    <dgm:cxn modelId="{DCD605E5-C207-4C24-B1CD-241D2A40378D}" type="presOf" srcId="{463AFFA6-8AF4-47FE-B19B-C22F02743A08}" destId="{EB63A3D5-9202-4493-A55A-D1AA795A9765}" srcOrd="0" destOrd="0" presId="urn:microsoft.com/office/officeart/2005/8/layout/vList5"/>
    <dgm:cxn modelId="{CB8364E5-3473-458A-832C-3F5A9E47E8AF}" srcId="{242CD280-7CC0-4602-924D-64FEC3081140}" destId="{9043A5DF-04CC-4123-97EA-C3F3ED85C097}" srcOrd="0" destOrd="0" parTransId="{AEF8E6C3-8115-4811-BB1C-0F5689815818}" sibTransId="{0E096963-DAC5-4498-9286-82002F811BF2}"/>
    <dgm:cxn modelId="{C38CA9FD-AE1A-4510-8149-11CB011BF62F}" srcId="{463AFFA6-8AF4-47FE-B19B-C22F02743A08}" destId="{DCE22340-D637-4AA1-A822-F2E8C133CDBD}" srcOrd="2" destOrd="0" parTransId="{D23853F9-11E5-404F-B135-A566F4ADF129}" sibTransId="{1765E095-C1D5-4471-B7DA-9FBF6463092A}"/>
    <dgm:cxn modelId="{5CA31D68-CA99-4999-ABDA-783CD809075A}" type="presParOf" srcId="{EB63A3D5-9202-4493-A55A-D1AA795A9765}" destId="{1F07DD9B-677D-49C0-9A13-BEAD1B659715}" srcOrd="0" destOrd="0" presId="urn:microsoft.com/office/officeart/2005/8/layout/vList5"/>
    <dgm:cxn modelId="{115AFA3E-DFD9-482C-8CDF-2D241BF67AC5}" type="presParOf" srcId="{1F07DD9B-677D-49C0-9A13-BEAD1B659715}" destId="{348F2F72-B2C2-47D7-8444-057CC8A50D41}" srcOrd="0" destOrd="0" presId="urn:microsoft.com/office/officeart/2005/8/layout/vList5"/>
    <dgm:cxn modelId="{0D6EFD5C-82C3-4B5A-96F4-1292917A733B}" type="presParOf" srcId="{1F07DD9B-677D-49C0-9A13-BEAD1B659715}" destId="{16333D9B-BFDE-4905-9437-3C5449583783}" srcOrd="1" destOrd="0" presId="urn:microsoft.com/office/officeart/2005/8/layout/vList5"/>
    <dgm:cxn modelId="{C6622B41-B683-4A17-88F4-741EF3B5ABF4}" type="presParOf" srcId="{EB63A3D5-9202-4493-A55A-D1AA795A9765}" destId="{287E6F0D-667A-47B9-9000-3185D5820649}" srcOrd="1" destOrd="0" presId="urn:microsoft.com/office/officeart/2005/8/layout/vList5"/>
    <dgm:cxn modelId="{FDA4F6C7-5753-4EAA-9486-0F7378FB49A2}" type="presParOf" srcId="{EB63A3D5-9202-4493-A55A-D1AA795A9765}" destId="{32AE2834-049D-4431-9E46-3AEAED782C4D}" srcOrd="2" destOrd="0" presId="urn:microsoft.com/office/officeart/2005/8/layout/vList5"/>
    <dgm:cxn modelId="{24C7D6A3-099D-4465-BB2D-3BA1E85A5F98}" type="presParOf" srcId="{32AE2834-049D-4431-9E46-3AEAED782C4D}" destId="{B6CFE517-C7FD-45FB-8F59-3647FAE62066}" srcOrd="0" destOrd="0" presId="urn:microsoft.com/office/officeart/2005/8/layout/vList5"/>
    <dgm:cxn modelId="{2FA2F153-67E5-4B5A-BA5A-5C5835ADCBB9}" type="presParOf" srcId="{32AE2834-049D-4431-9E46-3AEAED782C4D}" destId="{B3CBBB62-A8F3-484D-B7AD-81FDCBB5CC75}" srcOrd="1" destOrd="0" presId="urn:microsoft.com/office/officeart/2005/8/layout/vList5"/>
    <dgm:cxn modelId="{96E39517-4787-4736-B6FE-6CBCC091D3FF}" type="presParOf" srcId="{EB63A3D5-9202-4493-A55A-D1AA795A9765}" destId="{D98DEAFC-78ED-4F4F-B6EF-D5AE6AB21DC2}" srcOrd="3" destOrd="0" presId="urn:microsoft.com/office/officeart/2005/8/layout/vList5"/>
    <dgm:cxn modelId="{2BE9F3B5-8F82-48A2-93DD-E9B7B6F0FEC1}" type="presParOf" srcId="{EB63A3D5-9202-4493-A55A-D1AA795A9765}" destId="{D9BC53A3-245C-4833-A34B-80B2250CDBC4}" srcOrd="4" destOrd="0" presId="urn:microsoft.com/office/officeart/2005/8/layout/vList5"/>
    <dgm:cxn modelId="{EF6F6EB9-C678-4556-AE46-29EF7C469E45}" type="presParOf" srcId="{D9BC53A3-245C-4833-A34B-80B2250CDBC4}" destId="{F36A011B-3137-423A-8EEC-B22B9B9770D3}" srcOrd="0" destOrd="0" presId="urn:microsoft.com/office/officeart/2005/8/layout/vList5"/>
    <dgm:cxn modelId="{54531432-52BF-47A4-8387-EDC597A4E0E6}" type="presParOf" srcId="{D9BC53A3-245C-4833-A34B-80B2250CDBC4}" destId="{E06EACAE-81D6-4A42-B368-6758E0BE5D85}" srcOrd="1" destOrd="0" presId="urn:microsoft.com/office/officeart/2005/8/layout/vList5"/>
    <dgm:cxn modelId="{CA855DDB-29CA-43CD-97BF-14784CB52524}" type="presParOf" srcId="{EB63A3D5-9202-4493-A55A-D1AA795A9765}" destId="{8ADEFCA0-CCF9-4F80-A949-185415405E68}" srcOrd="5" destOrd="0" presId="urn:microsoft.com/office/officeart/2005/8/layout/vList5"/>
    <dgm:cxn modelId="{155AFD82-F7CA-4524-9016-6C3B7469A1A0}" type="presParOf" srcId="{EB63A3D5-9202-4493-A55A-D1AA795A9765}" destId="{93399FC0-FCA6-47CB-98CD-312F97FA9CB7}" srcOrd="6" destOrd="0" presId="urn:microsoft.com/office/officeart/2005/8/layout/vList5"/>
    <dgm:cxn modelId="{C2A8CD32-91F6-42CC-9EB4-466889D06D47}" type="presParOf" srcId="{93399FC0-FCA6-47CB-98CD-312F97FA9CB7}" destId="{8709B91D-336A-4254-8D16-F1B359D56FBA}" srcOrd="0" destOrd="0" presId="urn:microsoft.com/office/officeart/2005/8/layout/vList5"/>
    <dgm:cxn modelId="{A24E1115-D166-483E-83DB-CF3995AB3B20}" type="presParOf" srcId="{93399FC0-FCA6-47CB-98CD-312F97FA9CB7}" destId="{234D8FB5-2809-417D-8C93-A43AC122B6A2}"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9E1349B-4023-4E79-876C-8F061EE89088}" type="doc">
      <dgm:prSet loTypeId="urn:microsoft.com/office/officeart/2005/8/layout/vProcess5" loCatId="process" qsTypeId="urn:microsoft.com/office/officeart/2005/8/quickstyle/simple1" qsCatId="simple" csTypeId="urn:microsoft.com/office/officeart/2005/8/colors/colorful3" csCatId="colorful" phldr="1"/>
      <dgm:spPr/>
      <dgm:t>
        <a:bodyPr/>
        <a:lstStyle/>
        <a:p>
          <a:endParaRPr lang="ru-BY"/>
        </a:p>
      </dgm:t>
    </dgm:pt>
    <dgm:pt modelId="{634CF887-5249-46E9-81F1-1DA8DDDF7642}">
      <dgm:prSet phldrT="[Текст]" custT="1"/>
      <dgm:spPr/>
      <dgm:t>
        <a:bodyPr/>
        <a:lstStyle/>
        <a:p>
          <a:r>
            <a:rPr lang="ru-RU" sz="1700" b="1" dirty="0"/>
            <a:t>Инициация: определяются цели и объем проекта, а также проводится первоначальная оценка его выполнимости.</a:t>
          </a:r>
          <a:endParaRPr lang="ru-BY" sz="1700" b="1" dirty="0"/>
        </a:p>
      </dgm:t>
    </dgm:pt>
    <dgm:pt modelId="{DA40296D-C433-4B1E-A9F1-43C5C5392943}" type="parTrans" cxnId="{E879291F-2AFC-469C-AD16-AD8C6DBB6C61}">
      <dgm:prSet/>
      <dgm:spPr/>
      <dgm:t>
        <a:bodyPr/>
        <a:lstStyle/>
        <a:p>
          <a:endParaRPr lang="ru-BY"/>
        </a:p>
      </dgm:t>
    </dgm:pt>
    <dgm:pt modelId="{691FB2AD-FF1F-4352-A55F-8A790E3F491A}" type="sibTrans" cxnId="{E879291F-2AFC-469C-AD16-AD8C6DBB6C61}">
      <dgm:prSet/>
      <dgm:spPr/>
      <dgm:t>
        <a:bodyPr/>
        <a:lstStyle/>
        <a:p>
          <a:endParaRPr lang="ru-BY"/>
        </a:p>
      </dgm:t>
    </dgm:pt>
    <dgm:pt modelId="{33EE5890-3B24-4D00-9715-15FC24C16BBC}">
      <dgm:prSet custT="1"/>
      <dgm:spPr/>
      <dgm:t>
        <a:bodyPr/>
        <a:lstStyle/>
        <a:p>
          <a:r>
            <a:rPr lang="ru-RU" sz="1600" b="1"/>
            <a:t>Планирование: разрабатывается подробный план проекта, который включает определение задач, распределение ресурсов, составление расписания и управление рисками.</a:t>
          </a:r>
          <a:endParaRPr lang="ru-BY" sz="1600" b="1" dirty="0"/>
        </a:p>
      </dgm:t>
    </dgm:pt>
    <dgm:pt modelId="{7ABD2CD8-9A88-49A0-BF42-F808AB101073}" type="parTrans" cxnId="{4C90A637-BDB4-4167-B9A0-DB8EA2645D76}">
      <dgm:prSet/>
      <dgm:spPr/>
      <dgm:t>
        <a:bodyPr/>
        <a:lstStyle/>
        <a:p>
          <a:endParaRPr lang="ru-BY"/>
        </a:p>
      </dgm:t>
    </dgm:pt>
    <dgm:pt modelId="{F137535E-D9E0-40B5-9B21-FEC759B1AD76}" type="sibTrans" cxnId="{4C90A637-BDB4-4167-B9A0-DB8EA2645D76}">
      <dgm:prSet/>
      <dgm:spPr/>
      <dgm:t>
        <a:bodyPr/>
        <a:lstStyle/>
        <a:p>
          <a:endParaRPr lang="ru-BY"/>
        </a:p>
      </dgm:t>
    </dgm:pt>
    <dgm:pt modelId="{17BE5846-926E-4A84-BDC2-4F26ED7B63AC}">
      <dgm:prSet/>
      <dgm:spPr/>
      <dgm:t>
        <a:bodyPr/>
        <a:lstStyle/>
        <a:p>
          <a:r>
            <a:rPr lang="ru-RU" b="1"/>
            <a:t>Выполнение: реализуется план проекта, выполняются запланированные задачи и происходит координация команды проекта.</a:t>
          </a:r>
          <a:endParaRPr lang="ru-BY" b="1" dirty="0"/>
        </a:p>
      </dgm:t>
    </dgm:pt>
    <dgm:pt modelId="{14B6ED33-1577-4824-92D5-AF6CAA55F477}" type="parTrans" cxnId="{0E8B9839-2196-418C-8876-340EC3307CCF}">
      <dgm:prSet/>
      <dgm:spPr/>
      <dgm:t>
        <a:bodyPr/>
        <a:lstStyle/>
        <a:p>
          <a:endParaRPr lang="ru-BY"/>
        </a:p>
      </dgm:t>
    </dgm:pt>
    <dgm:pt modelId="{24CFA339-ED8A-4036-832A-FAAA8D5763E0}" type="sibTrans" cxnId="{0E8B9839-2196-418C-8876-340EC3307CCF}">
      <dgm:prSet/>
      <dgm:spPr/>
      <dgm:t>
        <a:bodyPr/>
        <a:lstStyle/>
        <a:p>
          <a:endParaRPr lang="ru-BY"/>
        </a:p>
      </dgm:t>
    </dgm:pt>
    <dgm:pt modelId="{3125C58A-BB6B-4464-BE6A-214BCA3A556E}">
      <dgm:prSet/>
      <dgm:spPr/>
      <dgm:t>
        <a:bodyPr/>
        <a:lstStyle/>
        <a:p>
          <a:r>
            <a:rPr lang="ru-RU" b="1"/>
            <a:t>Контроль: происходит мониторинг и контроль выполнения проекта, а также управление изменениями и рисками.</a:t>
          </a:r>
          <a:endParaRPr lang="ru-BY" b="1" dirty="0"/>
        </a:p>
      </dgm:t>
    </dgm:pt>
    <dgm:pt modelId="{7C82AA3B-7B8C-4AE9-9D62-6CC296C49B6D}" type="parTrans" cxnId="{A8D8D4A6-FDD9-4919-8C71-4469B60055C4}">
      <dgm:prSet/>
      <dgm:spPr/>
      <dgm:t>
        <a:bodyPr/>
        <a:lstStyle/>
        <a:p>
          <a:endParaRPr lang="ru-BY"/>
        </a:p>
      </dgm:t>
    </dgm:pt>
    <dgm:pt modelId="{CCD6EC75-9B28-410B-94C3-030C42CE4B24}" type="sibTrans" cxnId="{A8D8D4A6-FDD9-4919-8C71-4469B60055C4}">
      <dgm:prSet/>
      <dgm:spPr/>
      <dgm:t>
        <a:bodyPr/>
        <a:lstStyle/>
        <a:p>
          <a:endParaRPr lang="ru-BY"/>
        </a:p>
      </dgm:t>
    </dgm:pt>
    <dgm:pt modelId="{1BA47DA1-A781-4A1F-AC8C-4B553A3F37FC}">
      <dgm:prSet/>
      <dgm:spPr/>
      <dgm:t>
        <a:bodyPr/>
        <a:lstStyle/>
        <a:p>
          <a:r>
            <a:rPr lang="ru-RU" b="1"/>
            <a:t>Завершение: проект завершается, достигаются цели и результаты проекта оцениваются.</a:t>
          </a:r>
          <a:endParaRPr lang="ru-BY" b="1" dirty="0"/>
        </a:p>
      </dgm:t>
    </dgm:pt>
    <dgm:pt modelId="{8737F247-5400-4256-83EF-CEE879A47692}" type="parTrans" cxnId="{D7C7C32B-0897-4381-A58C-4BF3671BFFF8}">
      <dgm:prSet/>
      <dgm:spPr/>
      <dgm:t>
        <a:bodyPr/>
        <a:lstStyle/>
        <a:p>
          <a:endParaRPr lang="ru-BY"/>
        </a:p>
      </dgm:t>
    </dgm:pt>
    <dgm:pt modelId="{8E50065B-85C6-4E39-A5C8-516C03EDFEBC}" type="sibTrans" cxnId="{D7C7C32B-0897-4381-A58C-4BF3671BFFF8}">
      <dgm:prSet/>
      <dgm:spPr/>
      <dgm:t>
        <a:bodyPr/>
        <a:lstStyle/>
        <a:p>
          <a:endParaRPr lang="ru-BY"/>
        </a:p>
      </dgm:t>
    </dgm:pt>
    <dgm:pt modelId="{58625562-2EFA-4746-BA69-C8DD5AF818F7}" type="pres">
      <dgm:prSet presAssocID="{A9E1349B-4023-4E79-876C-8F061EE89088}" presName="outerComposite" presStyleCnt="0">
        <dgm:presLayoutVars>
          <dgm:chMax val="5"/>
          <dgm:dir/>
          <dgm:resizeHandles val="exact"/>
        </dgm:presLayoutVars>
      </dgm:prSet>
      <dgm:spPr/>
    </dgm:pt>
    <dgm:pt modelId="{1927AFB6-4F91-427D-9CF3-F4E2EF3A0029}" type="pres">
      <dgm:prSet presAssocID="{A9E1349B-4023-4E79-876C-8F061EE89088}" presName="dummyMaxCanvas" presStyleCnt="0">
        <dgm:presLayoutVars/>
      </dgm:prSet>
      <dgm:spPr/>
    </dgm:pt>
    <dgm:pt modelId="{4F99B7B4-6403-49BC-B37E-98AFFF061E21}" type="pres">
      <dgm:prSet presAssocID="{A9E1349B-4023-4E79-876C-8F061EE89088}" presName="FiveNodes_1" presStyleLbl="node1" presStyleIdx="0" presStyleCnt="5">
        <dgm:presLayoutVars>
          <dgm:bulletEnabled val="1"/>
        </dgm:presLayoutVars>
      </dgm:prSet>
      <dgm:spPr/>
    </dgm:pt>
    <dgm:pt modelId="{2DB0AC2F-C352-4263-9175-6048FDD397D4}" type="pres">
      <dgm:prSet presAssocID="{A9E1349B-4023-4E79-876C-8F061EE89088}" presName="FiveNodes_2" presStyleLbl="node1" presStyleIdx="1" presStyleCnt="5">
        <dgm:presLayoutVars>
          <dgm:bulletEnabled val="1"/>
        </dgm:presLayoutVars>
      </dgm:prSet>
      <dgm:spPr/>
    </dgm:pt>
    <dgm:pt modelId="{762CB0DE-ABB6-4626-87E4-5274403BA996}" type="pres">
      <dgm:prSet presAssocID="{A9E1349B-4023-4E79-876C-8F061EE89088}" presName="FiveNodes_3" presStyleLbl="node1" presStyleIdx="2" presStyleCnt="5">
        <dgm:presLayoutVars>
          <dgm:bulletEnabled val="1"/>
        </dgm:presLayoutVars>
      </dgm:prSet>
      <dgm:spPr/>
    </dgm:pt>
    <dgm:pt modelId="{EBBDAD5B-E422-4BD7-9DCE-B992886BE29F}" type="pres">
      <dgm:prSet presAssocID="{A9E1349B-4023-4E79-876C-8F061EE89088}" presName="FiveNodes_4" presStyleLbl="node1" presStyleIdx="3" presStyleCnt="5">
        <dgm:presLayoutVars>
          <dgm:bulletEnabled val="1"/>
        </dgm:presLayoutVars>
      </dgm:prSet>
      <dgm:spPr/>
    </dgm:pt>
    <dgm:pt modelId="{8CB471B5-B91B-4A0F-8AAE-6F8258D73DB0}" type="pres">
      <dgm:prSet presAssocID="{A9E1349B-4023-4E79-876C-8F061EE89088}" presName="FiveNodes_5" presStyleLbl="node1" presStyleIdx="4" presStyleCnt="5">
        <dgm:presLayoutVars>
          <dgm:bulletEnabled val="1"/>
        </dgm:presLayoutVars>
      </dgm:prSet>
      <dgm:spPr/>
    </dgm:pt>
    <dgm:pt modelId="{09C61237-B29B-4EA2-A757-B053B85B84CE}" type="pres">
      <dgm:prSet presAssocID="{A9E1349B-4023-4E79-876C-8F061EE89088}" presName="FiveConn_1-2" presStyleLbl="fgAccFollowNode1" presStyleIdx="0" presStyleCnt="4">
        <dgm:presLayoutVars>
          <dgm:bulletEnabled val="1"/>
        </dgm:presLayoutVars>
      </dgm:prSet>
      <dgm:spPr/>
    </dgm:pt>
    <dgm:pt modelId="{ED787F5F-16DA-4EF9-BF9C-A07CDE56CC29}" type="pres">
      <dgm:prSet presAssocID="{A9E1349B-4023-4E79-876C-8F061EE89088}" presName="FiveConn_2-3" presStyleLbl="fgAccFollowNode1" presStyleIdx="1" presStyleCnt="4">
        <dgm:presLayoutVars>
          <dgm:bulletEnabled val="1"/>
        </dgm:presLayoutVars>
      </dgm:prSet>
      <dgm:spPr/>
    </dgm:pt>
    <dgm:pt modelId="{07DC73F0-DB23-4C9B-980D-A713FAD236EF}" type="pres">
      <dgm:prSet presAssocID="{A9E1349B-4023-4E79-876C-8F061EE89088}" presName="FiveConn_3-4" presStyleLbl="fgAccFollowNode1" presStyleIdx="2" presStyleCnt="4">
        <dgm:presLayoutVars>
          <dgm:bulletEnabled val="1"/>
        </dgm:presLayoutVars>
      </dgm:prSet>
      <dgm:spPr/>
    </dgm:pt>
    <dgm:pt modelId="{82AD9DEB-B550-4D95-9260-269EEFA787AB}" type="pres">
      <dgm:prSet presAssocID="{A9E1349B-4023-4E79-876C-8F061EE89088}" presName="FiveConn_4-5" presStyleLbl="fgAccFollowNode1" presStyleIdx="3" presStyleCnt="4">
        <dgm:presLayoutVars>
          <dgm:bulletEnabled val="1"/>
        </dgm:presLayoutVars>
      </dgm:prSet>
      <dgm:spPr/>
    </dgm:pt>
    <dgm:pt modelId="{2B2D7142-9B8A-4045-B476-A9AD6A601C42}" type="pres">
      <dgm:prSet presAssocID="{A9E1349B-4023-4E79-876C-8F061EE89088}" presName="FiveNodes_1_text" presStyleLbl="node1" presStyleIdx="4" presStyleCnt="5">
        <dgm:presLayoutVars>
          <dgm:bulletEnabled val="1"/>
        </dgm:presLayoutVars>
      </dgm:prSet>
      <dgm:spPr/>
    </dgm:pt>
    <dgm:pt modelId="{560BB5C2-3A6A-4957-BF98-491578BDE34D}" type="pres">
      <dgm:prSet presAssocID="{A9E1349B-4023-4E79-876C-8F061EE89088}" presName="FiveNodes_2_text" presStyleLbl="node1" presStyleIdx="4" presStyleCnt="5">
        <dgm:presLayoutVars>
          <dgm:bulletEnabled val="1"/>
        </dgm:presLayoutVars>
      </dgm:prSet>
      <dgm:spPr/>
    </dgm:pt>
    <dgm:pt modelId="{8EEC2E02-810A-4CB1-BC76-C23F483B3E47}" type="pres">
      <dgm:prSet presAssocID="{A9E1349B-4023-4E79-876C-8F061EE89088}" presName="FiveNodes_3_text" presStyleLbl="node1" presStyleIdx="4" presStyleCnt="5">
        <dgm:presLayoutVars>
          <dgm:bulletEnabled val="1"/>
        </dgm:presLayoutVars>
      </dgm:prSet>
      <dgm:spPr/>
    </dgm:pt>
    <dgm:pt modelId="{28B2E182-E97B-4863-98C4-16C4EFC714D4}" type="pres">
      <dgm:prSet presAssocID="{A9E1349B-4023-4E79-876C-8F061EE89088}" presName="FiveNodes_4_text" presStyleLbl="node1" presStyleIdx="4" presStyleCnt="5">
        <dgm:presLayoutVars>
          <dgm:bulletEnabled val="1"/>
        </dgm:presLayoutVars>
      </dgm:prSet>
      <dgm:spPr/>
    </dgm:pt>
    <dgm:pt modelId="{5502AF68-093D-496F-9691-21849920C4F5}" type="pres">
      <dgm:prSet presAssocID="{A9E1349B-4023-4E79-876C-8F061EE89088}" presName="FiveNodes_5_text" presStyleLbl="node1" presStyleIdx="4" presStyleCnt="5">
        <dgm:presLayoutVars>
          <dgm:bulletEnabled val="1"/>
        </dgm:presLayoutVars>
      </dgm:prSet>
      <dgm:spPr/>
    </dgm:pt>
  </dgm:ptLst>
  <dgm:cxnLst>
    <dgm:cxn modelId="{FC52D61C-8BBB-4561-A7B8-33706C26C567}" type="presOf" srcId="{691FB2AD-FF1F-4352-A55F-8A790E3F491A}" destId="{09C61237-B29B-4EA2-A757-B053B85B84CE}" srcOrd="0" destOrd="0" presId="urn:microsoft.com/office/officeart/2005/8/layout/vProcess5"/>
    <dgm:cxn modelId="{E879291F-2AFC-469C-AD16-AD8C6DBB6C61}" srcId="{A9E1349B-4023-4E79-876C-8F061EE89088}" destId="{634CF887-5249-46E9-81F1-1DA8DDDF7642}" srcOrd="0" destOrd="0" parTransId="{DA40296D-C433-4B1E-A9F1-43C5C5392943}" sibTransId="{691FB2AD-FF1F-4352-A55F-8A790E3F491A}"/>
    <dgm:cxn modelId="{D7C7C32B-0897-4381-A58C-4BF3671BFFF8}" srcId="{A9E1349B-4023-4E79-876C-8F061EE89088}" destId="{1BA47DA1-A781-4A1F-AC8C-4B553A3F37FC}" srcOrd="4" destOrd="0" parTransId="{8737F247-5400-4256-83EF-CEE879A47692}" sibTransId="{8E50065B-85C6-4E39-A5C8-516C03EDFEBC}"/>
    <dgm:cxn modelId="{3107B935-F638-4C39-8418-5CFE5E027789}" type="presOf" srcId="{1BA47DA1-A781-4A1F-AC8C-4B553A3F37FC}" destId="{8CB471B5-B91B-4A0F-8AAE-6F8258D73DB0}" srcOrd="0" destOrd="0" presId="urn:microsoft.com/office/officeart/2005/8/layout/vProcess5"/>
    <dgm:cxn modelId="{4C90A637-BDB4-4167-B9A0-DB8EA2645D76}" srcId="{A9E1349B-4023-4E79-876C-8F061EE89088}" destId="{33EE5890-3B24-4D00-9715-15FC24C16BBC}" srcOrd="1" destOrd="0" parTransId="{7ABD2CD8-9A88-49A0-BF42-F808AB101073}" sibTransId="{F137535E-D9E0-40B5-9B21-FEC759B1AD76}"/>
    <dgm:cxn modelId="{0E8B9839-2196-418C-8876-340EC3307CCF}" srcId="{A9E1349B-4023-4E79-876C-8F061EE89088}" destId="{17BE5846-926E-4A84-BDC2-4F26ED7B63AC}" srcOrd="2" destOrd="0" parTransId="{14B6ED33-1577-4824-92D5-AF6CAA55F477}" sibTransId="{24CFA339-ED8A-4036-832A-FAAA8D5763E0}"/>
    <dgm:cxn modelId="{85B39A3A-625D-4EEC-B065-BF1D86B0EB9B}" type="presOf" srcId="{3125C58A-BB6B-4464-BE6A-214BCA3A556E}" destId="{EBBDAD5B-E422-4BD7-9DCE-B992886BE29F}" srcOrd="0" destOrd="0" presId="urn:microsoft.com/office/officeart/2005/8/layout/vProcess5"/>
    <dgm:cxn modelId="{4EB1446B-0CC3-4B09-BFC3-CC427BDC0A08}" type="presOf" srcId="{17BE5846-926E-4A84-BDC2-4F26ED7B63AC}" destId="{762CB0DE-ABB6-4626-87E4-5274403BA996}" srcOrd="0" destOrd="0" presId="urn:microsoft.com/office/officeart/2005/8/layout/vProcess5"/>
    <dgm:cxn modelId="{2F4CF86E-973B-425C-9C13-18AEFF8F10B4}" type="presOf" srcId="{1BA47DA1-A781-4A1F-AC8C-4B553A3F37FC}" destId="{5502AF68-093D-496F-9691-21849920C4F5}" srcOrd="1" destOrd="0" presId="urn:microsoft.com/office/officeart/2005/8/layout/vProcess5"/>
    <dgm:cxn modelId="{24D19970-9F04-45B5-86ED-C0E2C34A3768}" type="presOf" srcId="{33EE5890-3B24-4D00-9715-15FC24C16BBC}" destId="{2DB0AC2F-C352-4263-9175-6048FDD397D4}" srcOrd="0" destOrd="0" presId="urn:microsoft.com/office/officeart/2005/8/layout/vProcess5"/>
    <dgm:cxn modelId="{5A075853-9739-4153-AE49-C3D2BCDFEBBB}" type="presOf" srcId="{F137535E-D9E0-40B5-9B21-FEC759B1AD76}" destId="{ED787F5F-16DA-4EF9-BF9C-A07CDE56CC29}" srcOrd="0" destOrd="0" presId="urn:microsoft.com/office/officeart/2005/8/layout/vProcess5"/>
    <dgm:cxn modelId="{31EEC954-2000-418A-81A1-6FEBB231CA2E}" type="presOf" srcId="{A9E1349B-4023-4E79-876C-8F061EE89088}" destId="{58625562-2EFA-4746-BA69-C8DD5AF818F7}" srcOrd="0" destOrd="0" presId="urn:microsoft.com/office/officeart/2005/8/layout/vProcess5"/>
    <dgm:cxn modelId="{E8F5268E-84B3-418D-BA0A-47729ABE1142}" type="presOf" srcId="{634CF887-5249-46E9-81F1-1DA8DDDF7642}" destId="{4F99B7B4-6403-49BC-B37E-98AFFF061E21}" srcOrd="0" destOrd="0" presId="urn:microsoft.com/office/officeart/2005/8/layout/vProcess5"/>
    <dgm:cxn modelId="{58D5A899-A99C-40A8-AA09-1E084DA5B747}" type="presOf" srcId="{17BE5846-926E-4A84-BDC2-4F26ED7B63AC}" destId="{8EEC2E02-810A-4CB1-BC76-C23F483B3E47}" srcOrd="1" destOrd="0" presId="urn:microsoft.com/office/officeart/2005/8/layout/vProcess5"/>
    <dgm:cxn modelId="{A8D8D4A6-FDD9-4919-8C71-4469B60055C4}" srcId="{A9E1349B-4023-4E79-876C-8F061EE89088}" destId="{3125C58A-BB6B-4464-BE6A-214BCA3A556E}" srcOrd="3" destOrd="0" parTransId="{7C82AA3B-7B8C-4AE9-9D62-6CC296C49B6D}" sibTransId="{CCD6EC75-9B28-410B-94C3-030C42CE4B24}"/>
    <dgm:cxn modelId="{36F2F0E4-E10B-499A-86FE-901A4D0E3FD1}" type="presOf" srcId="{33EE5890-3B24-4D00-9715-15FC24C16BBC}" destId="{560BB5C2-3A6A-4957-BF98-491578BDE34D}" srcOrd="1" destOrd="0" presId="urn:microsoft.com/office/officeart/2005/8/layout/vProcess5"/>
    <dgm:cxn modelId="{7F0B93EA-1023-4E04-95D0-E68D32B55A03}" type="presOf" srcId="{CCD6EC75-9B28-410B-94C3-030C42CE4B24}" destId="{82AD9DEB-B550-4D95-9260-269EEFA787AB}" srcOrd="0" destOrd="0" presId="urn:microsoft.com/office/officeart/2005/8/layout/vProcess5"/>
    <dgm:cxn modelId="{459B54EC-41DB-41BA-BF5B-B890C74D1AF6}" type="presOf" srcId="{3125C58A-BB6B-4464-BE6A-214BCA3A556E}" destId="{28B2E182-E97B-4863-98C4-16C4EFC714D4}" srcOrd="1" destOrd="0" presId="urn:microsoft.com/office/officeart/2005/8/layout/vProcess5"/>
    <dgm:cxn modelId="{0C3C8DF3-96C3-4CCA-9064-CEDFA325B363}" type="presOf" srcId="{634CF887-5249-46E9-81F1-1DA8DDDF7642}" destId="{2B2D7142-9B8A-4045-B476-A9AD6A601C42}" srcOrd="1" destOrd="0" presId="urn:microsoft.com/office/officeart/2005/8/layout/vProcess5"/>
    <dgm:cxn modelId="{437578F8-F80E-4246-B2A6-2FD661509663}" type="presOf" srcId="{24CFA339-ED8A-4036-832A-FAAA8D5763E0}" destId="{07DC73F0-DB23-4C9B-980D-A713FAD236EF}" srcOrd="0" destOrd="0" presId="urn:microsoft.com/office/officeart/2005/8/layout/vProcess5"/>
    <dgm:cxn modelId="{B611C43C-DAB8-474D-A4AD-019A144F094B}" type="presParOf" srcId="{58625562-2EFA-4746-BA69-C8DD5AF818F7}" destId="{1927AFB6-4F91-427D-9CF3-F4E2EF3A0029}" srcOrd="0" destOrd="0" presId="urn:microsoft.com/office/officeart/2005/8/layout/vProcess5"/>
    <dgm:cxn modelId="{34BA116C-A4A2-4257-A703-692109F401C7}" type="presParOf" srcId="{58625562-2EFA-4746-BA69-C8DD5AF818F7}" destId="{4F99B7B4-6403-49BC-B37E-98AFFF061E21}" srcOrd="1" destOrd="0" presId="urn:microsoft.com/office/officeart/2005/8/layout/vProcess5"/>
    <dgm:cxn modelId="{E3B061A6-A1D9-4F53-B5AE-9BB3F9ACAB5C}" type="presParOf" srcId="{58625562-2EFA-4746-BA69-C8DD5AF818F7}" destId="{2DB0AC2F-C352-4263-9175-6048FDD397D4}" srcOrd="2" destOrd="0" presId="urn:microsoft.com/office/officeart/2005/8/layout/vProcess5"/>
    <dgm:cxn modelId="{81B823E9-3938-401F-B639-FFE6F5986DF1}" type="presParOf" srcId="{58625562-2EFA-4746-BA69-C8DD5AF818F7}" destId="{762CB0DE-ABB6-4626-87E4-5274403BA996}" srcOrd="3" destOrd="0" presId="urn:microsoft.com/office/officeart/2005/8/layout/vProcess5"/>
    <dgm:cxn modelId="{B5B6ADAC-98CD-4A99-B62B-0770B42E8246}" type="presParOf" srcId="{58625562-2EFA-4746-BA69-C8DD5AF818F7}" destId="{EBBDAD5B-E422-4BD7-9DCE-B992886BE29F}" srcOrd="4" destOrd="0" presId="urn:microsoft.com/office/officeart/2005/8/layout/vProcess5"/>
    <dgm:cxn modelId="{7558864D-CF7B-4A78-8F4B-C2907E6AB537}" type="presParOf" srcId="{58625562-2EFA-4746-BA69-C8DD5AF818F7}" destId="{8CB471B5-B91B-4A0F-8AAE-6F8258D73DB0}" srcOrd="5" destOrd="0" presId="urn:microsoft.com/office/officeart/2005/8/layout/vProcess5"/>
    <dgm:cxn modelId="{95CCC843-FAB4-4723-A4E1-92A26761586C}" type="presParOf" srcId="{58625562-2EFA-4746-BA69-C8DD5AF818F7}" destId="{09C61237-B29B-4EA2-A757-B053B85B84CE}" srcOrd="6" destOrd="0" presId="urn:microsoft.com/office/officeart/2005/8/layout/vProcess5"/>
    <dgm:cxn modelId="{5744830D-ABA0-475F-9E5D-BC4476766F0F}" type="presParOf" srcId="{58625562-2EFA-4746-BA69-C8DD5AF818F7}" destId="{ED787F5F-16DA-4EF9-BF9C-A07CDE56CC29}" srcOrd="7" destOrd="0" presId="urn:microsoft.com/office/officeart/2005/8/layout/vProcess5"/>
    <dgm:cxn modelId="{4F39B249-3034-4F7A-B74F-14F75651F3B5}" type="presParOf" srcId="{58625562-2EFA-4746-BA69-C8DD5AF818F7}" destId="{07DC73F0-DB23-4C9B-980D-A713FAD236EF}" srcOrd="8" destOrd="0" presId="urn:microsoft.com/office/officeart/2005/8/layout/vProcess5"/>
    <dgm:cxn modelId="{D6E781CB-CE2C-4A76-B060-BE4C8E76E4BD}" type="presParOf" srcId="{58625562-2EFA-4746-BA69-C8DD5AF818F7}" destId="{82AD9DEB-B550-4D95-9260-269EEFA787AB}" srcOrd="9" destOrd="0" presId="urn:microsoft.com/office/officeart/2005/8/layout/vProcess5"/>
    <dgm:cxn modelId="{70A4EEB3-867E-4210-AA7A-7EC44732D55E}" type="presParOf" srcId="{58625562-2EFA-4746-BA69-C8DD5AF818F7}" destId="{2B2D7142-9B8A-4045-B476-A9AD6A601C42}" srcOrd="10" destOrd="0" presId="urn:microsoft.com/office/officeart/2005/8/layout/vProcess5"/>
    <dgm:cxn modelId="{31592680-96AE-4B1A-9E5D-1476722E4E57}" type="presParOf" srcId="{58625562-2EFA-4746-BA69-C8DD5AF818F7}" destId="{560BB5C2-3A6A-4957-BF98-491578BDE34D}" srcOrd="11" destOrd="0" presId="urn:microsoft.com/office/officeart/2005/8/layout/vProcess5"/>
    <dgm:cxn modelId="{43B7CC86-B464-493C-A955-08D2CC92221D}" type="presParOf" srcId="{58625562-2EFA-4746-BA69-C8DD5AF818F7}" destId="{8EEC2E02-810A-4CB1-BC76-C23F483B3E47}" srcOrd="12" destOrd="0" presId="urn:microsoft.com/office/officeart/2005/8/layout/vProcess5"/>
    <dgm:cxn modelId="{B9C7A153-27DA-47E0-9B7E-6EE4DCECB844}" type="presParOf" srcId="{58625562-2EFA-4746-BA69-C8DD5AF818F7}" destId="{28B2E182-E97B-4863-98C4-16C4EFC714D4}" srcOrd="13" destOrd="0" presId="urn:microsoft.com/office/officeart/2005/8/layout/vProcess5"/>
    <dgm:cxn modelId="{65885A9A-D7DB-444E-BD6F-8E65728730A4}" type="presParOf" srcId="{58625562-2EFA-4746-BA69-C8DD5AF818F7}" destId="{5502AF68-093D-496F-9691-21849920C4F5}"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6E81672-6EF5-4B38-BCC3-2842937B67D8}" type="doc">
      <dgm:prSet loTypeId="urn:microsoft.com/office/officeart/2008/layout/VerticalCurvedList" loCatId="list" qsTypeId="urn:microsoft.com/office/officeart/2005/8/quickstyle/simple3" qsCatId="simple" csTypeId="urn:microsoft.com/office/officeart/2005/8/colors/colorful3" csCatId="colorful" phldr="1"/>
      <dgm:spPr/>
      <dgm:t>
        <a:bodyPr/>
        <a:lstStyle/>
        <a:p>
          <a:endParaRPr lang="ru-BY"/>
        </a:p>
      </dgm:t>
    </dgm:pt>
    <dgm:pt modelId="{2C0732AD-E9B0-4754-972C-1A288EF3F3B4}">
      <dgm:prSet phldrT="[Текст]"/>
      <dgm:spPr/>
      <dgm:t>
        <a:bodyPr/>
        <a:lstStyle/>
        <a:p>
          <a:r>
            <a:rPr lang="en-US" dirty="0"/>
            <a:t>What?</a:t>
          </a:r>
          <a:r>
            <a:rPr lang="ru-RU" dirty="0"/>
            <a:t> Формулировка цели и продукта</a:t>
          </a:r>
          <a:endParaRPr lang="ru-BY" dirty="0"/>
        </a:p>
      </dgm:t>
    </dgm:pt>
    <dgm:pt modelId="{6B84BA9C-CA4E-4F11-827C-E59F3413DD1F}" type="parTrans" cxnId="{9DDE30F9-6BEE-43EA-9ECD-F39591A1499A}">
      <dgm:prSet/>
      <dgm:spPr/>
      <dgm:t>
        <a:bodyPr/>
        <a:lstStyle/>
        <a:p>
          <a:endParaRPr lang="ru-BY"/>
        </a:p>
      </dgm:t>
    </dgm:pt>
    <dgm:pt modelId="{35CEFF7A-44E6-4BAD-B7C7-1C5876F7DEFD}" type="sibTrans" cxnId="{9DDE30F9-6BEE-43EA-9ECD-F39591A1499A}">
      <dgm:prSet/>
      <dgm:spPr/>
      <dgm:t>
        <a:bodyPr/>
        <a:lstStyle/>
        <a:p>
          <a:endParaRPr lang="ru-BY"/>
        </a:p>
      </dgm:t>
    </dgm:pt>
    <dgm:pt modelId="{7E1915EF-F6DC-4FA0-ADF5-E27F02938911}">
      <dgm:prSet phldrT="[Текст]"/>
      <dgm:spPr/>
      <dgm:t>
        <a:bodyPr/>
        <a:lstStyle/>
        <a:p>
          <a:r>
            <a:rPr lang="en-US" dirty="0"/>
            <a:t>Why?</a:t>
          </a:r>
          <a:r>
            <a:rPr lang="ru-RU" dirty="0"/>
            <a:t> Обоснование необходимости и ценности</a:t>
          </a:r>
          <a:endParaRPr lang="ru-BY" dirty="0"/>
        </a:p>
      </dgm:t>
    </dgm:pt>
    <dgm:pt modelId="{80A53667-2716-465A-9400-E93D3F19F435}" type="parTrans" cxnId="{5F0AC493-B2A7-4E06-AAB1-E4562F00D684}">
      <dgm:prSet/>
      <dgm:spPr/>
      <dgm:t>
        <a:bodyPr/>
        <a:lstStyle/>
        <a:p>
          <a:endParaRPr lang="ru-BY"/>
        </a:p>
      </dgm:t>
    </dgm:pt>
    <dgm:pt modelId="{987BA178-FD98-40A1-A2B2-763D9AD9EA2D}" type="sibTrans" cxnId="{5F0AC493-B2A7-4E06-AAB1-E4562F00D684}">
      <dgm:prSet/>
      <dgm:spPr/>
      <dgm:t>
        <a:bodyPr/>
        <a:lstStyle/>
        <a:p>
          <a:endParaRPr lang="ru-BY"/>
        </a:p>
      </dgm:t>
    </dgm:pt>
    <dgm:pt modelId="{4FC0B6D3-7CD5-4394-B134-5F1B76357772}">
      <dgm:prSet phldrT="[Текст]"/>
      <dgm:spPr/>
      <dgm:t>
        <a:bodyPr/>
        <a:lstStyle/>
        <a:p>
          <a:r>
            <a:rPr lang="en-US" dirty="0"/>
            <a:t>Who?</a:t>
          </a:r>
          <a:r>
            <a:rPr lang="ru-RU" dirty="0"/>
            <a:t> Определение главных действующих лиц</a:t>
          </a:r>
          <a:endParaRPr lang="ru-BY" dirty="0"/>
        </a:p>
      </dgm:t>
    </dgm:pt>
    <dgm:pt modelId="{8DB548D7-DB9E-4DD3-93DB-440B4CE482EA}" type="parTrans" cxnId="{CA31D56B-4909-49E7-9D02-140A94442B93}">
      <dgm:prSet/>
      <dgm:spPr/>
      <dgm:t>
        <a:bodyPr/>
        <a:lstStyle/>
        <a:p>
          <a:endParaRPr lang="ru-BY"/>
        </a:p>
      </dgm:t>
    </dgm:pt>
    <dgm:pt modelId="{4B7867BD-4ADD-4EE5-8A98-8DD7C405E722}" type="sibTrans" cxnId="{CA31D56B-4909-49E7-9D02-140A94442B93}">
      <dgm:prSet/>
      <dgm:spPr/>
      <dgm:t>
        <a:bodyPr/>
        <a:lstStyle/>
        <a:p>
          <a:endParaRPr lang="ru-BY"/>
        </a:p>
      </dgm:t>
    </dgm:pt>
    <dgm:pt modelId="{826FA4FD-19B9-437E-A5D2-E96A2B681FFF}">
      <dgm:prSet phldrT="[Текст]"/>
      <dgm:spPr/>
      <dgm:t>
        <a:bodyPr/>
        <a:lstStyle/>
        <a:p>
          <a:r>
            <a:rPr lang="en-US" dirty="0"/>
            <a:t>Where?</a:t>
          </a:r>
          <a:r>
            <a:rPr lang="ru-RU" dirty="0"/>
            <a:t> Определение географии, границ и контекста</a:t>
          </a:r>
          <a:endParaRPr lang="ru-BY" dirty="0"/>
        </a:p>
      </dgm:t>
    </dgm:pt>
    <dgm:pt modelId="{5EC4D704-3008-4C0A-B503-6105F1534CE3}" type="parTrans" cxnId="{C21DDD71-1353-4B44-BE8F-E8010F13EDBF}">
      <dgm:prSet/>
      <dgm:spPr/>
      <dgm:t>
        <a:bodyPr/>
        <a:lstStyle/>
        <a:p>
          <a:endParaRPr lang="ru-BY"/>
        </a:p>
      </dgm:t>
    </dgm:pt>
    <dgm:pt modelId="{B273A875-84C4-435C-9DA5-48B0D9EC8304}" type="sibTrans" cxnId="{C21DDD71-1353-4B44-BE8F-E8010F13EDBF}">
      <dgm:prSet/>
      <dgm:spPr/>
      <dgm:t>
        <a:bodyPr/>
        <a:lstStyle/>
        <a:p>
          <a:endParaRPr lang="ru-BY"/>
        </a:p>
      </dgm:t>
    </dgm:pt>
    <dgm:pt modelId="{DD3778A6-1AB0-4684-8EB6-B34B2B88BEBD}">
      <dgm:prSet phldrT="[Текст]"/>
      <dgm:spPr/>
      <dgm:t>
        <a:bodyPr/>
        <a:lstStyle/>
        <a:p>
          <a:r>
            <a:rPr lang="en-US" dirty="0"/>
            <a:t>When?</a:t>
          </a:r>
          <a:r>
            <a:rPr lang="ru-RU" dirty="0"/>
            <a:t> Построение временных рамок</a:t>
          </a:r>
          <a:endParaRPr lang="ru-BY" dirty="0"/>
        </a:p>
      </dgm:t>
    </dgm:pt>
    <dgm:pt modelId="{3CBE7A81-D49D-4D18-9D46-5C1429C26AD6}" type="parTrans" cxnId="{E8A2CD2A-F943-459A-8FB6-438656ED5671}">
      <dgm:prSet/>
      <dgm:spPr/>
      <dgm:t>
        <a:bodyPr/>
        <a:lstStyle/>
        <a:p>
          <a:endParaRPr lang="ru-BY"/>
        </a:p>
      </dgm:t>
    </dgm:pt>
    <dgm:pt modelId="{2F60632E-4B93-49CE-A36A-2D53BB08A7F7}" type="sibTrans" cxnId="{E8A2CD2A-F943-459A-8FB6-438656ED5671}">
      <dgm:prSet/>
      <dgm:spPr/>
      <dgm:t>
        <a:bodyPr/>
        <a:lstStyle/>
        <a:p>
          <a:endParaRPr lang="ru-BY"/>
        </a:p>
      </dgm:t>
    </dgm:pt>
    <dgm:pt modelId="{0401C505-7867-4CF0-A759-ABD14E934766}" type="pres">
      <dgm:prSet presAssocID="{56E81672-6EF5-4B38-BCC3-2842937B67D8}" presName="Name0" presStyleCnt="0">
        <dgm:presLayoutVars>
          <dgm:chMax val="7"/>
          <dgm:chPref val="7"/>
          <dgm:dir/>
        </dgm:presLayoutVars>
      </dgm:prSet>
      <dgm:spPr/>
    </dgm:pt>
    <dgm:pt modelId="{F9D1F911-2766-405A-945B-B3B41F8D197B}" type="pres">
      <dgm:prSet presAssocID="{56E81672-6EF5-4B38-BCC3-2842937B67D8}" presName="Name1" presStyleCnt="0"/>
      <dgm:spPr/>
    </dgm:pt>
    <dgm:pt modelId="{9DD485B6-35B9-495E-9491-580575BA7781}" type="pres">
      <dgm:prSet presAssocID="{56E81672-6EF5-4B38-BCC3-2842937B67D8}" presName="cycle" presStyleCnt="0"/>
      <dgm:spPr/>
    </dgm:pt>
    <dgm:pt modelId="{E6FF29BD-C2E8-4D67-AE6A-09D0E9C9055D}" type="pres">
      <dgm:prSet presAssocID="{56E81672-6EF5-4B38-BCC3-2842937B67D8}" presName="srcNode" presStyleLbl="node1" presStyleIdx="0" presStyleCnt="5"/>
      <dgm:spPr/>
    </dgm:pt>
    <dgm:pt modelId="{595B51D1-6491-4BCB-BB80-2E2B1CA70EFB}" type="pres">
      <dgm:prSet presAssocID="{56E81672-6EF5-4B38-BCC3-2842937B67D8}" presName="conn" presStyleLbl="parChTrans1D2" presStyleIdx="0" presStyleCnt="1"/>
      <dgm:spPr/>
    </dgm:pt>
    <dgm:pt modelId="{4781B165-E607-4142-A600-3427FB385ADF}" type="pres">
      <dgm:prSet presAssocID="{56E81672-6EF5-4B38-BCC3-2842937B67D8}" presName="extraNode" presStyleLbl="node1" presStyleIdx="0" presStyleCnt="5"/>
      <dgm:spPr/>
    </dgm:pt>
    <dgm:pt modelId="{5B282D08-BF89-4101-827D-AAC92A62A668}" type="pres">
      <dgm:prSet presAssocID="{56E81672-6EF5-4B38-BCC3-2842937B67D8}" presName="dstNode" presStyleLbl="node1" presStyleIdx="0" presStyleCnt="5"/>
      <dgm:spPr/>
    </dgm:pt>
    <dgm:pt modelId="{382C8318-16F4-4011-A7AA-8924F92AC97A}" type="pres">
      <dgm:prSet presAssocID="{2C0732AD-E9B0-4754-972C-1A288EF3F3B4}" presName="text_1" presStyleLbl="node1" presStyleIdx="0" presStyleCnt="5">
        <dgm:presLayoutVars>
          <dgm:bulletEnabled val="1"/>
        </dgm:presLayoutVars>
      </dgm:prSet>
      <dgm:spPr/>
    </dgm:pt>
    <dgm:pt modelId="{4BE70D15-B1A3-4230-841F-4FE21B701DB2}" type="pres">
      <dgm:prSet presAssocID="{2C0732AD-E9B0-4754-972C-1A288EF3F3B4}" presName="accent_1" presStyleCnt="0"/>
      <dgm:spPr/>
    </dgm:pt>
    <dgm:pt modelId="{6BC72DA7-8DA0-405C-A936-ECED25EAB7FD}" type="pres">
      <dgm:prSet presAssocID="{2C0732AD-E9B0-4754-972C-1A288EF3F3B4}" presName="accentRepeatNode" presStyleLbl="solidFgAcc1" presStyleIdx="0" presStyleCnt="5"/>
      <dgm:spPr/>
    </dgm:pt>
    <dgm:pt modelId="{EFD4433A-F651-421C-9789-7B698336F8EB}" type="pres">
      <dgm:prSet presAssocID="{7E1915EF-F6DC-4FA0-ADF5-E27F02938911}" presName="text_2" presStyleLbl="node1" presStyleIdx="1" presStyleCnt="5">
        <dgm:presLayoutVars>
          <dgm:bulletEnabled val="1"/>
        </dgm:presLayoutVars>
      </dgm:prSet>
      <dgm:spPr/>
    </dgm:pt>
    <dgm:pt modelId="{7C4710AC-577E-44E5-8CED-41DEB2A1808B}" type="pres">
      <dgm:prSet presAssocID="{7E1915EF-F6DC-4FA0-ADF5-E27F02938911}" presName="accent_2" presStyleCnt="0"/>
      <dgm:spPr/>
    </dgm:pt>
    <dgm:pt modelId="{E96C3A34-7FB9-412F-90A2-65EAF9E981D9}" type="pres">
      <dgm:prSet presAssocID="{7E1915EF-F6DC-4FA0-ADF5-E27F02938911}" presName="accentRepeatNode" presStyleLbl="solidFgAcc1" presStyleIdx="1" presStyleCnt="5"/>
      <dgm:spPr/>
    </dgm:pt>
    <dgm:pt modelId="{CDF66399-2778-4E5A-A638-CC218BC5631A}" type="pres">
      <dgm:prSet presAssocID="{4FC0B6D3-7CD5-4394-B134-5F1B76357772}" presName="text_3" presStyleLbl="node1" presStyleIdx="2" presStyleCnt="5">
        <dgm:presLayoutVars>
          <dgm:bulletEnabled val="1"/>
        </dgm:presLayoutVars>
      </dgm:prSet>
      <dgm:spPr/>
    </dgm:pt>
    <dgm:pt modelId="{23B1C508-2046-4699-941E-1EFC00E244CC}" type="pres">
      <dgm:prSet presAssocID="{4FC0B6D3-7CD5-4394-B134-5F1B76357772}" presName="accent_3" presStyleCnt="0"/>
      <dgm:spPr/>
    </dgm:pt>
    <dgm:pt modelId="{ECAFFE96-4848-4124-890D-9A12BE3AF048}" type="pres">
      <dgm:prSet presAssocID="{4FC0B6D3-7CD5-4394-B134-5F1B76357772}" presName="accentRepeatNode" presStyleLbl="solidFgAcc1" presStyleIdx="2" presStyleCnt="5"/>
      <dgm:spPr/>
    </dgm:pt>
    <dgm:pt modelId="{3B8C7A59-E0DD-4305-9120-0A6587F07DCE}" type="pres">
      <dgm:prSet presAssocID="{826FA4FD-19B9-437E-A5D2-E96A2B681FFF}" presName="text_4" presStyleLbl="node1" presStyleIdx="3" presStyleCnt="5">
        <dgm:presLayoutVars>
          <dgm:bulletEnabled val="1"/>
        </dgm:presLayoutVars>
      </dgm:prSet>
      <dgm:spPr/>
    </dgm:pt>
    <dgm:pt modelId="{9E93E52C-AEEF-4BD4-89F0-FC83EBE4298E}" type="pres">
      <dgm:prSet presAssocID="{826FA4FD-19B9-437E-A5D2-E96A2B681FFF}" presName="accent_4" presStyleCnt="0"/>
      <dgm:spPr/>
    </dgm:pt>
    <dgm:pt modelId="{9AD0DD7C-F493-4636-A4E3-0FFAD67C9C29}" type="pres">
      <dgm:prSet presAssocID="{826FA4FD-19B9-437E-A5D2-E96A2B681FFF}" presName="accentRepeatNode" presStyleLbl="solidFgAcc1" presStyleIdx="3" presStyleCnt="5"/>
      <dgm:spPr/>
    </dgm:pt>
    <dgm:pt modelId="{4BC71B41-CB7E-4877-9429-C92C46433033}" type="pres">
      <dgm:prSet presAssocID="{DD3778A6-1AB0-4684-8EB6-B34B2B88BEBD}" presName="text_5" presStyleLbl="node1" presStyleIdx="4" presStyleCnt="5">
        <dgm:presLayoutVars>
          <dgm:bulletEnabled val="1"/>
        </dgm:presLayoutVars>
      </dgm:prSet>
      <dgm:spPr/>
    </dgm:pt>
    <dgm:pt modelId="{A90E4C40-B970-47A7-85E3-316AA90F3E34}" type="pres">
      <dgm:prSet presAssocID="{DD3778A6-1AB0-4684-8EB6-B34B2B88BEBD}" presName="accent_5" presStyleCnt="0"/>
      <dgm:spPr/>
    </dgm:pt>
    <dgm:pt modelId="{A65FC951-090C-4EC4-8690-F2BCDDCE0C24}" type="pres">
      <dgm:prSet presAssocID="{DD3778A6-1AB0-4684-8EB6-B34B2B88BEBD}" presName="accentRepeatNode" presStyleLbl="solidFgAcc1" presStyleIdx="4" presStyleCnt="5"/>
      <dgm:spPr/>
    </dgm:pt>
  </dgm:ptLst>
  <dgm:cxnLst>
    <dgm:cxn modelId="{10502A23-A5E3-444E-8F2A-E098D133F5F6}" type="presOf" srcId="{4FC0B6D3-7CD5-4394-B134-5F1B76357772}" destId="{CDF66399-2778-4E5A-A638-CC218BC5631A}" srcOrd="0" destOrd="0" presId="urn:microsoft.com/office/officeart/2008/layout/VerticalCurvedList"/>
    <dgm:cxn modelId="{E8A2CD2A-F943-459A-8FB6-438656ED5671}" srcId="{56E81672-6EF5-4B38-BCC3-2842937B67D8}" destId="{DD3778A6-1AB0-4684-8EB6-B34B2B88BEBD}" srcOrd="4" destOrd="0" parTransId="{3CBE7A81-D49D-4D18-9D46-5C1429C26AD6}" sibTransId="{2F60632E-4B93-49CE-A36A-2D53BB08A7F7}"/>
    <dgm:cxn modelId="{D8995B6B-59AC-4CA3-A396-349E3C9AE8CA}" type="presOf" srcId="{56E81672-6EF5-4B38-BCC3-2842937B67D8}" destId="{0401C505-7867-4CF0-A759-ABD14E934766}" srcOrd="0" destOrd="0" presId="urn:microsoft.com/office/officeart/2008/layout/VerticalCurvedList"/>
    <dgm:cxn modelId="{CA31D56B-4909-49E7-9D02-140A94442B93}" srcId="{56E81672-6EF5-4B38-BCC3-2842937B67D8}" destId="{4FC0B6D3-7CD5-4394-B134-5F1B76357772}" srcOrd="2" destOrd="0" parTransId="{8DB548D7-DB9E-4DD3-93DB-440B4CE482EA}" sibTransId="{4B7867BD-4ADD-4EE5-8A98-8DD7C405E722}"/>
    <dgm:cxn modelId="{DF5E8A6D-FEFA-4739-9042-27D8DAE38909}" type="presOf" srcId="{35CEFF7A-44E6-4BAD-B7C7-1C5876F7DEFD}" destId="{595B51D1-6491-4BCB-BB80-2E2B1CA70EFB}" srcOrd="0" destOrd="0" presId="urn:microsoft.com/office/officeart/2008/layout/VerticalCurvedList"/>
    <dgm:cxn modelId="{01EACD4E-1790-4941-B62B-C1B407A2A492}" type="presOf" srcId="{7E1915EF-F6DC-4FA0-ADF5-E27F02938911}" destId="{EFD4433A-F651-421C-9789-7B698336F8EB}" srcOrd="0" destOrd="0" presId="urn:microsoft.com/office/officeart/2008/layout/VerticalCurvedList"/>
    <dgm:cxn modelId="{C21DDD71-1353-4B44-BE8F-E8010F13EDBF}" srcId="{56E81672-6EF5-4B38-BCC3-2842937B67D8}" destId="{826FA4FD-19B9-437E-A5D2-E96A2B681FFF}" srcOrd="3" destOrd="0" parTransId="{5EC4D704-3008-4C0A-B503-6105F1534CE3}" sibTransId="{B273A875-84C4-435C-9DA5-48B0D9EC8304}"/>
    <dgm:cxn modelId="{5F0AC493-B2A7-4E06-AAB1-E4562F00D684}" srcId="{56E81672-6EF5-4B38-BCC3-2842937B67D8}" destId="{7E1915EF-F6DC-4FA0-ADF5-E27F02938911}" srcOrd="1" destOrd="0" parTransId="{80A53667-2716-465A-9400-E93D3F19F435}" sibTransId="{987BA178-FD98-40A1-A2B2-763D9AD9EA2D}"/>
    <dgm:cxn modelId="{1749EE9C-34C2-465A-BCE9-82D805AA267E}" type="presOf" srcId="{2C0732AD-E9B0-4754-972C-1A288EF3F3B4}" destId="{382C8318-16F4-4011-A7AA-8924F92AC97A}" srcOrd="0" destOrd="0" presId="urn:microsoft.com/office/officeart/2008/layout/VerticalCurvedList"/>
    <dgm:cxn modelId="{773CE5D6-A3B0-4091-966E-B1C832C07680}" type="presOf" srcId="{826FA4FD-19B9-437E-A5D2-E96A2B681FFF}" destId="{3B8C7A59-E0DD-4305-9120-0A6587F07DCE}" srcOrd="0" destOrd="0" presId="urn:microsoft.com/office/officeart/2008/layout/VerticalCurvedList"/>
    <dgm:cxn modelId="{9DDE30F9-6BEE-43EA-9ECD-F39591A1499A}" srcId="{56E81672-6EF5-4B38-BCC3-2842937B67D8}" destId="{2C0732AD-E9B0-4754-972C-1A288EF3F3B4}" srcOrd="0" destOrd="0" parTransId="{6B84BA9C-CA4E-4F11-827C-E59F3413DD1F}" sibTransId="{35CEFF7A-44E6-4BAD-B7C7-1C5876F7DEFD}"/>
    <dgm:cxn modelId="{8CB27BFA-8B33-44FD-B321-07D640E1050F}" type="presOf" srcId="{DD3778A6-1AB0-4684-8EB6-B34B2B88BEBD}" destId="{4BC71B41-CB7E-4877-9429-C92C46433033}" srcOrd="0" destOrd="0" presId="urn:microsoft.com/office/officeart/2008/layout/VerticalCurvedList"/>
    <dgm:cxn modelId="{6FA0CE2F-6A77-4454-954D-5E0A03F76064}" type="presParOf" srcId="{0401C505-7867-4CF0-A759-ABD14E934766}" destId="{F9D1F911-2766-405A-945B-B3B41F8D197B}" srcOrd="0" destOrd="0" presId="urn:microsoft.com/office/officeart/2008/layout/VerticalCurvedList"/>
    <dgm:cxn modelId="{1F0148AF-3BB0-47AF-9D14-2257B6882E9A}" type="presParOf" srcId="{F9D1F911-2766-405A-945B-B3B41F8D197B}" destId="{9DD485B6-35B9-495E-9491-580575BA7781}" srcOrd="0" destOrd="0" presId="urn:microsoft.com/office/officeart/2008/layout/VerticalCurvedList"/>
    <dgm:cxn modelId="{77CEBB6A-F638-49D6-8599-67DC05E3665F}" type="presParOf" srcId="{9DD485B6-35B9-495E-9491-580575BA7781}" destId="{E6FF29BD-C2E8-4D67-AE6A-09D0E9C9055D}" srcOrd="0" destOrd="0" presId="urn:microsoft.com/office/officeart/2008/layout/VerticalCurvedList"/>
    <dgm:cxn modelId="{BC04F9D5-BDA4-4810-85F2-DECA1FAB50CA}" type="presParOf" srcId="{9DD485B6-35B9-495E-9491-580575BA7781}" destId="{595B51D1-6491-4BCB-BB80-2E2B1CA70EFB}" srcOrd="1" destOrd="0" presId="urn:microsoft.com/office/officeart/2008/layout/VerticalCurvedList"/>
    <dgm:cxn modelId="{87664599-E23C-4925-8902-AFE4986E0317}" type="presParOf" srcId="{9DD485B6-35B9-495E-9491-580575BA7781}" destId="{4781B165-E607-4142-A600-3427FB385ADF}" srcOrd="2" destOrd="0" presId="urn:microsoft.com/office/officeart/2008/layout/VerticalCurvedList"/>
    <dgm:cxn modelId="{F4439388-C36F-4D4A-9B10-59B362D305A1}" type="presParOf" srcId="{9DD485B6-35B9-495E-9491-580575BA7781}" destId="{5B282D08-BF89-4101-827D-AAC92A62A668}" srcOrd="3" destOrd="0" presId="urn:microsoft.com/office/officeart/2008/layout/VerticalCurvedList"/>
    <dgm:cxn modelId="{1AB39730-AD8B-4189-A4F8-AB2201FD2640}" type="presParOf" srcId="{F9D1F911-2766-405A-945B-B3B41F8D197B}" destId="{382C8318-16F4-4011-A7AA-8924F92AC97A}" srcOrd="1" destOrd="0" presId="urn:microsoft.com/office/officeart/2008/layout/VerticalCurvedList"/>
    <dgm:cxn modelId="{4B497004-1D00-47DA-BCC9-F8F9EE0D8592}" type="presParOf" srcId="{F9D1F911-2766-405A-945B-B3B41F8D197B}" destId="{4BE70D15-B1A3-4230-841F-4FE21B701DB2}" srcOrd="2" destOrd="0" presId="urn:microsoft.com/office/officeart/2008/layout/VerticalCurvedList"/>
    <dgm:cxn modelId="{A59E5BC8-5E1E-453E-AFFD-E42ADACB6919}" type="presParOf" srcId="{4BE70D15-B1A3-4230-841F-4FE21B701DB2}" destId="{6BC72DA7-8DA0-405C-A936-ECED25EAB7FD}" srcOrd="0" destOrd="0" presId="urn:microsoft.com/office/officeart/2008/layout/VerticalCurvedList"/>
    <dgm:cxn modelId="{C441C8FE-F69D-4399-9113-3A4AB7F38791}" type="presParOf" srcId="{F9D1F911-2766-405A-945B-B3B41F8D197B}" destId="{EFD4433A-F651-421C-9789-7B698336F8EB}" srcOrd="3" destOrd="0" presId="urn:microsoft.com/office/officeart/2008/layout/VerticalCurvedList"/>
    <dgm:cxn modelId="{63D10DCB-7721-4341-960D-E95D69A896CE}" type="presParOf" srcId="{F9D1F911-2766-405A-945B-B3B41F8D197B}" destId="{7C4710AC-577E-44E5-8CED-41DEB2A1808B}" srcOrd="4" destOrd="0" presId="urn:microsoft.com/office/officeart/2008/layout/VerticalCurvedList"/>
    <dgm:cxn modelId="{079D8B5B-3395-4868-BD0E-D3C5FACA7564}" type="presParOf" srcId="{7C4710AC-577E-44E5-8CED-41DEB2A1808B}" destId="{E96C3A34-7FB9-412F-90A2-65EAF9E981D9}" srcOrd="0" destOrd="0" presId="urn:microsoft.com/office/officeart/2008/layout/VerticalCurvedList"/>
    <dgm:cxn modelId="{7C13FF9A-BA3A-4A18-AE5A-AE38222932E4}" type="presParOf" srcId="{F9D1F911-2766-405A-945B-B3B41F8D197B}" destId="{CDF66399-2778-4E5A-A638-CC218BC5631A}" srcOrd="5" destOrd="0" presId="urn:microsoft.com/office/officeart/2008/layout/VerticalCurvedList"/>
    <dgm:cxn modelId="{1D724E42-DD0A-44DA-8877-437B764C6901}" type="presParOf" srcId="{F9D1F911-2766-405A-945B-B3B41F8D197B}" destId="{23B1C508-2046-4699-941E-1EFC00E244CC}" srcOrd="6" destOrd="0" presId="urn:microsoft.com/office/officeart/2008/layout/VerticalCurvedList"/>
    <dgm:cxn modelId="{E69FD180-42D1-442C-99C9-C4D3EABC7370}" type="presParOf" srcId="{23B1C508-2046-4699-941E-1EFC00E244CC}" destId="{ECAFFE96-4848-4124-890D-9A12BE3AF048}" srcOrd="0" destOrd="0" presId="urn:microsoft.com/office/officeart/2008/layout/VerticalCurvedList"/>
    <dgm:cxn modelId="{BF88EA0E-B5A6-485B-B610-1C68C93B4189}" type="presParOf" srcId="{F9D1F911-2766-405A-945B-B3B41F8D197B}" destId="{3B8C7A59-E0DD-4305-9120-0A6587F07DCE}" srcOrd="7" destOrd="0" presId="urn:microsoft.com/office/officeart/2008/layout/VerticalCurvedList"/>
    <dgm:cxn modelId="{903EDF0C-A885-4381-AF0E-D9197A3DAFF4}" type="presParOf" srcId="{F9D1F911-2766-405A-945B-B3B41F8D197B}" destId="{9E93E52C-AEEF-4BD4-89F0-FC83EBE4298E}" srcOrd="8" destOrd="0" presId="urn:microsoft.com/office/officeart/2008/layout/VerticalCurvedList"/>
    <dgm:cxn modelId="{B75946C6-7F9D-4B26-8E43-EF8C31920C57}" type="presParOf" srcId="{9E93E52C-AEEF-4BD4-89F0-FC83EBE4298E}" destId="{9AD0DD7C-F493-4636-A4E3-0FFAD67C9C29}" srcOrd="0" destOrd="0" presId="urn:microsoft.com/office/officeart/2008/layout/VerticalCurvedList"/>
    <dgm:cxn modelId="{C3C88022-9C58-462D-8EB8-F3804A0FB9AB}" type="presParOf" srcId="{F9D1F911-2766-405A-945B-B3B41F8D197B}" destId="{4BC71B41-CB7E-4877-9429-C92C46433033}" srcOrd="9" destOrd="0" presId="urn:microsoft.com/office/officeart/2008/layout/VerticalCurvedList"/>
    <dgm:cxn modelId="{D9F1A505-0FFF-4AD1-981C-73C38885E186}" type="presParOf" srcId="{F9D1F911-2766-405A-945B-B3B41F8D197B}" destId="{A90E4C40-B970-47A7-85E3-316AA90F3E34}" srcOrd="10" destOrd="0" presId="urn:microsoft.com/office/officeart/2008/layout/VerticalCurvedList"/>
    <dgm:cxn modelId="{55BA3C16-5AA7-4BDF-95CC-7D8E817E468D}" type="presParOf" srcId="{A90E4C40-B970-47A7-85E3-316AA90F3E34}" destId="{A65FC951-090C-4EC4-8690-F2BCDDCE0C24}"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D4B6748-E331-44BA-91B7-66CD8B7C343D}" type="doc">
      <dgm:prSet loTypeId="urn:microsoft.com/office/officeart/2005/8/layout/hList1" loCatId="list" qsTypeId="urn:microsoft.com/office/officeart/2005/8/quickstyle/3d3" qsCatId="3D" csTypeId="urn:microsoft.com/office/officeart/2005/8/colors/colorful3" csCatId="colorful" phldr="1"/>
      <dgm:spPr/>
      <dgm:t>
        <a:bodyPr/>
        <a:lstStyle/>
        <a:p>
          <a:endParaRPr lang="ru-BY"/>
        </a:p>
      </dgm:t>
    </dgm:pt>
    <dgm:pt modelId="{01AE4B1F-04AC-4938-BA40-C13302C27917}">
      <dgm:prSet phldrT="[Текст]"/>
      <dgm:spPr/>
      <dgm:t>
        <a:bodyPr/>
        <a:lstStyle/>
        <a:p>
          <a:r>
            <a:rPr lang="en-US" dirty="0"/>
            <a:t>S (Specific) — </a:t>
          </a:r>
          <a:r>
            <a:rPr lang="ru-RU" dirty="0"/>
            <a:t>Конкретная</a:t>
          </a:r>
          <a:endParaRPr lang="ru-BY" dirty="0"/>
        </a:p>
      </dgm:t>
    </dgm:pt>
    <dgm:pt modelId="{8D09D46D-747A-4534-93A4-1B18F2D70856}" type="parTrans" cxnId="{40EE5CAA-DEA9-4385-AE92-EDB651A0B3D3}">
      <dgm:prSet/>
      <dgm:spPr/>
      <dgm:t>
        <a:bodyPr/>
        <a:lstStyle/>
        <a:p>
          <a:endParaRPr lang="ru-BY"/>
        </a:p>
      </dgm:t>
    </dgm:pt>
    <dgm:pt modelId="{E517FF9B-C45C-4F5B-A3A1-A3B90E09691D}" type="sibTrans" cxnId="{40EE5CAA-DEA9-4385-AE92-EDB651A0B3D3}">
      <dgm:prSet/>
      <dgm:spPr/>
      <dgm:t>
        <a:bodyPr/>
        <a:lstStyle/>
        <a:p>
          <a:endParaRPr lang="ru-BY"/>
        </a:p>
      </dgm:t>
    </dgm:pt>
    <dgm:pt modelId="{5E17DAAE-E12B-4927-86D7-C4BBF2B0EEAA}">
      <dgm:prSet phldrT="[Текст]"/>
      <dgm:spPr/>
      <dgm:t>
        <a:bodyPr/>
        <a:lstStyle/>
        <a:p>
          <a:pPr>
            <a:buSzPts val="1000"/>
            <a:buFont typeface="Symbol" panose="05050102010706020507" pitchFamily="18" charset="2"/>
            <a:buChar char=""/>
          </a:pPr>
          <a:r>
            <a:rPr lang="ru-BY" dirty="0"/>
            <a:t>Что именно нужно достичь? </a:t>
          </a:r>
        </a:p>
      </dgm:t>
    </dgm:pt>
    <dgm:pt modelId="{BEF5E26E-2855-4661-BAE3-E1535664DE69}" type="parTrans" cxnId="{CF35E228-8928-40F0-B26B-D094AD852A4A}">
      <dgm:prSet/>
      <dgm:spPr/>
      <dgm:t>
        <a:bodyPr/>
        <a:lstStyle/>
        <a:p>
          <a:endParaRPr lang="ru-BY"/>
        </a:p>
      </dgm:t>
    </dgm:pt>
    <dgm:pt modelId="{A7C72792-1ABF-47DF-99E1-37019DFA250E}" type="sibTrans" cxnId="{CF35E228-8928-40F0-B26B-D094AD852A4A}">
      <dgm:prSet/>
      <dgm:spPr/>
      <dgm:t>
        <a:bodyPr/>
        <a:lstStyle/>
        <a:p>
          <a:endParaRPr lang="ru-BY"/>
        </a:p>
      </dgm:t>
    </dgm:pt>
    <dgm:pt modelId="{C0367DCC-9FBF-416B-96EE-760069F1E79D}">
      <dgm:prSet phldrT="[Текст]"/>
      <dgm:spPr/>
      <dgm:t>
        <a:bodyPr/>
        <a:lstStyle/>
        <a:p>
          <a:r>
            <a:rPr lang="ru-BY" b="1" dirty="0"/>
            <a:t>M (</a:t>
          </a:r>
          <a:r>
            <a:rPr lang="ru-BY" b="1" dirty="0" err="1"/>
            <a:t>Measurable</a:t>
          </a:r>
          <a:r>
            <a:rPr lang="ru-BY" b="1" dirty="0"/>
            <a:t>) — Измеримая</a:t>
          </a:r>
          <a:endParaRPr lang="ru-BY" dirty="0"/>
        </a:p>
      </dgm:t>
    </dgm:pt>
    <dgm:pt modelId="{D0E45D3D-D506-4CE7-A808-304F64A85433}" type="parTrans" cxnId="{5D222256-3E0F-45E5-82B7-58BE0384ACA3}">
      <dgm:prSet/>
      <dgm:spPr/>
      <dgm:t>
        <a:bodyPr/>
        <a:lstStyle/>
        <a:p>
          <a:endParaRPr lang="ru-BY"/>
        </a:p>
      </dgm:t>
    </dgm:pt>
    <dgm:pt modelId="{B7B0302F-3E05-4CB2-8AFF-F85E157D79C6}" type="sibTrans" cxnId="{5D222256-3E0F-45E5-82B7-58BE0384ACA3}">
      <dgm:prSet/>
      <dgm:spPr/>
      <dgm:t>
        <a:bodyPr/>
        <a:lstStyle/>
        <a:p>
          <a:endParaRPr lang="ru-BY"/>
        </a:p>
      </dgm:t>
    </dgm:pt>
    <dgm:pt modelId="{80A3A03F-B274-4F67-A647-7635A89A8EB3}">
      <dgm:prSet phldrT="[Текст]"/>
      <dgm:spPr/>
      <dgm:t>
        <a:bodyPr/>
        <a:lstStyle/>
        <a:p>
          <a:pPr>
            <a:buSzPts val="1000"/>
            <a:buFont typeface="Symbol" panose="05050102010706020507" pitchFamily="18" charset="2"/>
            <a:buChar char=""/>
          </a:pPr>
          <a:r>
            <a:rPr lang="ru-BY" dirty="0"/>
            <a:t>Как мы измерим результат?</a:t>
          </a:r>
        </a:p>
      </dgm:t>
    </dgm:pt>
    <dgm:pt modelId="{478C4D7F-D2A0-4B5A-BDF1-6C8CE1880431}" type="parTrans" cxnId="{CE7EEB05-426A-44D0-B828-29B0AE2889D4}">
      <dgm:prSet/>
      <dgm:spPr/>
      <dgm:t>
        <a:bodyPr/>
        <a:lstStyle/>
        <a:p>
          <a:endParaRPr lang="ru-BY"/>
        </a:p>
      </dgm:t>
    </dgm:pt>
    <dgm:pt modelId="{967326AF-8099-4798-9918-CB9127B903F7}" type="sibTrans" cxnId="{CE7EEB05-426A-44D0-B828-29B0AE2889D4}">
      <dgm:prSet/>
      <dgm:spPr/>
      <dgm:t>
        <a:bodyPr/>
        <a:lstStyle/>
        <a:p>
          <a:endParaRPr lang="ru-BY"/>
        </a:p>
      </dgm:t>
    </dgm:pt>
    <dgm:pt modelId="{69CE1F06-F6C6-4338-B9F0-72B60482B43C}">
      <dgm:prSet phldrT="[Текст]"/>
      <dgm:spPr/>
      <dgm:t>
        <a:bodyPr/>
        <a:lstStyle/>
        <a:p>
          <a:r>
            <a:rPr lang="ru-BY" b="1" dirty="0"/>
            <a:t>A (</a:t>
          </a:r>
          <a:r>
            <a:rPr lang="ru-BY" b="1" dirty="0" err="1"/>
            <a:t>Achievable</a:t>
          </a:r>
          <a:r>
            <a:rPr lang="ru-BY" b="1" dirty="0"/>
            <a:t>) — Достижимая</a:t>
          </a:r>
          <a:endParaRPr lang="ru-BY" dirty="0"/>
        </a:p>
      </dgm:t>
    </dgm:pt>
    <dgm:pt modelId="{DED01AF0-37A4-474F-8A63-356D93BA733D}" type="parTrans" cxnId="{77D2208D-4A82-41B7-A10F-408ABAE3E180}">
      <dgm:prSet/>
      <dgm:spPr/>
      <dgm:t>
        <a:bodyPr/>
        <a:lstStyle/>
        <a:p>
          <a:endParaRPr lang="ru-BY"/>
        </a:p>
      </dgm:t>
    </dgm:pt>
    <dgm:pt modelId="{46CD95A1-2FB1-4CE7-BCF6-F69BADA2D18E}" type="sibTrans" cxnId="{77D2208D-4A82-41B7-A10F-408ABAE3E180}">
      <dgm:prSet/>
      <dgm:spPr/>
      <dgm:t>
        <a:bodyPr/>
        <a:lstStyle/>
        <a:p>
          <a:endParaRPr lang="ru-BY"/>
        </a:p>
      </dgm:t>
    </dgm:pt>
    <dgm:pt modelId="{BF51B708-B6D0-409E-AC2A-F9D395749445}">
      <dgm:prSet phldrT="[Текст]"/>
      <dgm:spPr/>
      <dgm:t>
        <a:bodyPr/>
        <a:lstStyle/>
        <a:p>
          <a:pPr>
            <a:buSzPts val="1000"/>
            <a:buFont typeface="Symbol" panose="05050102010706020507" pitchFamily="18" charset="2"/>
            <a:buChar char=""/>
          </a:pPr>
          <a:r>
            <a:rPr lang="ru-BY" dirty="0"/>
            <a:t>Реалистична ли цель с учетом ограничений? </a:t>
          </a:r>
        </a:p>
      </dgm:t>
    </dgm:pt>
    <dgm:pt modelId="{BA26D9C1-0429-4DB6-88AF-D77C0D41A067}" type="parTrans" cxnId="{394C5A3F-E46C-493E-A62F-905B73025814}">
      <dgm:prSet/>
      <dgm:spPr/>
      <dgm:t>
        <a:bodyPr/>
        <a:lstStyle/>
        <a:p>
          <a:endParaRPr lang="ru-BY"/>
        </a:p>
      </dgm:t>
    </dgm:pt>
    <dgm:pt modelId="{6ED0058B-8480-494D-86EA-164829998D6F}" type="sibTrans" cxnId="{394C5A3F-E46C-493E-A62F-905B73025814}">
      <dgm:prSet/>
      <dgm:spPr/>
      <dgm:t>
        <a:bodyPr/>
        <a:lstStyle/>
        <a:p>
          <a:endParaRPr lang="ru-BY"/>
        </a:p>
      </dgm:t>
    </dgm:pt>
    <dgm:pt modelId="{C60E42E2-56A1-42D4-9108-B9A9A2769326}">
      <dgm:prSet phldrT="[Текст]"/>
      <dgm:spPr/>
      <dgm:t>
        <a:bodyPr/>
        <a:lstStyle/>
        <a:p>
          <a:pPr>
            <a:buSzPts val="1000"/>
            <a:buFont typeface="Symbol" panose="05050102010706020507" pitchFamily="18" charset="2"/>
            <a:buChar char=""/>
          </a:pPr>
          <a:r>
            <a:rPr lang="ru-BY" dirty="0"/>
            <a:t>Какой конечный результат? Кто вовлечен?</a:t>
          </a:r>
        </a:p>
      </dgm:t>
    </dgm:pt>
    <dgm:pt modelId="{FCC8EB1B-EFF7-4E24-BD38-5892A53657BB}" type="parTrans" cxnId="{C95F7CBC-3476-4E51-99F0-97405E548DB4}">
      <dgm:prSet/>
      <dgm:spPr/>
      <dgm:t>
        <a:bodyPr/>
        <a:lstStyle/>
        <a:p>
          <a:endParaRPr lang="ru-BY"/>
        </a:p>
      </dgm:t>
    </dgm:pt>
    <dgm:pt modelId="{2233837B-26EB-45E5-AB31-EDBA80138BE8}" type="sibTrans" cxnId="{C95F7CBC-3476-4E51-99F0-97405E548DB4}">
      <dgm:prSet/>
      <dgm:spPr/>
      <dgm:t>
        <a:bodyPr/>
        <a:lstStyle/>
        <a:p>
          <a:endParaRPr lang="ru-BY"/>
        </a:p>
      </dgm:t>
    </dgm:pt>
    <dgm:pt modelId="{5A223CF5-D8F5-4EE6-86F2-3012177710EF}">
      <dgm:prSet phldrT="[Текст]"/>
      <dgm:spPr/>
      <dgm:t>
        <a:bodyPr/>
        <a:lstStyle/>
        <a:p>
          <a:pPr>
            <a:buSzPts val="1000"/>
            <a:buFont typeface="Symbol" panose="05050102010706020507" pitchFamily="18" charset="2"/>
            <a:buChar char=""/>
          </a:pPr>
          <a:r>
            <a:rPr lang="ru-BY" dirty="0"/>
            <a:t> Каковы требования и ограничения?</a:t>
          </a:r>
        </a:p>
      </dgm:t>
    </dgm:pt>
    <dgm:pt modelId="{A6E836CE-8A73-4361-97F8-925305340E0F}" type="parTrans" cxnId="{02F8B9CE-AA40-479B-A210-D45F5B9D0E3E}">
      <dgm:prSet/>
      <dgm:spPr/>
      <dgm:t>
        <a:bodyPr/>
        <a:lstStyle/>
        <a:p>
          <a:endParaRPr lang="ru-BY"/>
        </a:p>
      </dgm:t>
    </dgm:pt>
    <dgm:pt modelId="{ABADE660-8A67-4E52-B1B9-2ABD7009EFF6}" type="sibTrans" cxnId="{02F8B9CE-AA40-479B-A210-D45F5B9D0E3E}">
      <dgm:prSet/>
      <dgm:spPr/>
      <dgm:t>
        <a:bodyPr/>
        <a:lstStyle/>
        <a:p>
          <a:endParaRPr lang="ru-BY"/>
        </a:p>
      </dgm:t>
    </dgm:pt>
    <dgm:pt modelId="{C22F7CC7-FCC0-40D5-A700-7DE4482EB858}">
      <dgm:prSet phldrT="[Текст]"/>
      <dgm:spPr/>
      <dgm:t>
        <a:bodyPr/>
        <a:lstStyle/>
        <a:p>
          <a:pPr>
            <a:buSzPts val="1000"/>
            <a:buFont typeface="Symbol" panose="05050102010706020507" pitchFamily="18" charset="2"/>
            <a:buChar char=""/>
          </a:pPr>
          <a:r>
            <a:rPr lang="ru-BY" dirty="0"/>
            <a:t>Сколько?</a:t>
          </a:r>
        </a:p>
      </dgm:t>
    </dgm:pt>
    <dgm:pt modelId="{EFFFDD37-EC4F-42BF-B63F-AE5E8271F60F}" type="parTrans" cxnId="{9C02B6FC-E667-47A4-B2E6-8032D4CAB86F}">
      <dgm:prSet/>
      <dgm:spPr/>
      <dgm:t>
        <a:bodyPr/>
        <a:lstStyle/>
        <a:p>
          <a:endParaRPr lang="ru-BY"/>
        </a:p>
      </dgm:t>
    </dgm:pt>
    <dgm:pt modelId="{FE8ACE9F-5398-4A11-B27D-FCC241F21DBF}" type="sibTrans" cxnId="{9C02B6FC-E667-47A4-B2E6-8032D4CAB86F}">
      <dgm:prSet/>
      <dgm:spPr/>
      <dgm:t>
        <a:bodyPr/>
        <a:lstStyle/>
        <a:p>
          <a:endParaRPr lang="ru-BY"/>
        </a:p>
      </dgm:t>
    </dgm:pt>
    <dgm:pt modelId="{5F856648-ADB7-43C1-9D7D-0C8F354C2687}">
      <dgm:prSet phldrT="[Текст]"/>
      <dgm:spPr/>
      <dgm:t>
        <a:bodyPr/>
        <a:lstStyle/>
        <a:p>
          <a:pPr>
            <a:buSzPts val="1000"/>
            <a:buFont typeface="Symbol" panose="05050102010706020507" pitchFamily="18" charset="2"/>
            <a:buChar char=""/>
          </a:pPr>
          <a:r>
            <a:rPr lang="ru-BY" dirty="0"/>
            <a:t> Насколько?</a:t>
          </a:r>
        </a:p>
      </dgm:t>
    </dgm:pt>
    <dgm:pt modelId="{21250BD7-2D9D-4DF3-819A-BD31CF22A3E6}" type="parTrans" cxnId="{F881C996-ECF5-40CF-A345-2B2C21D87474}">
      <dgm:prSet/>
      <dgm:spPr/>
      <dgm:t>
        <a:bodyPr/>
        <a:lstStyle/>
        <a:p>
          <a:endParaRPr lang="ru-BY"/>
        </a:p>
      </dgm:t>
    </dgm:pt>
    <dgm:pt modelId="{145FC84B-93DD-4E4D-8332-60C5C87C115C}" type="sibTrans" cxnId="{F881C996-ECF5-40CF-A345-2B2C21D87474}">
      <dgm:prSet/>
      <dgm:spPr/>
      <dgm:t>
        <a:bodyPr/>
        <a:lstStyle/>
        <a:p>
          <a:endParaRPr lang="ru-BY"/>
        </a:p>
      </dgm:t>
    </dgm:pt>
    <dgm:pt modelId="{2AA8A848-5834-4AC4-A074-43915225B75D}">
      <dgm:prSet/>
      <dgm:spPr/>
      <dgm:t>
        <a:bodyPr/>
        <a:lstStyle/>
        <a:p>
          <a:r>
            <a:rPr lang="ru-BY" b="1" dirty="0"/>
            <a:t>R (</a:t>
          </a:r>
          <a:r>
            <a:rPr lang="ru-BY" b="1" dirty="0" err="1"/>
            <a:t>Relevant</a:t>
          </a:r>
          <a:r>
            <a:rPr lang="ru-BY" b="1" dirty="0"/>
            <a:t>) — Актуальная</a:t>
          </a:r>
          <a:endParaRPr lang="ru-BY" dirty="0"/>
        </a:p>
      </dgm:t>
    </dgm:pt>
    <dgm:pt modelId="{506A4BFD-0F7C-4F46-965E-3407DBB50B0D}" type="parTrans" cxnId="{02BDF6D5-23A4-4260-8341-4DE923F9EA08}">
      <dgm:prSet/>
      <dgm:spPr/>
      <dgm:t>
        <a:bodyPr/>
        <a:lstStyle/>
        <a:p>
          <a:endParaRPr lang="ru-BY"/>
        </a:p>
      </dgm:t>
    </dgm:pt>
    <dgm:pt modelId="{6EE1D185-C4FC-4AA6-AF45-E9E60B87AA48}" type="sibTrans" cxnId="{02BDF6D5-23A4-4260-8341-4DE923F9EA08}">
      <dgm:prSet/>
      <dgm:spPr/>
      <dgm:t>
        <a:bodyPr/>
        <a:lstStyle/>
        <a:p>
          <a:endParaRPr lang="ru-BY"/>
        </a:p>
      </dgm:t>
    </dgm:pt>
    <dgm:pt modelId="{EBEECC33-A387-4BE8-B884-6F4BA4CFDE37}">
      <dgm:prSet/>
      <dgm:spPr/>
      <dgm:t>
        <a:bodyPr/>
        <a:lstStyle/>
        <a:p>
          <a:pPr>
            <a:buSzPts val="1000"/>
            <a:buFont typeface="Symbol" panose="05050102010706020507" pitchFamily="18" charset="2"/>
            <a:buChar char=""/>
          </a:pPr>
          <a:r>
            <a:rPr lang="ru-BY" dirty="0"/>
            <a:t>Зачем нам достигать эту цель? </a:t>
          </a:r>
        </a:p>
      </dgm:t>
    </dgm:pt>
    <dgm:pt modelId="{701A845D-9303-4E92-8335-45BF1944E0B9}" type="parTrans" cxnId="{C10D2D73-1878-4A4B-8B63-A58D05FE90DA}">
      <dgm:prSet/>
      <dgm:spPr/>
      <dgm:t>
        <a:bodyPr/>
        <a:lstStyle/>
        <a:p>
          <a:endParaRPr lang="ru-BY"/>
        </a:p>
      </dgm:t>
    </dgm:pt>
    <dgm:pt modelId="{8255ADE3-69BD-4C5C-9963-6A46ADB0B4FF}" type="sibTrans" cxnId="{C10D2D73-1878-4A4B-8B63-A58D05FE90DA}">
      <dgm:prSet/>
      <dgm:spPr/>
      <dgm:t>
        <a:bodyPr/>
        <a:lstStyle/>
        <a:p>
          <a:endParaRPr lang="ru-BY"/>
        </a:p>
      </dgm:t>
    </dgm:pt>
    <dgm:pt modelId="{3ACDA595-A888-4EA6-9BED-C0F0B8A7173C}">
      <dgm:prSet/>
      <dgm:spPr/>
      <dgm:t>
        <a:bodyPr/>
        <a:lstStyle/>
        <a:p>
          <a:r>
            <a:rPr lang="ru-BY" b="1" dirty="0"/>
            <a:t>T (</a:t>
          </a:r>
          <a:r>
            <a:rPr lang="ru-BY" b="1" dirty="0" err="1"/>
            <a:t>Time-bound</a:t>
          </a:r>
          <a:r>
            <a:rPr lang="ru-BY" b="1" dirty="0"/>
            <a:t>) — Ограниченная во времени</a:t>
          </a:r>
          <a:endParaRPr lang="ru-BY" dirty="0"/>
        </a:p>
      </dgm:t>
    </dgm:pt>
    <dgm:pt modelId="{7F507BA5-B11D-4589-98BD-E08D57F29E94}" type="parTrans" cxnId="{3E5F62E1-0F01-4CAD-8B46-08AA7E327E31}">
      <dgm:prSet/>
      <dgm:spPr/>
      <dgm:t>
        <a:bodyPr/>
        <a:lstStyle/>
        <a:p>
          <a:endParaRPr lang="ru-BY"/>
        </a:p>
      </dgm:t>
    </dgm:pt>
    <dgm:pt modelId="{A1BDDBC1-4CFD-4B64-A47D-428EAE2D40DB}" type="sibTrans" cxnId="{3E5F62E1-0F01-4CAD-8B46-08AA7E327E31}">
      <dgm:prSet/>
      <dgm:spPr/>
      <dgm:t>
        <a:bodyPr/>
        <a:lstStyle/>
        <a:p>
          <a:endParaRPr lang="ru-BY"/>
        </a:p>
      </dgm:t>
    </dgm:pt>
    <dgm:pt modelId="{C70668FD-11E4-45B8-B8DD-E45580C0D2C2}">
      <dgm:prSet/>
      <dgm:spPr/>
      <dgm:t>
        <a:bodyPr/>
        <a:lstStyle/>
        <a:p>
          <a:pPr>
            <a:buSzPts val="1000"/>
            <a:buFont typeface="Symbol" panose="05050102010706020507" pitchFamily="18" charset="2"/>
            <a:buChar char=""/>
          </a:pPr>
          <a:r>
            <a:rPr lang="ru-BY" dirty="0"/>
            <a:t>Когда должен быть достигнут результат? Какой крайний срок?</a:t>
          </a:r>
        </a:p>
      </dgm:t>
    </dgm:pt>
    <dgm:pt modelId="{53DB8EFE-777E-46B2-9904-DED1FD0FDBC8}" type="parTrans" cxnId="{2C6F290D-9318-46E1-A3CC-988F4782B5B4}">
      <dgm:prSet/>
      <dgm:spPr/>
      <dgm:t>
        <a:bodyPr/>
        <a:lstStyle/>
        <a:p>
          <a:endParaRPr lang="ru-BY"/>
        </a:p>
      </dgm:t>
    </dgm:pt>
    <dgm:pt modelId="{9A9EAB48-3FF8-45F0-9C1A-6C8B018709C8}" type="sibTrans" cxnId="{2C6F290D-9318-46E1-A3CC-988F4782B5B4}">
      <dgm:prSet/>
      <dgm:spPr/>
      <dgm:t>
        <a:bodyPr/>
        <a:lstStyle/>
        <a:p>
          <a:endParaRPr lang="ru-BY"/>
        </a:p>
      </dgm:t>
    </dgm:pt>
    <dgm:pt modelId="{8AC9A727-036A-4E4F-A90D-36B13C8B622E}">
      <dgm:prSet phldrT="[Текст]"/>
      <dgm:spPr/>
      <dgm:t>
        <a:bodyPr/>
        <a:lstStyle/>
        <a:p>
          <a:pPr>
            <a:buSzPts val="1000"/>
            <a:buFont typeface="Symbol" panose="05050102010706020507" pitchFamily="18" charset="2"/>
            <a:buChar char=""/>
          </a:pPr>
          <a:r>
            <a:rPr lang="ru-BY" dirty="0"/>
            <a:t>Можно ли ее достичь?</a:t>
          </a:r>
        </a:p>
      </dgm:t>
    </dgm:pt>
    <dgm:pt modelId="{11254F76-62BC-488C-9B40-D8F800C8ADC3}" type="parTrans" cxnId="{FC18F14D-30AB-417F-A78E-492A5A891501}">
      <dgm:prSet/>
      <dgm:spPr/>
      <dgm:t>
        <a:bodyPr/>
        <a:lstStyle/>
        <a:p>
          <a:endParaRPr lang="ru-BY"/>
        </a:p>
      </dgm:t>
    </dgm:pt>
    <dgm:pt modelId="{FBC0D2D5-2AA0-4445-BDE8-49E21177297F}" type="sibTrans" cxnId="{FC18F14D-30AB-417F-A78E-492A5A891501}">
      <dgm:prSet/>
      <dgm:spPr/>
      <dgm:t>
        <a:bodyPr/>
        <a:lstStyle/>
        <a:p>
          <a:endParaRPr lang="ru-BY"/>
        </a:p>
      </dgm:t>
    </dgm:pt>
    <dgm:pt modelId="{0A3FD2B4-BBD8-4A33-A20C-E23F832570A0}">
      <dgm:prSet/>
      <dgm:spPr/>
      <dgm:t>
        <a:bodyPr/>
        <a:lstStyle/>
        <a:p>
          <a:pPr>
            <a:buSzPts val="1000"/>
            <a:buFont typeface="Symbol" panose="05050102010706020507" pitchFamily="18" charset="2"/>
            <a:buChar char=""/>
          </a:pPr>
          <a:r>
            <a:rPr lang="ru-BY" dirty="0"/>
            <a:t>Как она согласуется с другими нашими целями и планами?</a:t>
          </a:r>
        </a:p>
      </dgm:t>
    </dgm:pt>
    <dgm:pt modelId="{3FE847D0-E265-4757-A1B6-CA4FCFCDF566}" type="parTrans" cxnId="{537B9E8F-59BC-4CB8-A5C3-FFED38D66F66}">
      <dgm:prSet/>
      <dgm:spPr/>
      <dgm:t>
        <a:bodyPr/>
        <a:lstStyle/>
        <a:p>
          <a:endParaRPr lang="ru-BY"/>
        </a:p>
      </dgm:t>
    </dgm:pt>
    <dgm:pt modelId="{CA4C5692-E4F9-4F81-A1B7-DD2EBE3D22C4}" type="sibTrans" cxnId="{537B9E8F-59BC-4CB8-A5C3-FFED38D66F66}">
      <dgm:prSet/>
      <dgm:spPr/>
      <dgm:t>
        <a:bodyPr/>
        <a:lstStyle/>
        <a:p>
          <a:endParaRPr lang="ru-BY"/>
        </a:p>
      </dgm:t>
    </dgm:pt>
    <dgm:pt modelId="{D8305E55-9A4C-4E34-9981-51C22BBBD90B}" type="pres">
      <dgm:prSet presAssocID="{FD4B6748-E331-44BA-91B7-66CD8B7C343D}" presName="Name0" presStyleCnt="0">
        <dgm:presLayoutVars>
          <dgm:dir/>
          <dgm:animLvl val="lvl"/>
          <dgm:resizeHandles val="exact"/>
        </dgm:presLayoutVars>
      </dgm:prSet>
      <dgm:spPr/>
    </dgm:pt>
    <dgm:pt modelId="{787C8419-A754-4FFA-953C-B4A6AFA615FC}" type="pres">
      <dgm:prSet presAssocID="{01AE4B1F-04AC-4938-BA40-C13302C27917}" presName="composite" presStyleCnt="0"/>
      <dgm:spPr/>
    </dgm:pt>
    <dgm:pt modelId="{DAD6D9CC-DAC4-471B-807B-692A41025EAE}" type="pres">
      <dgm:prSet presAssocID="{01AE4B1F-04AC-4938-BA40-C13302C27917}" presName="parTx" presStyleLbl="alignNode1" presStyleIdx="0" presStyleCnt="5">
        <dgm:presLayoutVars>
          <dgm:chMax val="0"/>
          <dgm:chPref val="0"/>
          <dgm:bulletEnabled val="1"/>
        </dgm:presLayoutVars>
      </dgm:prSet>
      <dgm:spPr/>
    </dgm:pt>
    <dgm:pt modelId="{E4A17226-A6C8-49E2-ACC8-8D57E45BBC90}" type="pres">
      <dgm:prSet presAssocID="{01AE4B1F-04AC-4938-BA40-C13302C27917}" presName="desTx" presStyleLbl="alignAccFollowNode1" presStyleIdx="0" presStyleCnt="5">
        <dgm:presLayoutVars>
          <dgm:bulletEnabled val="1"/>
        </dgm:presLayoutVars>
      </dgm:prSet>
      <dgm:spPr/>
    </dgm:pt>
    <dgm:pt modelId="{653BE016-961F-42B2-8EA3-53DFC2472C51}" type="pres">
      <dgm:prSet presAssocID="{E517FF9B-C45C-4F5B-A3A1-A3B90E09691D}" presName="space" presStyleCnt="0"/>
      <dgm:spPr/>
    </dgm:pt>
    <dgm:pt modelId="{0E426871-CF3C-45F5-B248-03601C4C11CD}" type="pres">
      <dgm:prSet presAssocID="{C0367DCC-9FBF-416B-96EE-760069F1E79D}" presName="composite" presStyleCnt="0"/>
      <dgm:spPr/>
    </dgm:pt>
    <dgm:pt modelId="{8A82A723-1E4C-4A5E-9CE9-AA288845CCC8}" type="pres">
      <dgm:prSet presAssocID="{C0367DCC-9FBF-416B-96EE-760069F1E79D}" presName="parTx" presStyleLbl="alignNode1" presStyleIdx="1" presStyleCnt="5">
        <dgm:presLayoutVars>
          <dgm:chMax val="0"/>
          <dgm:chPref val="0"/>
          <dgm:bulletEnabled val="1"/>
        </dgm:presLayoutVars>
      </dgm:prSet>
      <dgm:spPr/>
    </dgm:pt>
    <dgm:pt modelId="{D9E533DD-457E-4BD3-9FD2-C1F4639F1C78}" type="pres">
      <dgm:prSet presAssocID="{C0367DCC-9FBF-416B-96EE-760069F1E79D}" presName="desTx" presStyleLbl="alignAccFollowNode1" presStyleIdx="1" presStyleCnt="5">
        <dgm:presLayoutVars>
          <dgm:bulletEnabled val="1"/>
        </dgm:presLayoutVars>
      </dgm:prSet>
      <dgm:spPr/>
    </dgm:pt>
    <dgm:pt modelId="{7CC794AD-914A-4838-957D-43B229DAA327}" type="pres">
      <dgm:prSet presAssocID="{B7B0302F-3E05-4CB2-8AFF-F85E157D79C6}" presName="space" presStyleCnt="0"/>
      <dgm:spPr/>
    </dgm:pt>
    <dgm:pt modelId="{995C7932-C8A3-4025-8025-ED64B1E72DD0}" type="pres">
      <dgm:prSet presAssocID="{69CE1F06-F6C6-4338-B9F0-72B60482B43C}" presName="composite" presStyleCnt="0"/>
      <dgm:spPr/>
    </dgm:pt>
    <dgm:pt modelId="{80B0C10F-4572-4A91-9EEF-94C92C56E8C0}" type="pres">
      <dgm:prSet presAssocID="{69CE1F06-F6C6-4338-B9F0-72B60482B43C}" presName="parTx" presStyleLbl="alignNode1" presStyleIdx="2" presStyleCnt="5">
        <dgm:presLayoutVars>
          <dgm:chMax val="0"/>
          <dgm:chPref val="0"/>
          <dgm:bulletEnabled val="1"/>
        </dgm:presLayoutVars>
      </dgm:prSet>
      <dgm:spPr/>
    </dgm:pt>
    <dgm:pt modelId="{F1AB6EF2-2EFD-4772-8EBD-B93C296815F9}" type="pres">
      <dgm:prSet presAssocID="{69CE1F06-F6C6-4338-B9F0-72B60482B43C}" presName="desTx" presStyleLbl="alignAccFollowNode1" presStyleIdx="2" presStyleCnt="5">
        <dgm:presLayoutVars>
          <dgm:bulletEnabled val="1"/>
        </dgm:presLayoutVars>
      </dgm:prSet>
      <dgm:spPr/>
    </dgm:pt>
    <dgm:pt modelId="{A8D16703-E3C9-4668-980B-FE75A7967239}" type="pres">
      <dgm:prSet presAssocID="{46CD95A1-2FB1-4CE7-BCF6-F69BADA2D18E}" presName="space" presStyleCnt="0"/>
      <dgm:spPr/>
    </dgm:pt>
    <dgm:pt modelId="{68F9E151-8F20-46B2-83C2-AEFB897F38DC}" type="pres">
      <dgm:prSet presAssocID="{2AA8A848-5834-4AC4-A074-43915225B75D}" presName="composite" presStyleCnt="0"/>
      <dgm:spPr/>
    </dgm:pt>
    <dgm:pt modelId="{6D32EAF1-4452-4C6C-9A6C-1992E5272077}" type="pres">
      <dgm:prSet presAssocID="{2AA8A848-5834-4AC4-A074-43915225B75D}" presName="parTx" presStyleLbl="alignNode1" presStyleIdx="3" presStyleCnt="5">
        <dgm:presLayoutVars>
          <dgm:chMax val="0"/>
          <dgm:chPref val="0"/>
          <dgm:bulletEnabled val="1"/>
        </dgm:presLayoutVars>
      </dgm:prSet>
      <dgm:spPr/>
    </dgm:pt>
    <dgm:pt modelId="{D122E4F4-6D40-4646-9AC1-F3ABA795D7E8}" type="pres">
      <dgm:prSet presAssocID="{2AA8A848-5834-4AC4-A074-43915225B75D}" presName="desTx" presStyleLbl="alignAccFollowNode1" presStyleIdx="3" presStyleCnt="5">
        <dgm:presLayoutVars>
          <dgm:bulletEnabled val="1"/>
        </dgm:presLayoutVars>
      </dgm:prSet>
      <dgm:spPr/>
    </dgm:pt>
    <dgm:pt modelId="{0012AACD-6285-42A3-86EC-CDAE72A4C343}" type="pres">
      <dgm:prSet presAssocID="{6EE1D185-C4FC-4AA6-AF45-E9E60B87AA48}" presName="space" presStyleCnt="0"/>
      <dgm:spPr/>
    </dgm:pt>
    <dgm:pt modelId="{9AEEA9F5-C690-41F1-BC22-72CC6398DFC2}" type="pres">
      <dgm:prSet presAssocID="{3ACDA595-A888-4EA6-9BED-C0F0B8A7173C}" presName="composite" presStyleCnt="0"/>
      <dgm:spPr/>
    </dgm:pt>
    <dgm:pt modelId="{8B2641B0-C4A5-4334-9D7D-FDEB1CD2726C}" type="pres">
      <dgm:prSet presAssocID="{3ACDA595-A888-4EA6-9BED-C0F0B8A7173C}" presName="parTx" presStyleLbl="alignNode1" presStyleIdx="4" presStyleCnt="5">
        <dgm:presLayoutVars>
          <dgm:chMax val="0"/>
          <dgm:chPref val="0"/>
          <dgm:bulletEnabled val="1"/>
        </dgm:presLayoutVars>
      </dgm:prSet>
      <dgm:spPr/>
    </dgm:pt>
    <dgm:pt modelId="{C3BC2FED-7AA4-4185-B712-8D0AD5074BD5}" type="pres">
      <dgm:prSet presAssocID="{3ACDA595-A888-4EA6-9BED-C0F0B8A7173C}" presName="desTx" presStyleLbl="alignAccFollowNode1" presStyleIdx="4" presStyleCnt="5">
        <dgm:presLayoutVars>
          <dgm:bulletEnabled val="1"/>
        </dgm:presLayoutVars>
      </dgm:prSet>
      <dgm:spPr/>
    </dgm:pt>
  </dgm:ptLst>
  <dgm:cxnLst>
    <dgm:cxn modelId="{CE7EEB05-426A-44D0-B828-29B0AE2889D4}" srcId="{C0367DCC-9FBF-416B-96EE-760069F1E79D}" destId="{80A3A03F-B274-4F67-A647-7635A89A8EB3}" srcOrd="0" destOrd="0" parTransId="{478C4D7F-D2A0-4B5A-BDF1-6C8CE1880431}" sibTransId="{967326AF-8099-4798-9918-CB9127B903F7}"/>
    <dgm:cxn modelId="{2C6F290D-9318-46E1-A3CC-988F4782B5B4}" srcId="{3ACDA595-A888-4EA6-9BED-C0F0B8A7173C}" destId="{C70668FD-11E4-45B8-B8DD-E45580C0D2C2}" srcOrd="0" destOrd="0" parTransId="{53DB8EFE-777E-46B2-9904-DED1FD0FDBC8}" sibTransId="{9A9EAB48-3FF8-45F0-9C1A-6C8B018709C8}"/>
    <dgm:cxn modelId="{C06DF310-5785-4E13-A019-CA1119A5BB67}" type="presOf" srcId="{C0367DCC-9FBF-416B-96EE-760069F1E79D}" destId="{8A82A723-1E4C-4A5E-9CE9-AA288845CCC8}" srcOrd="0" destOrd="0" presId="urn:microsoft.com/office/officeart/2005/8/layout/hList1"/>
    <dgm:cxn modelId="{CF35E228-8928-40F0-B26B-D094AD852A4A}" srcId="{01AE4B1F-04AC-4938-BA40-C13302C27917}" destId="{5E17DAAE-E12B-4927-86D7-C4BBF2B0EEAA}" srcOrd="0" destOrd="0" parTransId="{BEF5E26E-2855-4661-BAE3-E1535664DE69}" sibTransId="{A7C72792-1ABF-47DF-99E1-37019DFA250E}"/>
    <dgm:cxn modelId="{62E8342D-1AFF-4367-948D-967307A0E25B}" type="presOf" srcId="{69CE1F06-F6C6-4338-B9F0-72B60482B43C}" destId="{80B0C10F-4572-4A91-9EEF-94C92C56E8C0}" srcOrd="0" destOrd="0" presId="urn:microsoft.com/office/officeart/2005/8/layout/hList1"/>
    <dgm:cxn modelId="{2B1B723E-ABAC-431D-BFAC-CB7E5F10F74E}" type="presOf" srcId="{5E17DAAE-E12B-4927-86D7-C4BBF2B0EEAA}" destId="{E4A17226-A6C8-49E2-ACC8-8D57E45BBC90}" srcOrd="0" destOrd="0" presId="urn:microsoft.com/office/officeart/2005/8/layout/hList1"/>
    <dgm:cxn modelId="{394C5A3F-E46C-493E-A62F-905B73025814}" srcId="{69CE1F06-F6C6-4338-B9F0-72B60482B43C}" destId="{BF51B708-B6D0-409E-AC2A-F9D395749445}" srcOrd="0" destOrd="0" parTransId="{BA26D9C1-0429-4DB6-88AF-D77C0D41A067}" sibTransId="{6ED0058B-8480-494D-86EA-164829998D6F}"/>
    <dgm:cxn modelId="{ED0E1D46-D9DF-4669-907B-127CF39F226E}" type="presOf" srcId="{BF51B708-B6D0-409E-AC2A-F9D395749445}" destId="{F1AB6EF2-2EFD-4772-8EBD-B93C296815F9}" srcOrd="0" destOrd="0" presId="urn:microsoft.com/office/officeart/2005/8/layout/hList1"/>
    <dgm:cxn modelId="{38C78246-AF95-45E2-A083-39D48ED48E56}" type="presOf" srcId="{C70668FD-11E4-45B8-B8DD-E45580C0D2C2}" destId="{C3BC2FED-7AA4-4185-B712-8D0AD5074BD5}" srcOrd="0" destOrd="0" presId="urn:microsoft.com/office/officeart/2005/8/layout/hList1"/>
    <dgm:cxn modelId="{C2EE0749-35C5-42CE-B63A-4EB3FDF4B218}" type="presOf" srcId="{3ACDA595-A888-4EA6-9BED-C0F0B8A7173C}" destId="{8B2641B0-C4A5-4334-9D7D-FDEB1CD2726C}" srcOrd="0" destOrd="0" presId="urn:microsoft.com/office/officeart/2005/8/layout/hList1"/>
    <dgm:cxn modelId="{FC18F14D-30AB-417F-A78E-492A5A891501}" srcId="{69CE1F06-F6C6-4338-B9F0-72B60482B43C}" destId="{8AC9A727-036A-4E4F-A90D-36B13C8B622E}" srcOrd="1" destOrd="0" parTransId="{11254F76-62BC-488C-9B40-D8F800C8ADC3}" sibTransId="{FBC0D2D5-2AA0-4445-BDE8-49E21177297F}"/>
    <dgm:cxn modelId="{C10D2D73-1878-4A4B-8B63-A58D05FE90DA}" srcId="{2AA8A848-5834-4AC4-A074-43915225B75D}" destId="{EBEECC33-A387-4BE8-B884-6F4BA4CFDE37}" srcOrd="0" destOrd="0" parTransId="{701A845D-9303-4E92-8335-45BF1944E0B9}" sibTransId="{8255ADE3-69BD-4C5C-9963-6A46ADB0B4FF}"/>
    <dgm:cxn modelId="{5D222256-3E0F-45E5-82B7-58BE0384ACA3}" srcId="{FD4B6748-E331-44BA-91B7-66CD8B7C343D}" destId="{C0367DCC-9FBF-416B-96EE-760069F1E79D}" srcOrd="1" destOrd="0" parTransId="{D0E45D3D-D506-4CE7-A808-304F64A85433}" sibTransId="{B7B0302F-3E05-4CB2-8AFF-F85E157D79C6}"/>
    <dgm:cxn modelId="{77D2208D-4A82-41B7-A10F-408ABAE3E180}" srcId="{FD4B6748-E331-44BA-91B7-66CD8B7C343D}" destId="{69CE1F06-F6C6-4338-B9F0-72B60482B43C}" srcOrd="2" destOrd="0" parTransId="{DED01AF0-37A4-474F-8A63-356D93BA733D}" sibTransId="{46CD95A1-2FB1-4CE7-BCF6-F69BADA2D18E}"/>
    <dgm:cxn modelId="{537B9E8F-59BC-4CB8-A5C3-FFED38D66F66}" srcId="{2AA8A848-5834-4AC4-A074-43915225B75D}" destId="{0A3FD2B4-BBD8-4A33-A20C-E23F832570A0}" srcOrd="1" destOrd="0" parTransId="{3FE847D0-E265-4757-A1B6-CA4FCFCDF566}" sibTransId="{CA4C5692-E4F9-4F81-A1B7-DD2EBE3D22C4}"/>
    <dgm:cxn modelId="{F881C996-ECF5-40CF-A345-2B2C21D87474}" srcId="{C0367DCC-9FBF-416B-96EE-760069F1E79D}" destId="{5F856648-ADB7-43C1-9D7D-0C8F354C2687}" srcOrd="2" destOrd="0" parTransId="{21250BD7-2D9D-4DF3-819A-BD31CF22A3E6}" sibTransId="{145FC84B-93DD-4E4D-8332-60C5C87C115C}"/>
    <dgm:cxn modelId="{3C5F9DA3-CCCD-47DD-8863-E2C312C63874}" type="presOf" srcId="{5F856648-ADB7-43C1-9D7D-0C8F354C2687}" destId="{D9E533DD-457E-4BD3-9FD2-C1F4639F1C78}" srcOrd="0" destOrd="2" presId="urn:microsoft.com/office/officeart/2005/8/layout/hList1"/>
    <dgm:cxn modelId="{40EE5CAA-DEA9-4385-AE92-EDB651A0B3D3}" srcId="{FD4B6748-E331-44BA-91B7-66CD8B7C343D}" destId="{01AE4B1F-04AC-4938-BA40-C13302C27917}" srcOrd="0" destOrd="0" parTransId="{8D09D46D-747A-4534-93A4-1B18F2D70856}" sibTransId="{E517FF9B-C45C-4F5B-A3A1-A3B90E09691D}"/>
    <dgm:cxn modelId="{913BF1AD-1EDD-40D7-A595-BAAB68DA2287}" type="presOf" srcId="{01AE4B1F-04AC-4938-BA40-C13302C27917}" destId="{DAD6D9CC-DAC4-471B-807B-692A41025EAE}" srcOrd="0" destOrd="0" presId="urn:microsoft.com/office/officeart/2005/8/layout/hList1"/>
    <dgm:cxn modelId="{D88DFEB7-2A19-4AB8-9509-79F40F7FA70E}" type="presOf" srcId="{EBEECC33-A387-4BE8-B884-6F4BA4CFDE37}" destId="{D122E4F4-6D40-4646-9AC1-F3ABA795D7E8}" srcOrd="0" destOrd="0" presId="urn:microsoft.com/office/officeart/2005/8/layout/hList1"/>
    <dgm:cxn modelId="{0C366BB8-128E-4228-BF78-92346264168F}" type="presOf" srcId="{FD4B6748-E331-44BA-91B7-66CD8B7C343D}" destId="{D8305E55-9A4C-4E34-9981-51C22BBBD90B}" srcOrd="0" destOrd="0" presId="urn:microsoft.com/office/officeart/2005/8/layout/hList1"/>
    <dgm:cxn modelId="{C95F7CBC-3476-4E51-99F0-97405E548DB4}" srcId="{01AE4B1F-04AC-4938-BA40-C13302C27917}" destId="{C60E42E2-56A1-42D4-9108-B9A9A2769326}" srcOrd="1" destOrd="0" parTransId="{FCC8EB1B-EFF7-4E24-BD38-5892A53657BB}" sibTransId="{2233837B-26EB-45E5-AB31-EDBA80138BE8}"/>
    <dgm:cxn modelId="{588C39C1-C357-412B-A77E-51F7EBDD88FE}" type="presOf" srcId="{0A3FD2B4-BBD8-4A33-A20C-E23F832570A0}" destId="{D122E4F4-6D40-4646-9AC1-F3ABA795D7E8}" srcOrd="0" destOrd="1" presId="urn:microsoft.com/office/officeart/2005/8/layout/hList1"/>
    <dgm:cxn modelId="{776CE8C8-50E7-4095-A508-ACF56873365F}" type="presOf" srcId="{8AC9A727-036A-4E4F-A90D-36B13C8B622E}" destId="{F1AB6EF2-2EFD-4772-8EBD-B93C296815F9}" srcOrd="0" destOrd="1" presId="urn:microsoft.com/office/officeart/2005/8/layout/hList1"/>
    <dgm:cxn modelId="{02F8B9CE-AA40-479B-A210-D45F5B9D0E3E}" srcId="{01AE4B1F-04AC-4938-BA40-C13302C27917}" destId="{5A223CF5-D8F5-4EE6-86F2-3012177710EF}" srcOrd="2" destOrd="0" parTransId="{A6E836CE-8A73-4361-97F8-925305340E0F}" sibTransId="{ABADE660-8A67-4E52-B1B9-2ABD7009EFF6}"/>
    <dgm:cxn modelId="{330AE6D3-0943-406D-B670-C03B64371540}" type="presOf" srcId="{C60E42E2-56A1-42D4-9108-B9A9A2769326}" destId="{E4A17226-A6C8-49E2-ACC8-8D57E45BBC90}" srcOrd="0" destOrd="1" presId="urn:microsoft.com/office/officeart/2005/8/layout/hList1"/>
    <dgm:cxn modelId="{02BDF6D5-23A4-4260-8341-4DE923F9EA08}" srcId="{FD4B6748-E331-44BA-91B7-66CD8B7C343D}" destId="{2AA8A848-5834-4AC4-A074-43915225B75D}" srcOrd="3" destOrd="0" parTransId="{506A4BFD-0F7C-4F46-965E-3407DBB50B0D}" sibTransId="{6EE1D185-C4FC-4AA6-AF45-E9E60B87AA48}"/>
    <dgm:cxn modelId="{3E5F62E1-0F01-4CAD-8B46-08AA7E327E31}" srcId="{FD4B6748-E331-44BA-91B7-66CD8B7C343D}" destId="{3ACDA595-A888-4EA6-9BED-C0F0B8A7173C}" srcOrd="4" destOrd="0" parTransId="{7F507BA5-B11D-4589-98BD-E08D57F29E94}" sibTransId="{A1BDDBC1-4CFD-4B64-A47D-428EAE2D40DB}"/>
    <dgm:cxn modelId="{51E36DE2-133B-41C8-A439-E20F4F54DBBE}" type="presOf" srcId="{2AA8A848-5834-4AC4-A074-43915225B75D}" destId="{6D32EAF1-4452-4C6C-9A6C-1992E5272077}" srcOrd="0" destOrd="0" presId="urn:microsoft.com/office/officeart/2005/8/layout/hList1"/>
    <dgm:cxn modelId="{35DA97ED-C8AF-481B-B4F3-5E0D3915BC71}" type="presOf" srcId="{C22F7CC7-FCC0-40D5-A700-7DE4482EB858}" destId="{D9E533DD-457E-4BD3-9FD2-C1F4639F1C78}" srcOrd="0" destOrd="1" presId="urn:microsoft.com/office/officeart/2005/8/layout/hList1"/>
    <dgm:cxn modelId="{5DD089F0-9B6A-4C28-8BC8-5DF56C7BBDCE}" type="presOf" srcId="{80A3A03F-B274-4F67-A647-7635A89A8EB3}" destId="{D9E533DD-457E-4BD3-9FD2-C1F4639F1C78}" srcOrd="0" destOrd="0" presId="urn:microsoft.com/office/officeart/2005/8/layout/hList1"/>
    <dgm:cxn modelId="{9C02B6FC-E667-47A4-B2E6-8032D4CAB86F}" srcId="{C0367DCC-9FBF-416B-96EE-760069F1E79D}" destId="{C22F7CC7-FCC0-40D5-A700-7DE4482EB858}" srcOrd="1" destOrd="0" parTransId="{EFFFDD37-EC4F-42BF-B63F-AE5E8271F60F}" sibTransId="{FE8ACE9F-5398-4A11-B27D-FCC241F21DBF}"/>
    <dgm:cxn modelId="{CB09FAFD-3822-47D0-9AB9-CD5923C2FD9E}" type="presOf" srcId="{5A223CF5-D8F5-4EE6-86F2-3012177710EF}" destId="{E4A17226-A6C8-49E2-ACC8-8D57E45BBC90}" srcOrd="0" destOrd="2" presId="urn:microsoft.com/office/officeart/2005/8/layout/hList1"/>
    <dgm:cxn modelId="{DAE33F71-180B-4A6E-8C17-F7C17DC83BE3}" type="presParOf" srcId="{D8305E55-9A4C-4E34-9981-51C22BBBD90B}" destId="{787C8419-A754-4FFA-953C-B4A6AFA615FC}" srcOrd="0" destOrd="0" presId="urn:microsoft.com/office/officeart/2005/8/layout/hList1"/>
    <dgm:cxn modelId="{BD8E893B-226D-47BC-B994-F94D80000D84}" type="presParOf" srcId="{787C8419-A754-4FFA-953C-B4A6AFA615FC}" destId="{DAD6D9CC-DAC4-471B-807B-692A41025EAE}" srcOrd="0" destOrd="0" presId="urn:microsoft.com/office/officeart/2005/8/layout/hList1"/>
    <dgm:cxn modelId="{2355F1C1-36EB-434C-AA15-CDBDA9052CF0}" type="presParOf" srcId="{787C8419-A754-4FFA-953C-B4A6AFA615FC}" destId="{E4A17226-A6C8-49E2-ACC8-8D57E45BBC90}" srcOrd="1" destOrd="0" presId="urn:microsoft.com/office/officeart/2005/8/layout/hList1"/>
    <dgm:cxn modelId="{1CD4695B-B254-4AD8-9F0A-40DAE6D3D46F}" type="presParOf" srcId="{D8305E55-9A4C-4E34-9981-51C22BBBD90B}" destId="{653BE016-961F-42B2-8EA3-53DFC2472C51}" srcOrd="1" destOrd="0" presId="urn:microsoft.com/office/officeart/2005/8/layout/hList1"/>
    <dgm:cxn modelId="{7A189696-2632-45C0-BF90-ACB396148F16}" type="presParOf" srcId="{D8305E55-9A4C-4E34-9981-51C22BBBD90B}" destId="{0E426871-CF3C-45F5-B248-03601C4C11CD}" srcOrd="2" destOrd="0" presId="urn:microsoft.com/office/officeart/2005/8/layout/hList1"/>
    <dgm:cxn modelId="{36698C08-85D0-4FBE-89C9-52209CBD5B6E}" type="presParOf" srcId="{0E426871-CF3C-45F5-B248-03601C4C11CD}" destId="{8A82A723-1E4C-4A5E-9CE9-AA288845CCC8}" srcOrd="0" destOrd="0" presId="urn:microsoft.com/office/officeart/2005/8/layout/hList1"/>
    <dgm:cxn modelId="{A1641E20-706F-4E68-AD93-61264AEB9CBF}" type="presParOf" srcId="{0E426871-CF3C-45F5-B248-03601C4C11CD}" destId="{D9E533DD-457E-4BD3-9FD2-C1F4639F1C78}" srcOrd="1" destOrd="0" presId="urn:microsoft.com/office/officeart/2005/8/layout/hList1"/>
    <dgm:cxn modelId="{51147608-7514-4C79-965F-E393F76CE335}" type="presParOf" srcId="{D8305E55-9A4C-4E34-9981-51C22BBBD90B}" destId="{7CC794AD-914A-4838-957D-43B229DAA327}" srcOrd="3" destOrd="0" presId="urn:microsoft.com/office/officeart/2005/8/layout/hList1"/>
    <dgm:cxn modelId="{554689E4-75E2-45F5-81BA-615CE489F4EF}" type="presParOf" srcId="{D8305E55-9A4C-4E34-9981-51C22BBBD90B}" destId="{995C7932-C8A3-4025-8025-ED64B1E72DD0}" srcOrd="4" destOrd="0" presId="urn:microsoft.com/office/officeart/2005/8/layout/hList1"/>
    <dgm:cxn modelId="{60177377-F2E6-40B6-AEFC-8701E991C02D}" type="presParOf" srcId="{995C7932-C8A3-4025-8025-ED64B1E72DD0}" destId="{80B0C10F-4572-4A91-9EEF-94C92C56E8C0}" srcOrd="0" destOrd="0" presId="urn:microsoft.com/office/officeart/2005/8/layout/hList1"/>
    <dgm:cxn modelId="{215A1272-297E-4949-86D2-467EDF28BEE0}" type="presParOf" srcId="{995C7932-C8A3-4025-8025-ED64B1E72DD0}" destId="{F1AB6EF2-2EFD-4772-8EBD-B93C296815F9}" srcOrd="1" destOrd="0" presId="urn:microsoft.com/office/officeart/2005/8/layout/hList1"/>
    <dgm:cxn modelId="{D87516BF-4998-4315-83B2-AE7E2CD204F9}" type="presParOf" srcId="{D8305E55-9A4C-4E34-9981-51C22BBBD90B}" destId="{A8D16703-E3C9-4668-980B-FE75A7967239}" srcOrd="5" destOrd="0" presId="urn:microsoft.com/office/officeart/2005/8/layout/hList1"/>
    <dgm:cxn modelId="{9D401D08-F3B7-474D-811C-D01BD30D9C08}" type="presParOf" srcId="{D8305E55-9A4C-4E34-9981-51C22BBBD90B}" destId="{68F9E151-8F20-46B2-83C2-AEFB897F38DC}" srcOrd="6" destOrd="0" presId="urn:microsoft.com/office/officeart/2005/8/layout/hList1"/>
    <dgm:cxn modelId="{C648F816-47B6-4AC9-B9BA-4EB45AF8631E}" type="presParOf" srcId="{68F9E151-8F20-46B2-83C2-AEFB897F38DC}" destId="{6D32EAF1-4452-4C6C-9A6C-1992E5272077}" srcOrd="0" destOrd="0" presId="urn:microsoft.com/office/officeart/2005/8/layout/hList1"/>
    <dgm:cxn modelId="{A13BE7B3-2CB5-43F7-999B-79511E0C2537}" type="presParOf" srcId="{68F9E151-8F20-46B2-83C2-AEFB897F38DC}" destId="{D122E4F4-6D40-4646-9AC1-F3ABA795D7E8}" srcOrd="1" destOrd="0" presId="urn:microsoft.com/office/officeart/2005/8/layout/hList1"/>
    <dgm:cxn modelId="{96B364FC-E1BF-458B-940B-C80B8AC2E19A}" type="presParOf" srcId="{D8305E55-9A4C-4E34-9981-51C22BBBD90B}" destId="{0012AACD-6285-42A3-86EC-CDAE72A4C343}" srcOrd="7" destOrd="0" presId="urn:microsoft.com/office/officeart/2005/8/layout/hList1"/>
    <dgm:cxn modelId="{DD67477D-AFF6-4767-A7B1-A7ACFCD431C6}" type="presParOf" srcId="{D8305E55-9A4C-4E34-9981-51C22BBBD90B}" destId="{9AEEA9F5-C690-41F1-BC22-72CC6398DFC2}" srcOrd="8" destOrd="0" presId="urn:microsoft.com/office/officeart/2005/8/layout/hList1"/>
    <dgm:cxn modelId="{8D529D32-EBE1-49B8-9DF7-6275618E423D}" type="presParOf" srcId="{9AEEA9F5-C690-41F1-BC22-72CC6398DFC2}" destId="{8B2641B0-C4A5-4334-9D7D-FDEB1CD2726C}" srcOrd="0" destOrd="0" presId="urn:microsoft.com/office/officeart/2005/8/layout/hList1"/>
    <dgm:cxn modelId="{600330FD-D897-4549-9C62-94F55A60F060}" type="presParOf" srcId="{9AEEA9F5-C690-41F1-BC22-72CC6398DFC2}" destId="{C3BC2FED-7AA4-4185-B712-8D0AD5074BD5}"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5EF2DC8-9180-4832-87E3-A976AD8724A2}" type="doc">
      <dgm:prSet loTypeId="urn:microsoft.com/office/officeart/2005/8/layout/chevron2" loCatId="list" qsTypeId="urn:microsoft.com/office/officeart/2005/8/quickstyle/simple1" qsCatId="simple" csTypeId="urn:microsoft.com/office/officeart/2005/8/colors/colorful3" csCatId="colorful" phldr="1"/>
      <dgm:spPr/>
      <dgm:t>
        <a:bodyPr/>
        <a:lstStyle/>
        <a:p>
          <a:endParaRPr lang="ru-BY"/>
        </a:p>
      </dgm:t>
    </dgm:pt>
    <dgm:pt modelId="{1DC67000-04C3-49FA-BC17-FF036FA6E059}">
      <dgm:prSet phldrT="[Текст]"/>
      <dgm:spPr/>
      <dgm:t>
        <a:bodyPr/>
        <a:lstStyle/>
        <a:p>
          <a:r>
            <a:rPr lang="ru-RU" dirty="0"/>
            <a:t>Цель A:</a:t>
          </a:r>
          <a:endParaRPr lang="ru-BY" dirty="0"/>
        </a:p>
      </dgm:t>
    </dgm:pt>
    <dgm:pt modelId="{E1CF740D-9BC6-48C3-AB2A-AEF0B1B96470}" type="parTrans" cxnId="{9D90EC22-3C39-4CD0-8146-F4017A95B3D6}">
      <dgm:prSet/>
      <dgm:spPr/>
      <dgm:t>
        <a:bodyPr/>
        <a:lstStyle/>
        <a:p>
          <a:endParaRPr lang="ru-BY"/>
        </a:p>
      </dgm:t>
    </dgm:pt>
    <dgm:pt modelId="{1AF1F6F7-AF5D-4BB8-8784-61D22AFC7B33}" type="sibTrans" cxnId="{9D90EC22-3C39-4CD0-8146-F4017A95B3D6}">
      <dgm:prSet/>
      <dgm:spPr/>
      <dgm:t>
        <a:bodyPr/>
        <a:lstStyle/>
        <a:p>
          <a:endParaRPr lang="ru-BY"/>
        </a:p>
      </dgm:t>
    </dgm:pt>
    <dgm:pt modelId="{F62C1B0F-17F5-40B9-AFE9-BF78B7BCB7CC}">
      <dgm:prSet/>
      <dgm:spPr/>
      <dgm:t>
        <a:bodyPr/>
        <a:lstStyle/>
        <a:p>
          <a:r>
            <a:rPr lang="ru-RU" dirty="0"/>
            <a:t>Цель B:</a:t>
          </a:r>
          <a:endParaRPr lang="ru-BY" dirty="0"/>
        </a:p>
      </dgm:t>
    </dgm:pt>
    <dgm:pt modelId="{5054FAA2-A988-4086-B62A-A320A9FDB963}" type="parTrans" cxnId="{BA644BE0-CBA6-4190-B81D-6439C9A5EC82}">
      <dgm:prSet/>
      <dgm:spPr/>
      <dgm:t>
        <a:bodyPr/>
        <a:lstStyle/>
        <a:p>
          <a:endParaRPr lang="ru-BY"/>
        </a:p>
      </dgm:t>
    </dgm:pt>
    <dgm:pt modelId="{625F0968-5C37-4DD7-B027-CCBC6A78F620}" type="sibTrans" cxnId="{BA644BE0-CBA6-4190-B81D-6439C9A5EC82}">
      <dgm:prSet/>
      <dgm:spPr/>
      <dgm:t>
        <a:bodyPr/>
        <a:lstStyle/>
        <a:p>
          <a:endParaRPr lang="ru-BY"/>
        </a:p>
      </dgm:t>
    </dgm:pt>
    <dgm:pt modelId="{C3E689A8-8E75-4F63-BC62-3DC317D51246}">
      <dgm:prSet/>
      <dgm:spPr/>
      <dgm:t>
        <a:bodyPr/>
        <a:lstStyle/>
        <a:p>
          <a:r>
            <a:rPr lang="ru-RU" dirty="0"/>
            <a:t>Цель C:</a:t>
          </a:r>
          <a:endParaRPr lang="ru-BY" dirty="0"/>
        </a:p>
      </dgm:t>
    </dgm:pt>
    <dgm:pt modelId="{0140528E-24DF-40EB-A677-3793BA87FBDC}" type="parTrans" cxnId="{045EAF98-287B-4824-B366-BD16465810F7}">
      <dgm:prSet/>
      <dgm:spPr/>
      <dgm:t>
        <a:bodyPr/>
        <a:lstStyle/>
        <a:p>
          <a:endParaRPr lang="ru-BY"/>
        </a:p>
      </dgm:t>
    </dgm:pt>
    <dgm:pt modelId="{C7CF65CF-08E9-420C-8E1D-508C2CB22F7A}" type="sibTrans" cxnId="{045EAF98-287B-4824-B366-BD16465810F7}">
      <dgm:prSet/>
      <dgm:spPr/>
      <dgm:t>
        <a:bodyPr/>
        <a:lstStyle/>
        <a:p>
          <a:endParaRPr lang="ru-BY"/>
        </a:p>
      </dgm:t>
    </dgm:pt>
    <dgm:pt modelId="{782FECBD-1D11-4A55-8945-6B5BE3C60F01}">
      <dgm:prSet/>
      <dgm:spPr/>
      <dgm:t>
        <a:bodyPr/>
        <a:lstStyle/>
        <a:p>
          <a:r>
            <a:rPr lang="ru-RU" dirty="0"/>
            <a:t>Цель D:</a:t>
          </a:r>
          <a:endParaRPr lang="ru-BY" dirty="0"/>
        </a:p>
      </dgm:t>
    </dgm:pt>
    <dgm:pt modelId="{634E4D66-32F7-4008-9DEE-6047B9613998}" type="parTrans" cxnId="{A19A0F63-EE8B-4549-86E7-B83A0502437F}">
      <dgm:prSet/>
      <dgm:spPr/>
      <dgm:t>
        <a:bodyPr/>
        <a:lstStyle/>
        <a:p>
          <a:endParaRPr lang="ru-BY"/>
        </a:p>
      </dgm:t>
    </dgm:pt>
    <dgm:pt modelId="{616F4601-BCD5-4444-8680-40123ADBA4E8}" type="sibTrans" cxnId="{A19A0F63-EE8B-4549-86E7-B83A0502437F}">
      <dgm:prSet/>
      <dgm:spPr/>
      <dgm:t>
        <a:bodyPr/>
        <a:lstStyle/>
        <a:p>
          <a:endParaRPr lang="ru-BY"/>
        </a:p>
      </dgm:t>
    </dgm:pt>
    <dgm:pt modelId="{739B7736-3955-417F-BCAE-3B3947DA0E80}">
      <dgm:prSet/>
      <dgm:spPr/>
      <dgm:t>
        <a:bodyPr/>
        <a:lstStyle/>
        <a:p>
          <a:r>
            <a:rPr lang="ru-RU" dirty="0"/>
            <a:t>Цель E:</a:t>
          </a:r>
          <a:endParaRPr lang="ru-BY" dirty="0"/>
        </a:p>
      </dgm:t>
    </dgm:pt>
    <dgm:pt modelId="{03A98467-5D48-44F8-9604-53DA5FE1D42F}" type="parTrans" cxnId="{C07B3CB4-CA93-429F-BD46-7B244EE81D2C}">
      <dgm:prSet/>
      <dgm:spPr/>
      <dgm:t>
        <a:bodyPr/>
        <a:lstStyle/>
        <a:p>
          <a:endParaRPr lang="ru-BY"/>
        </a:p>
      </dgm:t>
    </dgm:pt>
    <dgm:pt modelId="{1F9A14B3-F422-40A2-A40A-423972B213C8}" type="sibTrans" cxnId="{C07B3CB4-CA93-429F-BD46-7B244EE81D2C}">
      <dgm:prSet/>
      <dgm:spPr/>
      <dgm:t>
        <a:bodyPr/>
        <a:lstStyle/>
        <a:p>
          <a:endParaRPr lang="ru-BY"/>
        </a:p>
      </dgm:t>
    </dgm:pt>
    <dgm:pt modelId="{14461192-D4F5-4902-9F85-0139D5BFDD4F}">
      <dgm:prSet/>
      <dgm:spPr/>
      <dgm:t>
        <a:bodyPr/>
        <a:lstStyle/>
        <a:p>
          <a:r>
            <a:rPr lang="ru-RU" dirty="0"/>
            <a:t>Цель F:</a:t>
          </a:r>
          <a:endParaRPr lang="ru-BY" dirty="0"/>
        </a:p>
      </dgm:t>
    </dgm:pt>
    <dgm:pt modelId="{E33DE95E-0A0D-429A-832D-E5224DFFD7A6}" type="parTrans" cxnId="{1833E208-B8BC-4D4F-8B40-29CD5B23058A}">
      <dgm:prSet/>
      <dgm:spPr/>
      <dgm:t>
        <a:bodyPr/>
        <a:lstStyle/>
        <a:p>
          <a:endParaRPr lang="ru-BY"/>
        </a:p>
      </dgm:t>
    </dgm:pt>
    <dgm:pt modelId="{F6D8B281-7A72-41D4-A24E-31DCAED14F1B}" type="sibTrans" cxnId="{1833E208-B8BC-4D4F-8B40-29CD5B23058A}">
      <dgm:prSet/>
      <dgm:spPr/>
      <dgm:t>
        <a:bodyPr/>
        <a:lstStyle/>
        <a:p>
          <a:endParaRPr lang="ru-BY"/>
        </a:p>
      </dgm:t>
    </dgm:pt>
    <dgm:pt modelId="{C11D72FF-6C67-49CD-A9F4-A19EB1E1D824}">
      <dgm:prSet phldrT="[Текст]"/>
      <dgm:spPr/>
      <dgm:t>
        <a:bodyPr/>
        <a:lstStyle/>
        <a:p>
          <a:r>
            <a:rPr lang="ru-RU"/>
            <a:t>"Увеличить уровень безопасности данных на 30% в течение следующего года, внедрив новые системы контроля доступа."</a:t>
          </a:r>
          <a:endParaRPr lang="ru-BY" dirty="0"/>
        </a:p>
      </dgm:t>
    </dgm:pt>
    <dgm:pt modelId="{171920D7-E27E-4126-9ADE-7E5A8B9FE948}" type="parTrans" cxnId="{18C19768-1E0B-4CA6-907A-AF9412222E86}">
      <dgm:prSet/>
      <dgm:spPr/>
      <dgm:t>
        <a:bodyPr/>
        <a:lstStyle/>
        <a:p>
          <a:endParaRPr lang="ru-BY"/>
        </a:p>
      </dgm:t>
    </dgm:pt>
    <dgm:pt modelId="{0D0E0B62-8976-4031-A6E5-9AB7280803A2}" type="sibTrans" cxnId="{18C19768-1E0B-4CA6-907A-AF9412222E86}">
      <dgm:prSet/>
      <dgm:spPr/>
      <dgm:t>
        <a:bodyPr/>
        <a:lstStyle/>
        <a:p>
          <a:endParaRPr lang="ru-BY"/>
        </a:p>
      </dgm:t>
    </dgm:pt>
    <dgm:pt modelId="{8E8A8324-9B79-4ED1-B5D1-B8C6316091C0}">
      <dgm:prSet/>
      <dgm:spPr/>
      <dgm:t>
        <a:bodyPr/>
        <a:lstStyle/>
        <a:p>
          <a:r>
            <a:rPr lang="ru-RU"/>
            <a:t>"</a:t>
          </a:r>
          <a:r>
            <a:rPr lang="ru-RU" dirty="0"/>
            <a:t>Убедиться, что наши данные защищены."</a:t>
          </a:r>
          <a:endParaRPr lang="ru-BY" dirty="0"/>
        </a:p>
      </dgm:t>
    </dgm:pt>
    <dgm:pt modelId="{91C18C06-E606-47BA-B19F-444B18C9E142}" type="parTrans" cxnId="{FA12F793-5085-42F8-B8FE-F0D6DB697D6D}">
      <dgm:prSet/>
      <dgm:spPr/>
      <dgm:t>
        <a:bodyPr/>
        <a:lstStyle/>
        <a:p>
          <a:endParaRPr lang="ru-BY"/>
        </a:p>
      </dgm:t>
    </dgm:pt>
    <dgm:pt modelId="{98AD8289-6666-4116-A947-0158B7298E41}" type="sibTrans" cxnId="{FA12F793-5085-42F8-B8FE-F0D6DB697D6D}">
      <dgm:prSet/>
      <dgm:spPr/>
      <dgm:t>
        <a:bodyPr/>
        <a:lstStyle/>
        <a:p>
          <a:endParaRPr lang="ru-BY"/>
        </a:p>
      </dgm:t>
    </dgm:pt>
    <dgm:pt modelId="{F7F4FDFF-A1F8-4E0F-8D23-7CFA4034C845}">
      <dgm:prSet/>
      <dgm:spPr/>
      <dgm:t>
        <a:bodyPr/>
        <a:lstStyle/>
        <a:p>
          <a:r>
            <a:rPr lang="ru-RU" dirty="0"/>
            <a:t>"Снизить количество инцидентов утечки информации на 50% в течение 6 месяцев за счет обучения сотрудников и внедрения новых процедур."</a:t>
          </a:r>
          <a:endParaRPr lang="ru-BY" dirty="0"/>
        </a:p>
      </dgm:t>
    </dgm:pt>
    <dgm:pt modelId="{9460592E-295B-4338-B67C-66E8B4253162}" type="parTrans" cxnId="{FD013C61-94E3-4958-9B45-227B95BAADFA}">
      <dgm:prSet/>
      <dgm:spPr/>
      <dgm:t>
        <a:bodyPr/>
        <a:lstStyle/>
        <a:p>
          <a:endParaRPr lang="ru-BY"/>
        </a:p>
      </dgm:t>
    </dgm:pt>
    <dgm:pt modelId="{44558FA9-D7BB-4421-9724-757E81C3E980}" type="sibTrans" cxnId="{FD013C61-94E3-4958-9B45-227B95BAADFA}">
      <dgm:prSet/>
      <dgm:spPr/>
      <dgm:t>
        <a:bodyPr/>
        <a:lstStyle/>
        <a:p>
          <a:endParaRPr lang="ru-BY"/>
        </a:p>
      </dgm:t>
    </dgm:pt>
    <dgm:pt modelId="{89E4E968-1B44-400E-B551-0A52A83873FB}">
      <dgm:prSet/>
      <dgm:spPr/>
      <dgm:t>
        <a:bodyPr/>
        <a:lstStyle/>
        <a:p>
          <a:r>
            <a:rPr lang="ru-RU"/>
            <a:t>"</a:t>
          </a:r>
          <a:r>
            <a:rPr lang="ru-RU" dirty="0"/>
            <a:t>Провести аудит безопасности."</a:t>
          </a:r>
          <a:endParaRPr lang="ru-BY" dirty="0"/>
        </a:p>
      </dgm:t>
    </dgm:pt>
    <dgm:pt modelId="{0CAD82ED-73A3-4B10-92EC-01933997D92F}" type="parTrans" cxnId="{8FAE9011-67C3-448F-BEE7-154C38775062}">
      <dgm:prSet/>
      <dgm:spPr/>
      <dgm:t>
        <a:bodyPr/>
        <a:lstStyle/>
        <a:p>
          <a:endParaRPr lang="ru-BY"/>
        </a:p>
      </dgm:t>
    </dgm:pt>
    <dgm:pt modelId="{7885B708-FD32-43ED-A949-3FBD2DC5BE45}" type="sibTrans" cxnId="{8FAE9011-67C3-448F-BEE7-154C38775062}">
      <dgm:prSet/>
      <dgm:spPr/>
      <dgm:t>
        <a:bodyPr/>
        <a:lstStyle/>
        <a:p>
          <a:endParaRPr lang="ru-BY"/>
        </a:p>
      </dgm:t>
    </dgm:pt>
    <dgm:pt modelId="{9CD302D6-856B-423B-B8AB-457A7BCFFF26}">
      <dgm:prSet/>
      <dgm:spPr/>
      <dgm:t>
        <a:bodyPr/>
        <a:lstStyle/>
        <a:p>
          <a:r>
            <a:rPr lang="ru-RU"/>
            <a:t>"</a:t>
          </a:r>
          <a:r>
            <a:rPr lang="ru-RU" dirty="0"/>
            <a:t>Разработать и внедрить политику управления доступом к данным до конца третьего квартала."</a:t>
          </a:r>
          <a:endParaRPr lang="ru-BY" dirty="0"/>
        </a:p>
      </dgm:t>
    </dgm:pt>
    <dgm:pt modelId="{C0C523E1-411E-484A-97FF-A474D2F28DE9}" type="parTrans" cxnId="{532C1E93-45A8-4BED-A698-82A9AB4B0E43}">
      <dgm:prSet/>
      <dgm:spPr/>
      <dgm:t>
        <a:bodyPr/>
        <a:lstStyle/>
        <a:p>
          <a:endParaRPr lang="ru-BY"/>
        </a:p>
      </dgm:t>
    </dgm:pt>
    <dgm:pt modelId="{84928DE4-4731-48C4-B94D-6BD1BA9777E6}" type="sibTrans" cxnId="{532C1E93-45A8-4BED-A698-82A9AB4B0E43}">
      <dgm:prSet/>
      <dgm:spPr/>
      <dgm:t>
        <a:bodyPr/>
        <a:lstStyle/>
        <a:p>
          <a:endParaRPr lang="ru-BY"/>
        </a:p>
      </dgm:t>
    </dgm:pt>
    <dgm:pt modelId="{597EC60B-CE84-4BE0-85BA-BB32308DF2DC}">
      <dgm:prSet/>
      <dgm:spPr/>
      <dgm:t>
        <a:bodyPr/>
        <a:lstStyle/>
        <a:p>
          <a:r>
            <a:rPr lang="ru-RU"/>
            <a:t>"</a:t>
          </a:r>
          <a:r>
            <a:rPr lang="ru-RU" dirty="0"/>
            <a:t>Повысить осведомленность сотрудников по вопросам кибербезопасности."</a:t>
          </a:r>
          <a:endParaRPr lang="ru-BY" dirty="0"/>
        </a:p>
      </dgm:t>
    </dgm:pt>
    <dgm:pt modelId="{28E1DFC1-D2D7-4D72-8E8B-8FEF80D7606C}" type="parTrans" cxnId="{0D99990C-F399-4F83-A917-6AC5265B18EB}">
      <dgm:prSet/>
      <dgm:spPr/>
      <dgm:t>
        <a:bodyPr/>
        <a:lstStyle/>
        <a:p>
          <a:endParaRPr lang="ru-BY"/>
        </a:p>
      </dgm:t>
    </dgm:pt>
    <dgm:pt modelId="{8695FE0A-D95C-410D-B490-3DF80BC4B65E}" type="sibTrans" cxnId="{0D99990C-F399-4F83-A917-6AC5265B18EB}">
      <dgm:prSet/>
      <dgm:spPr/>
      <dgm:t>
        <a:bodyPr/>
        <a:lstStyle/>
        <a:p>
          <a:endParaRPr lang="ru-BY"/>
        </a:p>
      </dgm:t>
    </dgm:pt>
    <dgm:pt modelId="{6CEF608A-6AA2-4EF9-8C65-34CBD33C2FA3}" type="pres">
      <dgm:prSet presAssocID="{85EF2DC8-9180-4832-87E3-A976AD8724A2}" presName="linearFlow" presStyleCnt="0">
        <dgm:presLayoutVars>
          <dgm:dir/>
          <dgm:animLvl val="lvl"/>
          <dgm:resizeHandles val="exact"/>
        </dgm:presLayoutVars>
      </dgm:prSet>
      <dgm:spPr/>
    </dgm:pt>
    <dgm:pt modelId="{70D0CEDE-E2BB-4B7C-B655-8E37CC315945}" type="pres">
      <dgm:prSet presAssocID="{1DC67000-04C3-49FA-BC17-FF036FA6E059}" presName="composite" presStyleCnt="0"/>
      <dgm:spPr/>
    </dgm:pt>
    <dgm:pt modelId="{2F4259A6-F266-4FE6-B3BC-9371F52EE26E}" type="pres">
      <dgm:prSet presAssocID="{1DC67000-04C3-49FA-BC17-FF036FA6E059}" presName="parentText" presStyleLbl="alignNode1" presStyleIdx="0" presStyleCnt="6" custLinFactNeighborY="0">
        <dgm:presLayoutVars>
          <dgm:chMax val="1"/>
          <dgm:bulletEnabled val="1"/>
        </dgm:presLayoutVars>
      </dgm:prSet>
      <dgm:spPr/>
    </dgm:pt>
    <dgm:pt modelId="{4EEB615C-D2D0-4B2A-B483-6D4CBFFEA54F}" type="pres">
      <dgm:prSet presAssocID="{1DC67000-04C3-49FA-BC17-FF036FA6E059}" presName="descendantText" presStyleLbl="alignAcc1" presStyleIdx="0" presStyleCnt="6">
        <dgm:presLayoutVars>
          <dgm:bulletEnabled val="1"/>
        </dgm:presLayoutVars>
      </dgm:prSet>
      <dgm:spPr/>
    </dgm:pt>
    <dgm:pt modelId="{3D8A2CED-DB39-4F85-848B-3EAC195512EB}" type="pres">
      <dgm:prSet presAssocID="{1AF1F6F7-AF5D-4BB8-8784-61D22AFC7B33}" presName="sp" presStyleCnt="0"/>
      <dgm:spPr/>
    </dgm:pt>
    <dgm:pt modelId="{21855984-F723-4602-9E3B-C80FA4FDAEF1}" type="pres">
      <dgm:prSet presAssocID="{F62C1B0F-17F5-40B9-AFE9-BF78B7BCB7CC}" presName="composite" presStyleCnt="0"/>
      <dgm:spPr/>
    </dgm:pt>
    <dgm:pt modelId="{CAF09DAA-CA81-45A1-AF56-BE3B88B99612}" type="pres">
      <dgm:prSet presAssocID="{F62C1B0F-17F5-40B9-AFE9-BF78B7BCB7CC}" presName="parentText" presStyleLbl="alignNode1" presStyleIdx="1" presStyleCnt="6">
        <dgm:presLayoutVars>
          <dgm:chMax val="1"/>
          <dgm:bulletEnabled val="1"/>
        </dgm:presLayoutVars>
      </dgm:prSet>
      <dgm:spPr/>
    </dgm:pt>
    <dgm:pt modelId="{E14AABA7-931E-4D04-AD38-CB9EBA7BBA1D}" type="pres">
      <dgm:prSet presAssocID="{F62C1B0F-17F5-40B9-AFE9-BF78B7BCB7CC}" presName="descendantText" presStyleLbl="alignAcc1" presStyleIdx="1" presStyleCnt="6">
        <dgm:presLayoutVars>
          <dgm:bulletEnabled val="1"/>
        </dgm:presLayoutVars>
      </dgm:prSet>
      <dgm:spPr/>
    </dgm:pt>
    <dgm:pt modelId="{B896716F-5174-4729-A71D-474074940AE1}" type="pres">
      <dgm:prSet presAssocID="{625F0968-5C37-4DD7-B027-CCBC6A78F620}" presName="sp" presStyleCnt="0"/>
      <dgm:spPr/>
    </dgm:pt>
    <dgm:pt modelId="{8A3077F6-64AC-4F23-8688-F8C4230CA5AC}" type="pres">
      <dgm:prSet presAssocID="{C3E689A8-8E75-4F63-BC62-3DC317D51246}" presName="composite" presStyleCnt="0"/>
      <dgm:spPr/>
    </dgm:pt>
    <dgm:pt modelId="{18C20507-E639-4A4A-9C94-D9C4F3A28A76}" type="pres">
      <dgm:prSet presAssocID="{C3E689A8-8E75-4F63-BC62-3DC317D51246}" presName="parentText" presStyleLbl="alignNode1" presStyleIdx="2" presStyleCnt="6">
        <dgm:presLayoutVars>
          <dgm:chMax val="1"/>
          <dgm:bulletEnabled val="1"/>
        </dgm:presLayoutVars>
      </dgm:prSet>
      <dgm:spPr/>
    </dgm:pt>
    <dgm:pt modelId="{DC238AE8-3F1F-4D9C-A259-0E74370222E1}" type="pres">
      <dgm:prSet presAssocID="{C3E689A8-8E75-4F63-BC62-3DC317D51246}" presName="descendantText" presStyleLbl="alignAcc1" presStyleIdx="2" presStyleCnt="6">
        <dgm:presLayoutVars>
          <dgm:bulletEnabled val="1"/>
        </dgm:presLayoutVars>
      </dgm:prSet>
      <dgm:spPr/>
    </dgm:pt>
    <dgm:pt modelId="{44A934F2-E80A-4A53-9F19-E4F80CD47DFA}" type="pres">
      <dgm:prSet presAssocID="{C7CF65CF-08E9-420C-8E1D-508C2CB22F7A}" presName="sp" presStyleCnt="0"/>
      <dgm:spPr/>
    </dgm:pt>
    <dgm:pt modelId="{98B59E02-8281-4A05-A085-D4614B3D8AC1}" type="pres">
      <dgm:prSet presAssocID="{782FECBD-1D11-4A55-8945-6B5BE3C60F01}" presName="composite" presStyleCnt="0"/>
      <dgm:spPr/>
    </dgm:pt>
    <dgm:pt modelId="{589B5DD1-B986-487A-9F05-A67EE9B21BBF}" type="pres">
      <dgm:prSet presAssocID="{782FECBD-1D11-4A55-8945-6B5BE3C60F01}" presName="parentText" presStyleLbl="alignNode1" presStyleIdx="3" presStyleCnt="6">
        <dgm:presLayoutVars>
          <dgm:chMax val="1"/>
          <dgm:bulletEnabled val="1"/>
        </dgm:presLayoutVars>
      </dgm:prSet>
      <dgm:spPr/>
    </dgm:pt>
    <dgm:pt modelId="{709D234D-3341-4239-92FC-5ABB2DC404BD}" type="pres">
      <dgm:prSet presAssocID="{782FECBD-1D11-4A55-8945-6B5BE3C60F01}" presName="descendantText" presStyleLbl="alignAcc1" presStyleIdx="3" presStyleCnt="6">
        <dgm:presLayoutVars>
          <dgm:bulletEnabled val="1"/>
        </dgm:presLayoutVars>
      </dgm:prSet>
      <dgm:spPr/>
    </dgm:pt>
    <dgm:pt modelId="{56729AEA-FADC-4ED9-8F6D-95C16C97EBBA}" type="pres">
      <dgm:prSet presAssocID="{616F4601-BCD5-4444-8680-40123ADBA4E8}" presName="sp" presStyleCnt="0"/>
      <dgm:spPr/>
    </dgm:pt>
    <dgm:pt modelId="{9D8BE3E6-4D14-4FF5-AAC8-3099E6A41917}" type="pres">
      <dgm:prSet presAssocID="{739B7736-3955-417F-BCAE-3B3947DA0E80}" presName="composite" presStyleCnt="0"/>
      <dgm:spPr/>
    </dgm:pt>
    <dgm:pt modelId="{F65F7C0D-EDDE-4A8A-BC01-470985C6D77F}" type="pres">
      <dgm:prSet presAssocID="{739B7736-3955-417F-BCAE-3B3947DA0E80}" presName="parentText" presStyleLbl="alignNode1" presStyleIdx="4" presStyleCnt="6">
        <dgm:presLayoutVars>
          <dgm:chMax val="1"/>
          <dgm:bulletEnabled val="1"/>
        </dgm:presLayoutVars>
      </dgm:prSet>
      <dgm:spPr/>
    </dgm:pt>
    <dgm:pt modelId="{BAB69C0E-647C-4E5A-9A74-BF1DCCAE06AF}" type="pres">
      <dgm:prSet presAssocID="{739B7736-3955-417F-BCAE-3B3947DA0E80}" presName="descendantText" presStyleLbl="alignAcc1" presStyleIdx="4" presStyleCnt="6">
        <dgm:presLayoutVars>
          <dgm:bulletEnabled val="1"/>
        </dgm:presLayoutVars>
      </dgm:prSet>
      <dgm:spPr/>
    </dgm:pt>
    <dgm:pt modelId="{F72BB573-042D-4F19-B746-132B52AA7AD4}" type="pres">
      <dgm:prSet presAssocID="{1F9A14B3-F422-40A2-A40A-423972B213C8}" presName="sp" presStyleCnt="0"/>
      <dgm:spPr/>
    </dgm:pt>
    <dgm:pt modelId="{E6006B50-49B7-4F9C-A41F-4F4092CCC742}" type="pres">
      <dgm:prSet presAssocID="{14461192-D4F5-4902-9F85-0139D5BFDD4F}" presName="composite" presStyleCnt="0"/>
      <dgm:spPr/>
    </dgm:pt>
    <dgm:pt modelId="{E0A05C8E-BED1-4894-8CE3-8C39E8240A25}" type="pres">
      <dgm:prSet presAssocID="{14461192-D4F5-4902-9F85-0139D5BFDD4F}" presName="parentText" presStyleLbl="alignNode1" presStyleIdx="5" presStyleCnt="6">
        <dgm:presLayoutVars>
          <dgm:chMax val="1"/>
          <dgm:bulletEnabled val="1"/>
        </dgm:presLayoutVars>
      </dgm:prSet>
      <dgm:spPr/>
    </dgm:pt>
    <dgm:pt modelId="{9DD0A0FC-D019-461C-8EF3-19A4EEF43847}" type="pres">
      <dgm:prSet presAssocID="{14461192-D4F5-4902-9F85-0139D5BFDD4F}" presName="descendantText" presStyleLbl="alignAcc1" presStyleIdx="5" presStyleCnt="6">
        <dgm:presLayoutVars>
          <dgm:bulletEnabled val="1"/>
        </dgm:presLayoutVars>
      </dgm:prSet>
      <dgm:spPr/>
    </dgm:pt>
  </dgm:ptLst>
  <dgm:cxnLst>
    <dgm:cxn modelId="{1833E208-B8BC-4D4F-8B40-29CD5B23058A}" srcId="{85EF2DC8-9180-4832-87E3-A976AD8724A2}" destId="{14461192-D4F5-4902-9F85-0139D5BFDD4F}" srcOrd="5" destOrd="0" parTransId="{E33DE95E-0A0D-429A-832D-E5224DFFD7A6}" sibTransId="{F6D8B281-7A72-41D4-A24E-31DCAED14F1B}"/>
    <dgm:cxn modelId="{0D99990C-F399-4F83-A917-6AC5265B18EB}" srcId="{14461192-D4F5-4902-9F85-0139D5BFDD4F}" destId="{597EC60B-CE84-4BE0-85BA-BB32308DF2DC}" srcOrd="0" destOrd="0" parTransId="{28E1DFC1-D2D7-4D72-8E8B-8FEF80D7606C}" sibTransId="{8695FE0A-D95C-410D-B490-3DF80BC4B65E}"/>
    <dgm:cxn modelId="{8FAE9011-67C3-448F-BEE7-154C38775062}" srcId="{782FECBD-1D11-4A55-8945-6B5BE3C60F01}" destId="{89E4E968-1B44-400E-B551-0A52A83873FB}" srcOrd="0" destOrd="0" parTransId="{0CAD82ED-73A3-4B10-92EC-01933997D92F}" sibTransId="{7885B708-FD32-43ED-A949-3FBD2DC5BE45}"/>
    <dgm:cxn modelId="{9D90EC22-3C39-4CD0-8146-F4017A95B3D6}" srcId="{85EF2DC8-9180-4832-87E3-A976AD8724A2}" destId="{1DC67000-04C3-49FA-BC17-FF036FA6E059}" srcOrd="0" destOrd="0" parTransId="{E1CF740D-9BC6-48C3-AB2A-AEF0B1B96470}" sibTransId="{1AF1F6F7-AF5D-4BB8-8784-61D22AFC7B33}"/>
    <dgm:cxn modelId="{E93BCA36-A668-4669-84C7-6A64BA353381}" type="presOf" srcId="{89E4E968-1B44-400E-B551-0A52A83873FB}" destId="{709D234D-3341-4239-92FC-5ABB2DC404BD}" srcOrd="0" destOrd="0" presId="urn:microsoft.com/office/officeart/2005/8/layout/chevron2"/>
    <dgm:cxn modelId="{8D3F2F3E-691C-42B0-A88F-15E5940C0E8F}" type="presOf" srcId="{85EF2DC8-9180-4832-87E3-A976AD8724A2}" destId="{6CEF608A-6AA2-4EF9-8C65-34CBD33C2FA3}" srcOrd="0" destOrd="0" presId="urn:microsoft.com/office/officeart/2005/8/layout/chevron2"/>
    <dgm:cxn modelId="{590FD45D-BEE5-45F7-8E70-2DD2F4DF438E}" type="presOf" srcId="{F62C1B0F-17F5-40B9-AFE9-BF78B7BCB7CC}" destId="{CAF09DAA-CA81-45A1-AF56-BE3B88B99612}" srcOrd="0" destOrd="0" presId="urn:microsoft.com/office/officeart/2005/8/layout/chevron2"/>
    <dgm:cxn modelId="{FD013C61-94E3-4958-9B45-227B95BAADFA}" srcId="{C3E689A8-8E75-4F63-BC62-3DC317D51246}" destId="{F7F4FDFF-A1F8-4E0F-8D23-7CFA4034C845}" srcOrd="0" destOrd="0" parTransId="{9460592E-295B-4338-B67C-66E8B4253162}" sibTransId="{44558FA9-D7BB-4421-9724-757E81C3E980}"/>
    <dgm:cxn modelId="{A19A0F63-EE8B-4549-86E7-B83A0502437F}" srcId="{85EF2DC8-9180-4832-87E3-A976AD8724A2}" destId="{782FECBD-1D11-4A55-8945-6B5BE3C60F01}" srcOrd="3" destOrd="0" parTransId="{634E4D66-32F7-4008-9DEE-6047B9613998}" sibTransId="{616F4601-BCD5-4444-8680-40123ADBA4E8}"/>
    <dgm:cxn modelId="{0240AD63-945F-4AF8-91D4-3E106B414D33}" type="presOf" srcId="{C11D72FF-6C67-49CD-A9F4-A19EB1E1D824}" destId="{4EEB615C-D2D0-4B2A-B483-6D4CBFFEA54F}" srcOrd="0" destOrd="0" presId="urn:microsoft.com/office/officeart/2005/8/layout/chevron2"/>
    <dgm:cxn modelId="{18C19768-1E0B-4CA6-907A-AF9412222E86}" srcId="{1DC67000-04C3-49FA-BC17-FF036FA6E059}" destId="{C11D72FF-6C67-49CD-A9F4-A19EB1E1D824}" srcOrd="0" destOrd="0" parTransId="{171920D7-E27E-4126-9ADE-7E5A8B9FE948}" sibTransId="{0D0E0B62-8976-4031-A6E5-9AB7280803A2}"/>
    <dgm:cxn modelId="{8DDF7C7D-C70A-4680-8700-105E0ED3E7D1}" type="presOf" srcId="{597EC60B-CE84-4BE0-85BA-BB32308DF2DC}" destId="{9DD0A0FC-D019-461C-8EF3-19A4EEF43847}" srcOrd="0" destOrd="0" presId="urn:microsoft.com/office/officeart/2005/8/layout/chevron2"/>
    <dgm:cxn modelId="{532C1E93-45A8-4BED-A698-82A9AB4B0E43}" srcId="{739B7736-3955-417F-BCAE-3B3947DA0E80}" destId="{9CD302D6-856B-423B-B8AB-457A7BCFFF26}" srcOrd="0" destOrd="0" parTransId="{C0C523E1-411E-484A-97FF-A474D2F28DE9}" sibTransId="{84928DE4-4731-48C4-B94D-6BD1BA9777E6}"/>
    <dgm:cxn modelId="{FA12F793-5085-42F8-B8FE-F0D6DB697D6D}" srcId="{F62C1B0F-17F5-40B9-AFE9-BF78B7BCB7CC}" destId="{8E8A8324-9B79-4ED1-B5D1-B8C6316091C0}" srcOrd="0" destOrd="0" parTransId="{91C18C06-E606-47BA-B19F-444B18C9E142}" sibTransId="{98AD8289-6666-4116-A947-0158B7298E41}"/>
    <dgm:cxn modelId="{045EAF98-287B-4824-B366-BD16465810F7}" srcId="{85EF2DC8-9180-4832-87E3-A976AD8724A2}" destId="{C3E689A8-8E75-4F63-BC62-3DC317D51246}" srcOrd="2" destOrd="0" parTransId="{0140528E-24DF-40EB-A677-3793BA87FBDC}" sibTransId="{C7CF65CF-08E9-420C-8E1D-508C2CB22F7A}"/>
    <dgm:cxn modelId="{9F30B39A-BBDD-4F77-89FA-28F2EA838325}" type="presOf" srcId="{F7F4FDFF-A1F8-4E0F-8D23-7CFA4034C845}" destId="{DC238AE8-3F1F-4D9C-A259-0E74370222E1}" srcOrd="0" destOrd="0" presId="urn:microsoft.com/office/officeart/2005/8/layout/chevron2"/>
    <dgm:cxn modelId="{494B39A0-AACB-400E-A0A8-7E17A5F02718}" type="presOf" srcId="{1DC67000-04C3-49FA-BC17-FF036FA6E059}" destId="{2F4259A6-F266-4FE6-B3BC-9371F52EE26E}" srcOrd="0" destOrd="0" presId="urn:microsoft.com/office/officeart/2005/8/layout/chevron2"/>
    <dgm:cxn modelId="{29301FA9-DBCC-42AA-A2FA-2A8D3BA37195}" type="presOf" srcId="{782FECBD-1D11-4A55-8945-6B5BE3C60F01}" destId="{589B5DD1-B986-487A-9F05-A67EE9B21BBF}" srcOrd="0" destOrd="0" presId="urn:microsoft.com/office/officeart/2005/8/layout/chevron2"/>
    <dgm:cxn modelId="{55A267AC-1C67-4AC0-B971-B8E7850E213B}" type="presOf" srcId="{14461192-D4F5-4902-9F85-0139D5BFDD4F}" destId="{E0A05C8E-BED1-4894-8CE3-8C39E8240A25}" srcOrd="0" destOrd="0" presId="urn:microsoft.com/office/officeart/2005/8/layout/chevron2"/>
    <dgm:cxn modelId="{C07B3CB4-CA93-429F-BD46-7B244EE81D2C}" srcId="{85EF2DC8-9180-4832-87E3-A976AD8724A2}" destId="{739B7736-3955-417F-BCAE-3B3947DA0E80}" srcOrd="4" destOrd="0" parTransId="{03A98467-5D48-44F8-9604-53DA5FE1D42F}" sibTransId="{1F9A14B3-F422-40A2-A40A-423972B213C8}"/>
    <dgm:cxn modelId="{31C214B6-B5D1-4308-B269-BFFF915EB96C}" type="presOf" srcId="{C3E689A8-8E75-4F63-BC62-3DC317D51246}" destId="{18C20507-E639-4A4A-9C94-D9C4F3A28A76}" srcOrd="0" destOrd="0" presId="urn:microsoft.com/office/officeart/2005/8/layout/chevron2"/>
    <dgm:cxn modelId="{828A6EB8-E0C0-487D-B962-16ACCF5BB49C}" type="presOf" srcId="{739B7736-3955-417F-BCAE-3B3947DA0E80}" destId="{F65F7C0D-EDDE-4A8A-BC01-470985C6D77F}" srcOrd="0" destOrd="0" presId="urn:microsoft.com/office/officeart/2005/8/layout/chevron2"/>
    <dgm:cxn modelId="{CC34A1D5-E5EC-4142-8375-608A6D3331F0}" type="presOf" srcId="{9CD302D6-856B-423B-B8AB-457A7BCFFF26}" destId="{BAB69C0E-647C-4E5A-9A74-BF1DCCAE06AF}" srcOrd="0" destOrd="0" presId="urn:microsoft.com/office/officeart/2005/8/layout/chevron2"/>
    <dgm:cxn modelId="{5D6A3ADC-4D88-4F08-AE41-517D2EA54DA2}" type="presOf" srcId="{8E8A8324-9B79-4ED1-B5D1-B8C6316091C0}" destId="{E14AABA7-931E-4D04-AD38-CB9EBA7BBA1D}" srcOrd="0" destOrd="0" presId="urn:microsoft.com/office/officeart/2005/8/layout/chevron2"/>
    <dgm:cxn modelId="{BA644BE0-CBA6-4190-B81D-6439C9A5EC82}" srcId="{85EF2DC8-9180-4832-87E3-A976AD8724A2}" destId="{F62C1B0F-17F5-40B9-AFE9-BF78B7BCB7CC}" srcOrd="1" destOrd="0" parTransId="{5054FAA2-A988-4086-B62A-A320A9FDB963}" sibTransId="{625F0968-5C37-4DD7-B027-CCBC6A78F620}"/>
    <dgm:cxn modelId="{D70A428B-A93D-4AD2-8A39-90BCDC93F6EE}" type="presParOf" srcId="{6CEF608A-6AA2-4EF9-8C65-34CBD33C2FA3}" destId="{70D0CEDE-E2BB-4B7C-B655-8E37CC315945}" srcOrd="0" destOrd="0" presId="urn:microsoft.com/office/officeart/2005/8/layout/chevron2"/>
    <dgm:cxn modelId="{559437F5-CBA8-4259-9C4F-FF2DB3B7DC05}" type="presParOf" srcId="{70D0CEDE-E2BB-4B7C-B655-8E37CC315945}" destId="{2F4259A6-F266-4FE6-B3BC-9371F52EE26E}" srcOrd="0" destOrd="0" presId="urn:microsoft.com/office/officeart/2005/8/layout/chevron2"/>
    <dgm:cxn modelId="{8F65D128-4D9B-4ED0-83BA-2CD5485083F1}" type="presParOf" srcId="{70D0CEDE-E2BB-4B7C-B655-8E37CC315945}" destId="{4EEB615C-D2D0-4B2A-B483-6D4CBFFEA54F}" srcOrd="1" destOrd="0" presId="urn:microsoft.com/office/officeart/2005/8/layout/chevron2"/>
    <dgm:cxn modelId="{5A3A8163-10A1-4A30-B1A7-FE06CABC506D}" type="presParOf" srcId="{6CEF608A-6AA2-4EF9-8C65-34CBD33C2FA3}" destId="{3D8A2CED-DB39-4F85-848B-3EAC195512EB}" srcOrd="1" destOrd="0" presId="urn:microsoft.com/office/officeart/2005/8/layout/chevron2"/>
    <dgm:cxn modelId="{BD46C4C5-8DFD-4D72-9FC8-C453B4AEB07F}" type="presParOf" srcId="{6CEF608A-6AA2-4EF9-8C65-34CBD33C2FA3}" destId="{21855984-F723-4602-9E3B-C80FA4FDAEF1}" srcOrd="2" destOrd="0" presId="urn:microsoft.com/office/officeart/2005/8/layout/chevron2"/>
    <dgm:cxn modelId="{D356E8A5-7FA7-44A0-93AC-A3E7C962B03E}" type="presParOf" srcId="{21855984-F723-4602-9E3B-C80FA4FDAEF1}" destId="{CAF09DAA-CA81-45A1-AF56-BE3B88B99612}" srcOrd="0" destOrd="0" presId="urn:microsoft.com/office/officeart/2005/8/layout/chevron2"/>
    <dgm:cxn modelId="{7AEE35B6-3A75-4E87-9430-F72C38BA14A9}" type="presParOf" srcId="{21855984-F723-4602-9E3B-C80FA4FDAEF1}" destId="{E14AABA7-931E-4D04-AD38-CB9EBA7BBA1D}" srcOrd="1" destOrd="0" presId="urn:microsoft.com/office/officeart/2005/8/layout/chevron2"/>
    <dgm:cxn modelId="{CB916360-0E9F-4E26-9B6E-C0A65B1063AB}" type="presParOf" srcId="{6CEF608A-6AA2-4EF9-8C65-34CBD33C2FA3}" destId="{B896716F-5174-4729-A71D-474074940AE1}" srcOrd="3" destOrd="0" presId="urn:microsoft.com/office/officeart/2005/8/layout/chevron2"/>
    <dgm:cxn modelId="{ED84A12D-9802-4664-A85C-F42DEEEEF895}" type="presParOf" srcId="{6CEF608A-6AA2-4EF9-8C65-34CBD33C2FA3}" destId="{8A3077F6-64AC-4F23-8688-F8C4230CA5AC}" srcOrd="4" destOrd="0" presId="urn:microsoft.com/office/officeart/2005/8/layout/chevron2"/>
    <dgm:cxn modelId="{BD55854A-40EF-4638-BE18-0113919DF712}" type="presParOf" srcId="{8A3077F6-64AC-4F23-8688-F8C4230CA5AC}" destId="{18C20507-E639-4A4A-9C94-D9C4F3A28A76}" srcOrd="0" destOrd="0" presId="urn:microsoft.com/office/officeart/2005/8/layout/chevron2"/>
    <dgm:cxn modelId="{5DA4E6AA-D482-4621-B016-C2EE47BE504A}" type="presParOf" srcId="{8A3077F6-64AC-4F23-8688-F8C4230CA5AC}" destId="{DC238AE8-3F1F-4D9C-A259-0E74370222E1}" srcOrd="1" destOrd="0" presId="urn:microsoft.com/office/officeart/2005/8/layout/chevron2"/>
    <dgm:cxn modelId="{0BECA99E-5323-4F76-8D25-C07315DF171A}" type="presParOf" srcId="{6CEF608A-6AA2-4EF9-8C65-34CBD33C2FA3}" destId="{44A934F2-E80A-4A53-9F19-E4F80CD47DFA}" srcOrd="5" destOrd="0" presId="urn:microsoft.com/office/officeart/2005/8/layout/chevron2"/>
    <dgm:cxn modelId="{CDF4D85B-CFE2-4027-8B45-39A2DBA953EE}" type="presParOf" srcId="{6CEF608A-6AA2-4EF9-8C65-34CBD33C2FA3}" destId="{98B59E02-8281-4A05-A085-D4614B3D8AC1}" srcOrd="6" destOrd="0" presId="urn:microsoft.com/office/officeart/2005/8/layout/chevron2"/>
    <dgm:cxn modelId="{AC96BCBD-2A36-4FFA-8441-6C1C7FE66806}" type="presParOf" srcId="{98B59E02-8281-4A05-A085-D4614B3D8AC1}" destId="{589B5DD1-B986-487A-9F05-A67EE9B21BBF}" srcOrd="0" destOrd="0" presId="urn:microsoft.com/office/officeart/2005/8/layout/chevron2"/>
    <dgm:cxn modelId="{7D630EF4-A938-4CB8-8877-9ED4CB6ABEA3}" type="presParOf" srcId="{98B59E02-8281-4A05-A085-D4614B3D8AC1}" destId="{709D234D-3341-4239-92FC-5ABB2DC404BD}" srcOrd="1" destOrd="0" presId="urn:microsoft.com/office/officeart/2005/8/layout/chevron2"/>
    <dgm:cxn modelId="{922B0288-D710-4EF8-BEE4-4C36C022BCFC}" type="presParOf" srcId="{6CEF608A-6AA2-4EF9-8C65-34CBD33C2FA3}" destId="{56729AEA-FADC-4ED9-8F6D-95C16C97EBBA}" srcOrd="7" destOrd="0" presId="urn:microsoft.com/office/officeart/2005/8/layout/chevron2"/>
    <dgm:cxn modelId="{6D06B222-8F50-4A6B-9343-1025669DEF82}" type="presParOf" srcId="{6CEF608A-6AA2-4EF9-8C65-34CBD33C2FA3}" destId="{9D8BE3E6-4D14-4FF5-AAC8-3099E6A41917}" srcOrd="8" destOrd="0" presId="urn:microsoft.com/office/officeart/2005/8/layout/chevron2"/>
    <dgm:cxn modelId="{A2BC9C3B-0CBA-46BE-B174-93D5D15C1F0F}" type="presParOf" srcId="{9D8BE3E6-4D14-4FF5-AAC8-3099E6A41917}" destId="{F65F7C0D-EDDE-4A8A-BC01-470985C6D77F}" srcOrd="0" destOrd="0" presId="urn:microsoft.com/office/officeart/2005/8/layout/chevron2"/>
    <dgm:cxn modelId="{3D96503C-259D-4F8E-8EAF-36DE92F0E513}" type="presParOf" srcId="{9D8BE3E6-4D14-4FF5-AAC8-3099E6A41917}" destId="{BAB69C0E-647C-4E5A-9A74-BF1DCCAE06AF}" srcOrd="1" destOrd="0" presId="urn:microsoft.com/office/officeart/2005/8/layout/chevron2"/>
    <dgm:cxn modelId="{C988895C-9B18-41D1-8FCB-9E5099BBA4FF}" type="presParOf" srcId="{6CEF608A-6AA2-4EF9-8C65-34CBD33C2FA3}" destId="{F72BB573-042D-4F19-B746-132B52AA7AD4}" srcOrd="9" destOrd="0" presId="urn:microsoft.com/office/officeart/2005/8/layout/chevron2"/>
    <dgm:cxn modelId="{A25B85CD-BE9A-4A25-9280-1145E9F7DC6B}" type="presParOf" srcId="{6CEF608A-6AA2-4EF9-8C65-34CBD33C2FA3}" destId="{E6006B50-49B7-4F9C-A41F-4F4092CCC742}" srcOrd="10" destOrd="0" presId="urn:microsoft.com/office/officeart/2005/8/layout/chevron2"/>
    <dgm:cxn modelId="{A851E727-69D6-42CD-8BA0-1935DF86E849}" type="presParOf" srcId="{E6006B50-49B7-4F9C-A41F-4F4092CCC742}" destId="{E0A05C8E-BED1-4894-8CE3-8C39E8240A25}" srcOrd="0" destOrd="0" presId="urn:microsoft.com/office/officeart/2005/8/layout/chevron2"/>
    <dgm:cxn modelId="{AD403227-1185-41B4-8368-9DB624ADDF08}" type="presParOf" srcId="{E6006B50-49B7-4F9C-A41F-4F4092CCC742}" destId="{9DD0A0FC-D019-461C-8EF3-19A4EEF43847}"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12D86BB-4B7B-4B92-A453-A39410CA2756}" type="doc">
      <dgm:prSet loTypeId="urn:microsoft.com/office/officeart/2005/8/layout/vList5" loCatId="list" qsTypeId="urn:microsoft.com/office/officeart/2005/8/quickstyle/simple3" qsCatId="simple" csTypeId="urn:microsoft.com/office/officeart/2005/8/colors/colorful3" csCatId="colorful" phldr="1"/>
      <dgm:spPr/>
      <dgm:t>
        <a:bodyPr/>
        <a:lstStyle/>
        <a:p>
          <a:endParaRPr lang="ru-BY"/>
        </a:p>
      </dgm:t>
    </dgm:pt>
    <dgm:pt modelId="{81B89146-208D-4788-8EFD-3DD493880CD9}">
      <dgm:prSet phldrT="[Текст]"/>
      <dgm:spPr/>
      <dgm:t>
        <a:bodyPr/>
        <a:lstStyle/>
        <a:p>
          <a:r>
            <a:rPr lang="ru-RU" b="1" i="0" dirty="0"/>
            <a:t>1. Источник: Рынок / Конкуренция</a:t>
          </a:r>
          <a:endParaRPr lang="ru-BY" dirty="0"/>
        </a:p>
      </dgm:t>
    </dgm:pt>
    <dgm:pt modelId="{2B5EBD59-5629-49D4-BD45-7F0ECC9F45ED}" type="parTrans" cxnId="{0645E969-69BE-4996-AD14-1A07773BCDDD}">
      <dgm:prSet/>
      <dgm:spPr/>
      <dgm:t>
        <a:bodyPr/>
        <a:lstStyle/>
        <a:p>
          <a:endParaRPr lang="ru-BY"/>
        </a:p>
      </dgm:t>
    </dgm:pt>
    <dgm:pt modelId="{B3802DCA-37B1-4C8F-B6CB-DF6C9599752A}" type="sibTrans" cxnId="{0645E969-69BE-4996-AD14-1A07773BCDDD}">
      <dgm:prSet/>
      <dgm:spPr/>
      <dgm:t>
        <a:bodyPr/>
        <a:lstStyle/>
        <a:p>
          <a:endParaRPr lang="ru-BY"/>
        </a:p>
      </dgm:t>
    </dgm:pt>
    <dgm:pt modelId="{7C38769B-A0A3-42A6-A0B2-F109A47BB081}">
      <dgm:prSet/>
      <dgm:spPr/>
      <dgm:t>
        <a:bodyPr/>
        <a:lstStyle/>
        <a:p>
          <a:r>
            <a:rPr lang="ru-RU" b="1" i="0" dirty="0"/>
            <a:t>2. Источник: Организация / Компания</a:t>
          </a:r>
          <a:endParaRPr lang="ru-RU" b="0" i="0" dirty="0"/>
        </a:p>
      </dgm:t>
    </dgm:pt>
    <dgm:pt modelId="{50224059-3F29-4266-B651-D42CBDC9E0F9}" type="parTrans" cxnId="{588FFB43-AC85-4EBE-B1A3-80E762317566}">
      <dgm:prSet/>
      <dgm:spPr/>
      <dgm:t>
        <a:bodyPr/>
        <a:lstStyle/>
        <a:p>
          <a:endParaRPr lang="ru-BY"/>
        </a:p>
      </dgm:t>
    </dgm:pt>
    <dgm:pt modelId="{1471AE5E-83E1-4E9D-9872-4D24476389B7}" type="sibTrans" cxnId="{588FFB43-AC85-4EBE-B1A3-80E762317566}">
      <dgm:prSet/>
      <dgm:spPr/>
      <dgm:t>
        <a:bodyPr/>
        <a:lstStyle/>
        <a:p>
          <a:endParaRPr lang="ru-BY"/>
        </a:p>
      </dgm:t>
    </dgm:pt>
    <dgm:pt modelId="{55F2887D-2215-4712-84EA-D9CAA051FAE9}">
      <dgm:prSet/>
      <dgm:spPr/>
      <dgm:t>
        <a:bodyPr/>
        <a:lstStyle/>
        <a:p>
          <a:r>
            <a:rPr lang="ru-RU" b="1" i="0" dirty="0"/>
            <a:t>3. Источник: Заказчик / Пользователь (юридическое лицо)</a:t>
          </a:r>
          <a:endParaRPr lang="ru-RU" b="0" i="0" dirty="0"/>
        </a:p>
      </dgm:t>
    </dgm:pt>
    <dgm:pt modelId="{68A8BF14-5FCA-4BD8-9174-94D927B6822C}" type="parTrans" cxnId="{6A1DDCEF-5330-464A-8AD0-AD20EBDC4BD9}">
      <dgm:prSet/>
      <dgm:spPr/>
      <dgm:t>
        <a:bodyPr/>
        <a:lstStyle/>
        <a:p>
          <a:endParaRPr lang="ru-BY"/>
        </a:p>
      </dgm:t>
    </dgm:pt>
    <dgm:pt modelId="{25CCCD36-8F12-4803-909B-639601F1AD1A}" type="sibTrans" cxnId="{6A1DDCEF-5330-464A-8AD0-AD20EBDC4BD9}">
      <dgm:prSet/>
      <dgm:spPr/>
      <dgm:t>
        <a:bodyPr/>
        <a:lstStyle/>
        <a:p>
          <a:endParaRPr lang="ru-BY"/>
        </a:p>
      </dgm:t>
    </dgm:pt>
    <dgm:pt modelId="{32FD8983-F322-423C-8F61-1957EE8BCBD9}">
      <dgm:prSet/>
      <dgm:spPr/>
      <dgm:t>
        <a:bodyPr/>
        <a:lstStyle/>
        <a:p>
          <a:r>
            <a:rPr lang="ru-RU" b="1" i="0" dirty="0"/>
            <a:t>4. Источник: Технологии</a:t>
          </a:r>
          <a:endParaRPr lang="ru-RU" b="0" i="0" dirty="0"/>
        </a:p>
      </dgm:t>
    </dgm:pt>
    <dgm:pt modelId="{A3720E3A-AF33-401C-B723-A5489B3E89F0}" type="parTrans" cxnId="{FC0C2223-05E0-46F8-AFC6-43A73811EF25}">
      <dgm:prSet/>
      <dgm:spPr/>
      <dgm:t>
        <a:bodyPr/>
        <a:lstStyle/>
        <a:p>
          <a:endParaRPr lang="ru-BY"/>
        </a:p>
      </dgm:t>
    </dgm:pt>
    <dgm:pt modelId="{9210D6AC-8AC0-4085-AC32-E41D2B38CB0F}" type="sibTrans" cxnId="{FC0C2223-05E0-46F8-AFC6-43A73811EF25}">
      <dgm:prSet/>
      <dgm:spPr/>
      <dgm:t>
        <a:bodyPr/>
        <a:lstStyle/>
        <a:p>
          <a:endParaRPr lang="ru-BY"/>
        </a:p>
      </dgm:t>
    </dgm:pt>
    <dgm:pt modelId="{5B6204C2-1CAB-4DCC-876C-6641139EF978}">
      <dgm:prSet/>
      <dgm:spPr/>
      <dgm:t>
        <a:bodyPr/>
        <a:lstStyle/>
        <a:p>
          <a:r>
            <a:rPr lang="ru-RU" b="1" i="0" dirty="0"/>
            <a:t>5. Источник: Законодательство / Безопасность данных</a:t>
          </a:r>
          <a:endParaRPr lang="ru-RU" b="0" i="0" dirty="0"/>
        </a:p>
      </dgm:t>
    </dgm:pt>
    <dgm:pt modelId="{5467CDDC-EA14-4E3E-A1A1-72739C5F77AD}" type="parTrans" cxnId="{437BE0D6-4412-4F3B-AF36-BFB6FE92273F}">
      <dgm:prSet/>
      <dgm:spPr/>
      <dgm:t>
        <a:bodyPr/>
        <a:lstStyle/>
        <a:p>
          <a:endParaRPr lang="ru-BY"/>
        </a:p>
      </dgm:t>
    </dgm:pt>
    <dgm:pt modelId="{7C42335C-3FED-4D7D-BB33-DBA3DDB5B3B7}" type="sibTrans" cxnId="{437BE0D6-4412-4F3B-AF36-BFB6FE92273F}">
      <dgm:prSet/>
      <dgm:spPr/>
      <dgm:t>
        <a:bodyPr/>
        <a:lstStyle/>
        <a:p>
          <a:endParaRPr lang="ru-BY"/>
        </a:p>
      </dgm:t>
    </dgm:pt>
    <dgm:pt modelId="{4BBCE908-1B18-4543-A59D-0E21E47C4384}">
      <dgm:prSet phldrT="[Текст]"/>
      <dgm:spPr/>
      <dgm:t>
        <a:bodyPr/>
        <a:lstStyle/>
        <a:p>
          <a:r>
            <a:rPr lang="ru-RU" b="0" i="0" dirty="0"/>
            <a:t>Идея: Мобильный дневник.</a:t>
          </a:r>
          <a:br>
            <a:rPr lang="ru-RU" b="0" i="0" dirty="0"/>
          </a:br>
          <a:r>
            <a:rPr lang="ru-RU" b="0" i="0" dirty="0"/>
            <a:t>SMART-цель: «За 3 месяца разработать приложение для </a:t>
          </a:r>
          <a:r>
            <a:rPr lang="ru-RU" b="0" i="0" dirty="0" err="1"/>
            <a:t>Android</a:t>
          </a:r>
          <a:r>
            <a:rPr lang="ru-RU" b="0" i="0" dirty="0"/>
            <a:t> с функциями авторизации, создания заметок и календаря. Приложение должно работать без вылетов на 3 тестовых устройствах, выложено в </a:t>
          </a:r>
          <a:r>
            <a:rPr lang="ru-RU" b="0" i="0" dirty="0" err="1"/>
            <a:t>Google</a:t>
          </a:r>
          <a:r>
            <a:rPr lang="ru-RU" b="0" i="0" dirty="0"/>
            <a:t> </a:t>
          </a:r>
          <a:r>
            <a:rPr lang="ru-RU" b="0" i="0" dirty="0" err="1"/>
            <a:t>Play</a:t>
          </a:r>
          <a:r>
            <a:rPr lang="ru-RU" b="0" i="0" dirty="0"/>
            <a:t> и иметь не менее 500 скачиваний».</a:t>
          </a:r>
          <a:endParaRPr lang="ru-BY" dirty="0"/>
        </a:p>
      </dgm:t>
    </dgm:pt>
    <dgm:pt modelId="{9F2C1416-A1FB-4B4A-AC01-E3BEE5EAA83B}" type="parTrans" cxnId="{BD727719-C88E-443E-9554-1FB9B5AA9B5A}">
      <dgm:prSet/>
      <dgm:spPr/>
    </dgm:pt>
    <dgm:pt modelId="{27833103-AE69-4A20-9C30-A0A73B913F51}" type="sibTrans" cxnId="{BD727719-C88E-443E-9554-1FB9B5AA9B5A}">
      <dgm:prSet/>
      <dgm:spPr/>
    </dgm:pt>
    <dgm:pt modelId="{AB5BD404-9448-4D88-8506-36FDD1F2597B}">
      <dgm:prSet/>
      <dgm:spPr/>
      <dgm:t>
        <a:bodyPr/>
        <a:lstStyle/>
        <a:p>
          <a:r>
            <a:rPr lang="ru-RU" b="0" i="0"/>
            <a:t>Идея</a:t>
          </a:r>
          <a:r>
            <a:rPr lang="ru-RU" b="0" i="0" dirty="0"/>
            <a:t>: Органайзер задач.</a:t>
          </a:r>
          <a:br>
            <a:rPr lang="ru-RU" b="0" i="0" dirty="0"/>
          </a:br>
          <a:r>
            <a:rPr lang="ru-RU" b="0" i="0" dirty="0"/>
            <a:t>SMART-цель: «За 4 месяца разработать приложение для </a:t>
          </a:r>
          <a:r>
            <a:rPr lang="ru-RU" b="0" i="0" dirty="0" err="1"/>
            <a:t>Windows</a:t>
          </a:r>
          <a:r>
            <a:rPr lang="ru-RU" b="0" i="0" dirty="0"/>
            <a:t> с функциями создания задач, назначения дедлайнов, установки приоритетов, фильтрации и поиска. Приложение должно поддерживать одновременную работу 5 сотрудников без потери данных».</a:t>
          </a:r>
        </a:p>
      </dgm:t>
    </dgm:pt>
    <dgm:pt modelId="{1C7A1E7F-AB7C-404F-BDEC-A312F716E302}" type="parTrans" cxnId="{AC39CC3B-7CFC-4E65-97ED-632CE4105A94}">
      <dgm:prSet/>
      <dgm:spPr/>
    </dgm:pt>
    <dgm:pt modelId="{B1A6F1AA-1BDD-4490-AC22-496EC8BE6AC4}" type="sibTrans" cxnId="{AC39CC3B-7CFC-4E65-97ED-632CE4105A94}">
      <dgm:prSet/>
      <dgm:spPr/>
    </dgm:pt>
    <dgm:pt modelId="{5C2E4BDB-4C50-44F3-881A-B559A3044EBA}">
      <dgm:prSet/>
      <dgm:spPr/>
      <dgm:t>
        <a:bodyPr/>
        <a:lstStyle/>
        <a:p>
          <a:r>
            <a:rPr lang="ru-RU" b="0" i="0" dirty="0"/>
            <a:t>Идея: Учёт товаров.</a:t>
          </a:r>
          <a:br>
            <a:rPr lang="ru-RU" b="0" i="0" dirty="0"/>
          </a:br>
          <a:r>
            <a:rPr lang="ru-RU" b="0" i="0" dirty="0"/>
            <a:t>SMART-цель: «За 2 месяца разработать приложение для складского учёта с функциями прихода, расхода, подсчёта остатков и формирования отчётов. Приложение должно обрабатывать базу до 10 000 товаров без падения производительности».</a:t>
          </a:r>
        </a:p>
      </dgm:t>
    </dgm:pt>
    <dgm:pt modelId="{77F347A7-376E-4C1F-9F3B-CBE831ADDD78}" type="parTrans" cxnId="{DE989E81-260A-461D-9EE5-DD1BBC31721D}">
      <dgm:prSet/>
      <dgm:spPr/>
    </dgm:pt>
    <dgm:pt modelId="{06BFEFA7-8AB7-4A90-81AA-F3BEDD594D00}" type="sibTrans" cxnId="{DE989E81-260A-461D-9EE5-DD1BBC31721D}">
      <dgm:prSet/>
      <dgm:spPr/>
    </dgm:pt>
    <dgm:pt modelId="{11995ABD-6882-4741-84DB-D49FF35204C8}">
      <dgm:prSet/>
      <dgm:spPr/>
      <dgm:t>
        <a:bodyPr/>
        <a:lstStyle/>
        <a:p>
          <a:r>
            <a:rPr lang="ru-RU" b="0" i="0" dirty="0"/>
            <a:t>Идея: Браузер.</a:t>
          </a:r>
          <a:br>
            <a:rPr lang="ru-RU" b="0" i="0" dirty="0"/>
          </a:br>
          <a:r>
            <a:rPr lang="en-US" b="0" i="0" dirty="0"/>
            <a:t>SMART-</a:t>
          </a:r>
          <a:r>
            <a:rPr lang="ru-RU" b="0" i="0" dirty="0"/>
            <a:t>цель: «За 5 месяцев написать браузер на </a:t>
          </a:r>
          <a:r>
            <a:rPr lang="en-US" b="0" i="0" dirty="0"/>
            <a:t>Python </a:t>
          </a:r>
          <a:r>
            <a:rPr lang="ru-RU" b="0" i="0" dirty="0"/>
            <a:t>с адресной строкой, вкладками и закладками. Браузер должен корректно отображать 5 тестовых сайтов (</a:t>
          </a:r>
          <a:r>
            <a:rPr lang="en-US" b="0" i="0" dirty="0"/>
            <a:t>). </a:t>
          </a:r>
          <a:r>
            <a:rPr lang="ru-RU" b="0" i="0" dirty="0"/>
            <a:t>Объём кода — не более 3000 строк».</a:t>
          </a:r>
        </a:p>
      </dgm:t>
    </dgm:pt>
    <dgm:pt modelId="{1E9947D7-BD3D-4862-A6DC-967B48E26B2D}" type="parTrans" cxnId="{C4D2A3C1-5256-494E-AF95-D13FFED8AB7F}">
      <dgm:prSet/>
      <dgm:spPr/>
    </dgm:pt>
    <dgm:pt modelId="{4DB6106C-D01B-4154-9BDA-3429996257F1}" type="sibTrans" cxnId="{C4D2A3C1-5256-494E-AF95-D13FFED8AB7F}">
      <dgm:prSet/>
      <dgm:spPr/>
    </dgm:pt>
    <dgm:pt modelId="{901827A7-BEC6-4B63-BFA6-3B79B38ADE49}">
      <dgm:prSet/>
      <dgm:spPr/>
      <dgm:t>
        <a:bodyPr/>
        <a:lstStyle/>
        <a:p>
          <a:r>
            <a:rPr lang="ru-RU" b="0" i="0"/>
            <a:t>Идея</a:t>
          </a:r>
          <a:r>
            <a:rPr lang="ru-RU" b="0" i="0" dirty="0"/>
            <a:t>: Менеджер паролей.</a:t>
          </a:r>
          <a:br>
            <a:rPr lang="ru-RU" b="0" i="0" dirty="0"/>
          </a:br>
          <a:r>
            <a:rPr lang="ru-RU" b="0" i="0" dirty="0"/>
            <a:t>SMART-цель: «За 4 месяца разработать приложение с шифрованием AES-256, мастер-паролем и локальным хранением. Время взлома зашифрованной базы методом полного перебора — не менее 1 года на стандартной видеокарте».</a:t>
          </a:r>
        </a:p>
      </dgm:t>
    </dgm:pt>
    <dgm:pt modelId="{DBC8FCFF-784C-4ED2-A87F-8ADE010B141E}" type="parTrans" cxnId="{E04145FA-BCCC-47B7-AA45-B6B31FD1BEB6}">
      <dgm:prSet/>
      <dgm:spPr/>
    </dgm:pt>
    <dgm:pt modelId="{D13EF423-472C-417D-85DE-D6BC75AC1166}" type="sibTrans" cxnId="{E04145FA-BCCC-47B7-AA45-B6B31FD1BEB6}">
      <dgm:prSet/>
      <dgm:spPr/>
    </dgm:pt>
    <dgm:pt modelId="{46FA039F-6238-43B8-B4DE-B80CE74BAE95}" type="pres">
      <dgm:prSet presAssocID="{D12D86BB-4B7B-4B92-A453-A39410CA2756}" presName="Name0" presStyleCnt="0">
        <dgm:presLayoutVars>
          <dgm:dir/>
          <dgm:animLvl val="lvl"/>
          <dgm:resizeHandles val="exact"/>
        </dgm:presLayoutVars>
      </dgm:prSet>
      <dgm:spPr/>
    </dgm:pt>
    <dgm:pt modelId="{58EF0725-A1BA-49E5-AEF9-B42187AAEBE6}" type="pres">
      <dgm:prSet presAssocID="{81B89146-208D-4788-8EFD-3DD493880CD9}" presName="linNode" presStyleCnt="0"/>
      <dgm:spPr/>
    </dgm:pt>
    <dgm:pt modelId="{134C606D-B9BC-410B-B6A6-8F04BA8D75CC}" type="pres">
      <dgm:prSet presAssocID="{81B89146-208D-4788-8EFD-3DD493880CD9}" presName="parentText" presStyleLbl="node1" presStyleIdx="0" presStyleCnt="5">
        <dgm:presLayoutVars>
          <dgm:chMax val="1"/>
          <dgm:bulletEnabled val="1"/>
        </dgm:presLayoutVars>
      </dgm:prSet>
      <dgm:spPr/>
    </dgm:pt>
    <dgm:pt modelId="{1042F7A6-388A-4F59-AD43-11FFED230925}" type="pres">
      <dgm:prSet presAssocID="{81B89146-208D-4788-8EFD-3DD493880CD9}" presName="descendantText" presStyleLbl="alignAccFollowNode1" presStyleIdx="0" presStyleCnt="5">
        <dgm:presLayoutVars>
          <dgm:bulletEnabled val="1"/>
        </dgm:presLayoutVars>
      </dgm:prSet>
      <dgm:spPr/>
    </dgm:pt>
    <dgm:pt modelId="{D60C0D91-9F90-4701-8ED0-A1D2128DBCD5}" type="pres">
      <dgm:prSet presAssocID="{B3802DCA-37B1-4C8F-B6CB-DF6C9599752A}" presName="sp" presStyleCnt="0"/>
      <dgm:spPr/>
    </dgm:pt>
    <dgm:pt modelId="{2A2433C3-248B-4A2A-A46E-182C4CBB681A}" type="pres">
      <dgm:prSet presAssocID="{7C38769B-A0A3-42A6-A0B2-F109A47BB081}" presName="linNode" presStyleCnt="0"/>
      <dgm:spPr/>
    </dgm:pt>
    <dgm:pt modelId="{3A5C49C3-7D53-4502-ABFC-66FBE27B9236}" type="pres">
      <dgm:prSet presAssocID="{7C38769B-A0A3-42A6-A0B2-F109A47BB081}" presName="parentText" presStyleLbl="node1" presStyleIdx="1" presStyleCnt="5">
        <dgm:presLayoutVars>
          <dgm:chMax val="1"/>
          <dgm:bulletEnabled val="1"/>
        </dgm:presLayoutVars>
      </dgm:prSet>
      <dgm:spPr/>
    </dgm:pt>
    <dgm:pt modelId="{C7107D9C-4D1C-4123-814B-0115B99ECD33}" type="pres">
      <dgm:prSet presAssocID="{7C38769B-A0A3-42A6-A0B2-F109A47BB081}" presName="descendantText" presStyleLbl="alignAccFollowNode1" presStyleIdx="1" presStyleCnt="5">
        <dgm:presLayoutVars>
          <dgm:bulletEnabled val="1"/>
        </dgm:presLayoutVars>
      </dgm:prSet>
      <dgm:spPr/>
    </dgm:pt>
    <dgm:pt modelId="{4013CAB7-3D6E-4796-B1C0-C39C8C42F598}" type="pres">
      <dgm:prSet presAssocID="{1471AE5E-83E1-4E9D-9872-4D24476389B7}" presName="sp" presStyleCnt="0"/>
      <dgm:spPr/>
    </dgm:pt>
    <dgm:pt modelId="{494293E0-5702-43D2-8214-9F61CD2D2517}" type="pres">
      <dgm:prSet presAssocID="{55F2887D-2215-4712-84EA-D9CAA051FAE9}" presName="linNode" presStyleCnt="0"/>
      <dgm:spPr/>
    </dgm:pt>
    <dgm:pt modelId="{222170BB-440F-4B2D-8988-B653340403F7}" type="pres">
      <dgm:prSet presAssocID="{55F2887D-2215-4712-84EA-D9CAA051FAE9}" presName="parentText" presStyleLbl="node1" presStyleIdx="2" presStyleCnt="5">
        <dgm:presLayoutVars>
          <dgm:chMax val="1"/>
          <dgm:bulletEnabled val="1"/>
        </dgm:presLayoutVars>
      </dgm:prSet>
      <dgm:spPr/>
    </dgm:pt>
    <dgm:pt modelId="{E9CF9CD4-4F24-4879-95FC-8874C52029A1}" type="pres">
      <dgm:prSet presAssocID="{55F2887D-2215-4712-84EA-D9CAA051FAE9}" presName="descendantText" presStyleLbl="alignAccFollowNode1" presStyleIdx="2" presStyleCnt="5">
        <dgm:presLayoutVars>
          <dgm:bulletEnabled val="1"/>
        </dgm:presLayoutVars>
      </dgm:prSet>
      <dgm:spPr/>
    </dgm:pt>
    <dgm:pt modelId="{FB80841B-029E-4708-915E-9DF33B5494F4}" type="pres">
      <dgm:prSet presAssocID="{25CCCD36-8F12-4803-909B-639601F1AD1A}" presName="sp" presStyleCnt="0"/>
      <dgm:spPr/>
    </dgm:pt>
    <dgm:pt modelId="{E6813C99-2994-41D9-8841-39E9F1102529}" type="pres">
      <dgm:prSet presAssocID="{32FD8983-F322-423C-8F61-1957EE8BCBD9}" presName="linNode" presStyleCnt="0"/>
      <dgm:spPr/>
    </dgm:pt>
    <dgm:pt modelId="{EE5E03F1-09C0-473F-8C35-EE068B44DC1B}" type="pres">
      <dgm:prSet presAssocID="{32FD8983-F322-423C-8F61-1957EE8BCBD9}" presName="parentText" presStyleLbl="node1" presStyleIdx="3" presStyleCnt="5">
        <dgm:presLayoutVars>
          <dgm:chMax val="1"/>
          <dgm:bulletEnabled val="1"/>
        </dgm:presLayoutVars>
      </dgm:prSet>
      <dgm:spPr/>
    </dgm:pt>
    <dgm:pt modelId="{9E89A214-12B5-497D-964B-112A9FD89CF9}" type="pres">
      <dgm:prSet presAssocID="{32FD8983-F322-423C-8F61-1957EE8BCBD9}" presName="descendantText" presStyleLbl="alignAccFollowNode1" presStyleIdx="3" presStyleCnt="5">
        <dgm:presLayoutVars>
          <dgm:bulletEnabled val="1"/>
        </dgm:presLayoutVars>
      </dgm:prSet>
      <dgm:spPr/>
    </dgm:pt>
    <dgm:pt modelId="{EA554CED-6B29-4591-8FFD-1D00049BF6F8}" type="pres">
      <dgm:prSet presAssocID="{9210D6AC-8AC0-4085-AC32-E41D2B38CB0F}" presName="sp" presStyleCnt="0"/>
      <dgm:spPr/>
    </dgm:pt>
    <dgm:pt modelId="{717150A1-E2F9-4A14-BB66-16C9B05F7B7A}" type="pres">
      <dgm:prSet presAssocID="{5B6204C2-1CAB-4DCC-876C-6641139EF978}" presName="linNode" presStyleCnt="0"/>
      <dgm:spPr/>
    </dgm:pt>
    <dgm:pt modelId="{7470B4DE-1CBF-4D02-BC54-6FB164395DCB}" type="pres">
      <dgm:prSet presAssocID="{5B6204C2-1CAB-4DCC-876C-6641139EF978}" presName="parentText" presStyleLbl="node1" presStyleIdx="4" presStyleCnt="5">
        <dgm:presLayoutVars>
          <dgm:chMax val="1"/>
          <dgm:bulletEnabled val="1"/>
        </dgm:presLayoutVars>
      </dgm:prSet>
      <dgm:spPr/>
    </dgm:pt>
    <dgm:pt modelId="{96C6ED1E-582B-460E-A4F5-FC64EF0B7C58}" type="pres">
      <dgm:prSet presAssocID="{5B6204C2-1CAB-4DCC-876C-6641139EF978}" presName="descendantText" presStyleLbl="alignAccFollowNode1" presStyleIdx="4" presStyleCnt="5">
        <dgm:presLayoutVars>
          <dgm:bulletEnabled val="1"/>
        </dgm:presLayoutVars>
      </dgm:prSet>
      <dgm:spPr/>
    </dgm:pt>
  </dgm:ptLst>
  <dgm:cxnLst>
    <dgm:cxn modelId="{B5B8C501-F5B7-46BD-9EB0-D4FBCF1864C0}" type="presOf" srcId="{AB5BD404-9448-4D88-8506-36FDD1F2597B}" destId="{C7107D9C-4D1C-4123-814B-0115B99ECD33}" srcOrd="0" destOrd="0" presId="urn:microsoft.com/office/officeart/2005/8/layout/vList5"/>
    <dgm:cxn modelId="{E96AA913-9822-4494-90CF-15B8EB67D68F}" type="presOf" srcId="{81B89146-208D-4788-8EFD-3DD493880CD9}" destId="{134C606D-B9BC-410B-B6A6-8F04BA8D75CC}" srcOrd="0" destOrd="0" presId="urn:microsoft.com/office/officeart/2005/8/layout/vList5"/>
    <dgm:cxn modelId="{BD727719-C88E-443E-9554-1FB9B5AA9B5A}" srcId="{81B89146-208D-4788-8EFD-3DD493880CD9}" destId="{4BBCE908-1B18-4543-A59D-0E21E47C4384}" srcOrd="0" destOrd="0" parTransId="{9F2C1416-A1FB-4B4A-AC01-E3BEE5EAA83B}" sibTransId="{27833103-AE69-4A20-9C30-A0A73B913F51}"/>
    <dgm:cxn modelId="{FC0C2223-05E0-46F8-AFC6-43A73811EF25}" srcId="{D12D86BB-4B7B-4B92-A453-A39410CA2756}" destId="{32FD8983-F322-423C-8F61-1957EE8BCBD9}" srcOrd="3" destOrd="0" parTransId="{A3720E3A-AF33-401C-B723-A5489B3E89F0}" sibTransId="{9210D6AC-8AC0-4085-AC32-E41D2B38CB0F}"/>
    <dgm:cxn modelId="{F2081F36-5F16-4176-BFF7-437EB4BF6BAE}" type="presOf" srcId="{5B6204C2-1CAB-4DCC-876C-6641139EF978}" destId="{7470B4DE-1CBF-4D02-BC54-6FB164395DCB}" srcOrd="0" destOrd="0" presId="urn:microsoft.com/office/officeart/2005/8/layout/vList5"/>
    <dgm:cxn modelId="{AC39CC3B-7CFC-4E65-97ED-632CE4105A94}" srcId="{7C38769B-A0A3-42A6-A0B2-F109A47BB081}" destId="{AB5BD404-9448-4D88-8506-36FDD1F2597B}" srcOrd="0" destOrd="0" parTransId="{1C7A1E7F-AB7C-404F-BDEC-A312F716E302}" sibTransId="{B1A6F1AA-1BDD-4490-AC22-496EC8BE6AC4}"/>
    <dgm:cxn modelId="{588FFB43-AC85-4EBE-B1A3-80E762317566}" srcId="{D12D86BB-4B7B-4B92-A453-A39410CA2756}" destId="{7C38769B-A0A3-42A6-A0B2-F109A47BB081}" srcOrd="1" destOrd="0" parTransId="{50224059-3F29-4266-B651-D42CBDC9E0F9}" sibTransId="{1471AE5E-83E1-4E9D-9872-4D24476389B7}"/>
    <dgm:cxn modelId="{0645E969-69BE-4996-AD14-1A07773BCDDD}" srcId="{D12D86BB-4B7B-4B92-A453-A39410CA2756}" destId="{81B89146-208D-4788-8EFD-3DD493880CD9}" srcOrd="0" destOrd="0" parTransId="{2B5EBD59-5629-49D4-BD45-7F0ECC9F45ED}" sibTransId="{B3802DCA-37B1-4C8F-B6CB-DF6C9599752A}"/>
    <dgm:cxn modelId="{6C7D1A72-FC3C-488A-B959-7139BB98216B}" type="presOf" srcId="{32FD8983-F322-423C-8F61-1957EE8BCBD9}" destId="{EE5E03F1-09C0-473F-8C35-EE068B44DC1B}" srcOrd="0" destOrd="0" presId="urn:microsoft.com/office/officeart/2005/8/layout/vList5"/>
    <dgm:cxn modelId="{3C66A375-FD21-4DFC-AE0B-CC5E12C70696}" type="presOf" srcId="{4BBCE908-1B18-4543-A59D-0E21E47C4384}" destId="{1042F7A6-388A-4F59-AD43-11FFED230925}" srcOrd="0" destOrd="0" presId="urn:microsoft.com/office/officeart/2005/8/layout/vList5"/>
    <dgm:cxn modelId="{01446C59-F12E-4C19-8C82-7CB7C2A0C658}" type="presOf" srcId="{5C2E4BDB-4C50-44F3-881A-B559A3044EBA}" destId="{E9CF9CD4-4F24-4879-95FC-8874C52029A1}" srcOrd="0" destOrd="0" presId="urn:microsoft.com/office/officeart/2005/8/layout/vList5"/>
    <dgm:cxn modelId="{DE989E81-260A-461D-9EE5-DD1BBC31721D}" srcId="{55F2887D-2215-4712-84EA-D9CAA051FAE9}" destId="{5C2E4BDB-4C50-44F3-881A-B559A3044EBA}" srcOrd="0" destOrd="0" parTransId="{77F347A7-376E-4C1F-9F3B-CBE831ADDD78}" sibTransId="{06BFEFA7-8AB7-4A90-81AA-F3BEDD594D00}"/>
    <dgm:cxn modelId="{5AA48989-16AA-4B87-B4D4-3DC40CBFFF70}" type="presOf" srcId="{901827A7-BEC6-4B63-BFA6-3B79B38ADE49}" destId="{96C6ED1E-582B-460E-A4F5-FC64EF0B7C58}" srcOrd="0" destOrd="0" presId="urn:microsoft.com/office/officeart/2005/8/layout/vList5"/>
    <dgm:cxn modelId="{51DFF08D-CE58-42E2-AFAD-9B8B4A80824A}" type="presOf" srcId="{7C38769B-A0A3-42A6-A0B2-F109A47BB081}" destId="{3A5C49C3-7D53-4502-ABFC-66FBE27B9236}" srcOrd="0" destOrd="0" presId="urn:microsoft.com/office/officeart/2005/8/layout/vList5"/>
    <dgm:cxn modelId="{2FB1F1A6-B637-4724-9367-CF3048585E16}" type="presOf" srcId="{D12D86BB-4B7B-4B92-A453-A39410CA2756}" destId="{46FA039F-6238-43B8-B4DE-B80CE74BAE95}" srcOrd="0" destOrd="0" presId="urn:microsoft.com/office/officeart/2005/8/layout/vList5"/>
    <dgm:cxn modelId="{259BC0B3-296B-4026-A541-197DE36582AB}" type="presOf" srcId="{11995ABD-6882-4741-84DB-D49FF35204C8}" destId="{9E89A214-12B5-497D-964B-112A9FD89CF9}" srcOrd="0" destOrd="0" presId="urn:microsoft.com/office/officeart/2005/8/layout/vList5"/>
    <dgm:cxn modelId="{C4D2A3C1-5256-494E-AF95-D13FFED8AB7F}" srcId="{32FD8983-F322-423C-8F61-1957EE8BCBD9}" destId="{11995ABD-6882-4741-84DB-D49FF35204C8}" srcOrd="0" destOrd="0" parTransId="{1E9947D7-BD3D-4862-A6DC-967B48E26B2D}" sibTransId="{4DB6106C-D01B-4154-9BDA-3429996257F1}"/>
    <dgm:cxn modelId="{437BE0D6-4412-4F3B-AF36-BFB6FE92273F}" srcId="{D12D86BB-4B7B-4B92-A453-A39410CA2756}" destId="{5B6204C2-1CAB-4DCC-876C-6641139EF978}" srcOrd="4" destOrd="0" parTransId="{5467CDDC-EA14-4E3E-A1A1-72739C5F77AD}" sibTransId="{7C42335C-3FED-4D7D-BB33-DBA3DDB5B3B7}"/>
    <dgm:cxn modelId="{6A1DDCEF-5330-464A-8AD0-AD20EBDC4BD9}" srcId="{D12D86BB-4B7B-4B92-A453-A39410CA2756}" destId="{55F2887D-2215-4712-84EA-D9CAA051FAE9}" srcOrd="2" destOrd="0" parTransId="{68A8BF14-5FCA-4BD8-9174-94D927B6822C}" sibTransId="{25CCCD36-8F12-4803-909B-639601F1AD1A}"/>
    <dgm:cxn modelId="{10601EF1-DE60-4F74-A94E-CDB326C4CBAC}" type="presOf" srcId="{55F2887D-2215-4712-84EA-D9CAA051FAE9}" destId="{222170BB-440F-4B2D-8988-B653340403F7}" srcOrd="0" destOrd="0" presId="urn:microsoft.com/office/officeart/2005/8/layout/vList5"/>
    <dgm:cxn modelId="{E04145FA-BCCC-47B7-AA45-B6B31FD1BEB6}" srcId="{5B6204C2-1CAB-4DCC-876C-6641139EF978}" destId="{901827A7-BEC6-4B63-BFA6-3B79B38ADE49}" srcOrd="0" destOrd="0" parTransId="{DBC8FCFF-784C-4ED2-A87F-8ADE010B141E}" sibTransId="{D13EF423-472C-417D-85DE-D6BC75AC1166}"/>
    <dgm:cxn modelId="{EAE0B608-3953-4AB1-ABC4-2CF5FF6D505E}" type="presParOf" srcId="{46FA039F-6238-43B8-B4DE-B80CE74BAE95}" destId="{58EF0725-A1BA-49E5-AEF9-B42187AAEBE6}" srcOrd="0" destOrd="0" presId="urn:microsoft.com/office/officeart/2005/8/layout/vList5"/>
    <dgm:cxn modelId="{33097188-9E09-4B7D-9F89-66F509D97889}" type="presParOf" srcId="{58EF0725-A1BA-49E5-AEF9-B42187AAEBE6}" destId="{134C606D-B9BC-410B-B6A6-8F04BA8D75CC}" srcOrd="0" destOrd="0" presId="urn:microsoft.com/office/officeart/2005/8/layout/vList5"/>
    <dgm:cxn modelId="{75099A15-08F6-469D-A023-AC03FD65F6C3}" type="presParOf" srcId="{58EF0725-A1BA-49E5-AEF9-B42187AAEBE6}" destId="{1042F7A6-388A-4F59-AD43-11FFED230925}" srcOrd="1" destOrd="0" presId="urn:microsoft.com/office/officeart/2005/8/layout/vList5"/>
    <dgm:cxn modelId="{4D9CF207-C793-4984-9208-7B79CD4E9E59}" type="presParOf" srcId="{46FA039F-6238-43B8-B4DE-B80CE74BAE95}" destId="{D60C0D91-9F90-4701-8ED0-A1D2128DBCD5}" srcOrd="1" destOrd="0" presId="urn:microsoft.com/office/officeart/2005/8/layout/vList5"/>
    <dgm:cxn modelId="{CB654270-6A41-45BF-A43E-2EE555F93780}" type="presParOf" srcId="{46FA039F-6238-43B8-B4DE-B80CE74BAE95}" destId="{2A2433C3-248B-4A2A-A46E-182C4CBB681A}" srcOrd="2" destOrd="0" presId="urn:microsoft.com/office/officeart/2005/8/layout/vList5"/>
    <dgm:cxn modelId="{0A77ACB3-6362-4D40-AF1B-691A1FC2A63F}" type="presParOf" srcId="{2A2433C3-248B-4A2A-A46E-182C4CBB681A}" destId="{3A5C49C3-7D53-4502-ABFC-66FBE27B9236}" srcOrd="0" destOrd="0" presId="urn:microsoft.com/office/officeart/2005/8/layout/vList5"/>
    <dgm:cxn modelId="{57B67EF2-72E2-4952-8F54-7F60520E424C}" type="presParOf" srcId="{2A2433C3-248B-4A2A-A46E-182C4CBB681A}" destId="{C7107D9C-4D1C-4123-814B-0115B99ECD33}" srcOrd="1" destOrd="0" presId="urn:microsoft.com/office/officeart/2005/8/layout/vList5"/>
    <dgm:cxn modelId="{875E8C31-8F1C-488C-903C-397D9534A36C}" type="presParOf" srcId="{46FA039F-6238-43B8-B4DE-B80CE74BAE95}" destId="{4013CAB7-3D6E-4796-B1C0-C39C8C42F598}" srcOrd="3" destOrd="0" presId="urn:microsoft.com/office/officeart/2005/8/layout/vList5"/>
    <dgm:cxn modelId="{550344ED-B692-4390-BA00-817942D9C209}" type="presParOf" srcId="{46FA039F-6238-43B8-B4DE-B80CE74BAE95}" destId="{494293E0-5702-43D2-8214-9F61CD2D2517}" srcOrd="4" destOrd="0" presId="urn:microsoft.com/office/officeart/2005/8/layout/vList5"/>
    <dgm:cxn modelId="{35873905-6E1A-43C3-9973-75190D8520C5}" type="presParOf" srcId="{494293E0-5702-43D2-8214-9F61CD2D2517}" destId="{222170BB-440F-4B2D-8988-B653340403F7}" srcOrd="0" destOrd="0" presId="urn:microsoft.com/office/officeart/2005/8/layout/vList5"/>
    <dgm:cxn modelId="{8C45D41F-7832-4253-A742-417105B42156}" type="presParOf" srcId="{494293E0-5702-43D2-8214-9F61CD2D2517}" destId="{E9CF9CD4-4F24-4879-95FC-8874C52029A1}" srcOrd="1" destOrd="0" presId="urn:microsoft.com/office/officeart/2005/8/layout/vList5"/>
    <dgm:cxn modelId="{3AC11134-BF19-45A6-B3C3-C7A5C0632C5B}" type="presParOf" srcId="{46FA039F-6238-43B8-B4DE-B80CE74BAE95}" destId="{FB80841B-029E-4708-915E-9DF33B5494F4}" srcOrd="5" destOrd="0" presId="urn:microsoft.com/office/officeart/2005/8/layout/vList5"/>
    <dgm:cxn modelId="{45E07925-56C1-42FF-A808-6EA723045033}" type="presParOf" srcId="{46FA039F-6238-43B8-B4DE-B80CE74BAE95}" destId="{E6813C99-2994-41D9-8841-39E9F1102529}" srcOrd="6" destOrd="0" presId="urn:microsoft.com/office/officeart/2005/8/layout/vList5"/>
    <dgm:cxn modelId="{990C36EB-A2F0-441C-9471-A658141189C2}" type="presParOf" srcId="{E6813C99-2994-41D9-8841-39E9F1102529}" destId="{EE5E03F1-09C0-473F-8C35-EE068B44DC1B}" srcOrd="0" destOrd="0" presId="urn:microsoft.com/office/officeart/2005/8/layout/vList5"/>
    <dgm:cxn modelId="{6646A1E0-1826-4ECE-935C-996BFC31F176}" type="presParOf" srcId="{E6813C99-2994-41D9-8841-39E9F1102529}" destId="{9E89A214-12B5-497D-964B-112A9FD89CF9}" srcOrd="1" destOrd="0" presId="urn:microsoft.com/office/officeart/2005/8/layout/vList5"/>
    <dgm:cxn modelId="{4A659FB8-4A7D-4570-AB94-F34350635EB7}" type="presParOf" srcId="{46FA039F-6238-43B8-B4DE-B80CE74BAE95}" destId="{EA554CED-6B29-4591-8FFD-1D00049BF6F8}" srcOrd="7" destOrd="0" presId="urn:microsoft.com/office/officeart/2005/8/layout/vList5"/>
    <dgm:cxn modelId="{B7B4DB1B-C1A1-486B-8F76-097CD59109A8}" type="presParOf" srcId="{46FA039F-6238-43B8-B4DE-B80CE74BAE95}" destId="{717150A1-E2F9-4A14-BB66-16C9B05F7B7A}" srcOrd="8" destOrd="0" presId="urn:microsoft.com/office/officeart/2005/8/layout/vList5"/>
    <dgm:cxn modelId="{27F8502C-93E8-4323-A0DB-2628F1F4CBDF}" type="presParOf" srcId="{717150A1-E2F9-4A14-BB66-16C9B05F7B7A}" destId="{7470B4DE-1CBF-4D02-BC54-6FB164395DCB}" srcOrd="0" destOrd="0" presId="urn:microsoft.com/office/officeart/2005/8/layout/vList5"/>
    <dgm:cxn modelId="{D7B0D7C6-2321-4C5B-87E1-0C1EE31E95D3}" type="presParOf" srcId="{717150A1-E2F9-4A14-BB66-16C9B05F7B7A}" destId="{96C6ED1E-582B-460E-A4F5-FC64EF0B7C58}"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FE44C98-4F4C-4D00-9C4A-8B74053AA0D0}" type="doc">
      <dgm:prSet loTypeId="urn:microsoft.com/office/officeart/2005/8/layout/list1" loCatId="list" qsTypeId="urn:microsoft.com/office/officeart/2005/8/quickstyle/simple3" qsCatId="simple" csTypeId="urn:microsoft.com/office/officeart/2005/8/colors/colorful2" csCatId="colorful" phldr="1"/>
      <dgm:spPr/>
    </dgm:pt>
    <dgm:pt modelId="{5418684B-47F2-475F-9F2F-F14AF886D39E}">
      <dgm:prSet phldrT="[Текст]" custT="1"/>
      <dgm:spPr/>
      <dgm:t>
        <a:bodyPr/>
        <a:lstStyle/>
        <a:p>
          <a:r>
            <a:rPr lang="ru-RU" altLang="ru-RU" sz="1600" b="1" dirty="0">
              <a:cs typeface="Calibri" panose="020F0502020204030204" pitchFamily="34" charset="0"/>
            </a:rPr>
            <a:t>Название проекта </a:t>
          </a:r>
          <a:endParaRPr lang="ru-BY" sz="1600" b="1" dirty="0"/>
        </a:p>
      </dgm:t>
    </dgm:pt>
    <dgm:pt modelId="{AB446BCA-7BB9-4959-A1C8-12AD6042C510}" type="parTrans" cxnId="{16BEBEB1-0AE4-4CEF-83BE-D54DA34B154B}">
      <dgm:prSet/>
      <dgm:spPr/>
      <dgm:t>
        <a:bodyPr/>
        <a:lstStyle/>
        <a:p>
          <a:endParaRPr lang="ru-BY"/>
        </a:p>
      </dgm:t>
    </dgm:pt>
    <dgm:pt modelId="{BE5CDCC1-5C8A-4FF0-A9F5-D81435CD9C22}" type="sibTrans" cxnId="{16BEBEB1-0AE4-4CEF-83BE-D54DA34B154B}">
      <dgm:prSet/>
      <dgm:spPr/>
      <dgm:t>
        <a:bodyPr/>
        <a:lstStyle/>
        <a:p>
          <a:endParaRPr lang="ru-BY"/>
        </a:p>
      </dgm:t>
    </dgm:pt>
    <dgm:pt modelId="{38D7297A-6282-4DBE-8D59-A77613DDB88C}">
      <dgm:prSet phldrT="[Текст]" custT="1"/>
      <dgm:spPr/>
      <dgm:t>
        <a:bodyPr/>
        <a:lstStyle/>
        <a:p>
          <a:pPr>
            <a:buFont typeface="Arial" panose="020B0604020202020204" pitchFamily="34" charset="0"/>
            <a:buChar char="•"/>
          </a:pPr>
          <a:r>
            <a:rPr lang="ru-RU" altLang="ru-RU" sz="1600" b="1" dirty="0">
              <a:latin typeface="Calibri" panose="020F0502020204030204" pitchFamily="34" charset="0"/>
              <a:cs typeface="Calibri" panose="020F0502020204030204" pitchFamily="34" charset="0"/>
            </a:rPr>
            <a:t>Сроки </a:t>
          </a:r>
          <a:endParaRPr lang="ru-BY" sz="1600" b="1" dirty="0"/>
        </a:p>
      </dgm:t>
    </dgm:pt>
    <dgm:pt modelId="{A92E2CC4-94DC-48CC-93A8-A413F5D08FE3}" type="parTrans" cxnId="{3EC5FE52-EFAC-4850-AFC2-7C31FC1EACE5}">
      <dgm:prSet/>
      <dgm:spPr/>
      <dgm:t>
        <a:bodyPr/>
        <a:lstStyle/>
        <a:p>
          <a:endParaRPr lang="ru-BY"/>
        </a:p>
      </dgm:t>
    </dgm:pt>
    <dgm:pt modelId="{DAB997DE-9445-4299-B337-F53CE646FFE1}" type="sibTrans" cxnId="{3EC5FE52-EFAC-4850-AFC2-7C31FC1EACE5}">
      <dgm:prSet/>
      <dgm:spPr/>
      <dgm:t>
        <a:bodyPr/>
        <a:lstStyle/>
        <a:p>
          <a:endParaRPr lang="ru-BY"/>
        </a:p>
      </dgm:t>
    </dgm:pt>
    <dgm:pt modelId="{6C5CC7F4-89B3-4BCA-8CC4-59C16E68F4A2}">
      <dgm:prSet custT="1"/>
      <dgm:spPr/>
      <dgm:t>
        <a:bodyPr/>
        <a:lstStyle/>
        <a:p>
          <a:r>
            <a:rPr lang="ru-RU" altLang="ru-RU" sz="1600" b="1" dirty="0">
              <a:cs typeface="Calibri" panose="020F0502020204030204" pitchFamily="34" charset="0"/>
            </a:rPr>
            <a:t>Цели проекта </a:t>
          </a:r>
        </a:p>
      </dgm:t>
    </dgm:pt>
    <dgm:pt modelId="{EFCE6787-F6E7-48E9-85FF-5A12D2666219}" type="parTrans" cxnId="{0C091C10-C036-4A6F-BC0F-F2C1C5DA51F9}">
      <dgm:prSet/>
      <dgm:spPr/>
      <dgm:t>
        <a:bodyPr/>
        <a:lstStyle/>
        <a:p>
          <a:endParaRPr lang="ru-BY"/>
        </a:p>
      </dgm:t>
    </dgm:pt>
    <dgm:pt modelId="{A7838C91-77D6-417A-8B21-CE59BE01D24D}" type="sibTrans" cxnId="{0C091C10-C036-4A6F-BC0F-F2C1C5DA51F9}">
      <dgm:prSet/>
      <dgm:spPr/>
      <dgm:t>
        <a:bodyPr/>
        <a:lstStyle/>
        <a:p>
          <a:endParaRPr lang="ru-BY"/>
        </a:p>
      </dgm:t>
    </dgm:pt>
    <dgm:pt modelId="{549A5A6D-B353-4E6E-8B3D-46B6FC13737F}">
      <dgm:prSet custT="1"/>
      <dgm:spPr/>
      <dgm:t>
        <a:bodyPr/>
        <a:lstStyle/>
        <a:p>
          <a:r>
            <a:rPr lang="ru-RU" altLang="ru-RU" sz="1600" b="1" dirty="0">
              <a:cs typeface="Calibri" panose="020F0502020204030204" pitchFamily="34" charset="0"/>
            </a:rPr>
            <a:t>Результаты проекта </a:t>
          </a:r>
        </a:p>
      </dgm:t>
    </dgm:pt>
    <dgm:pt modelId="{E1AD7996-F420-437D-8FBE-ADE6EBD6FDEA}" type="parTrans" cxnId="{4D8D5385-A9A3-4E16-828C-48C38711FE70}">
      <dgm:prSet/>
      <dgm:spPr/>
      <dgm:t>
        <a:bodyPr/>
        <a:lstStyle/>
        <a:p>
          <a:endParaRPr lang="ru-BY"/>
        </a:p>
      </dgm:t>
    </dgm:pt>
    <dgm:pt modelId="{741E13EF-75A2-4CFC-8205-7B8A87544396}" type="sibTrans" cxnId="{4D8D5385-A9A3-4E16-828C-48C38711FE70}">
      <dgm:prSet/>
      <dgm:spPr/>
      <dgm:t>
        <a:bodyPr/>
        <a:lstStyle/>
        <a:p>
          <a:endParaRPr lang="ru-BY"/>
        </a:p>
      </dgm:t>
    </dgm:pt>
    <dgm:pt modelId="{7F6352EE-0194-4D44-B136-82E9E707C6A1}">
      <dgm:prSet custT="1"/>
      <dgm:spPr/>
      <dgm:t>
        <a:bodyPr/>
        <a:lstStyle/>
        <a:p>
          <a:r>
            <a:rPr lang="ru-RU" altLang="ru-RU" sz="1600" b="1" dirty="0">
              <a:cs typeface="Calibri" panose="020F0502020204030204" pitchFamily="34" charset="0"/>
            </a:rPr>
            <a:t>Допущения и ограничения </a:t>
          </a:r>
        </a:p>
      </dgm:t>
    </dgm:pt>
    <dgm:pt modelId="{B65E35F4-8C3F-4555-A1DE-1A2BF03603BF}" type="parTrans" cxnId="{7DBC773A-EF61-48BB-86BC-8EC17957DA04}">
      <dgm:prSet/>
      <dgm:spPr/>
      <dgm:t>
        <a:bodyPr/>
        <a:lstStyle/>
        <a:p>
          <a:endParaRPr lang="ru-BY"/>
        </a:p>
      </dgm:t>
    </dgm:pt>
    <dgm:pt modelId="{8D7FF506-5562-449A-AB21-D2683C6E893E}" type="sibTrans" cxnId="{7DBC773A-EF61-48BB-86BC-8EC17957DA04}">
      <dgm:prSet/>
      <dgm:spPr/>
      <dgm:t>
        <a:bodyPr/>
        <a:lstStyle/>
        <a:p>
          <a:endParaRPr lang="ru-BY"/>
        </a:p>
      </dgm:t>
    </dgm:pt>
    <dgm:pt modelId="{861061DF-6AF5-4BCE-AF51-52FE128C4009}">
      <dgm:prSet custT="1"/>
      <dgm:spPr/>
      <dgm:t>
        <a:bodyPr/>
        <a:lstStyle/>
        <a:p>
          <a:r>
            <a:rPr lang="ru-RU" altLang="ru-RU" sz="1600" b="1" dirty="0">
              <a:cs typeface="Calibri" panose="020F0502020204030204" pitchFamily="34" charset="0"/>
            </a:rPr>
            <a:t>Ключевые участники и заинтересованные стороны </a:t>
          </a:r>
        </a:p>
      </dgm:t>
    </dgm:pt>
    <dgm:pt modelId="{D930E2BE-C487-44AE-B51A-FC852786A940}" type="parTrans" cxnId="{17137A83-1167-46DC-905C-641E8C342C25}">
      <dgm:prSet/>
      <dgm:spPr/>
      <dgm:t>
        <a:bodyPr/>
        <a:lstStyle/>
        <a:p>
          <a:endParaRPr lang="ru-BY"/>
        </a:p>
      </dgm:t>
    </dgm:pt>
    <dgm:pt modelId="{52A7DB86-69C2-4126-BCC6-C68D5308D295}" type="sibTrans" cxnId="{17137A83-1167-46DC-905C-641E8C342C25}">
      <dgm:prSet/>
      <dgm:spPr/>
      <dgm:t>
        <a:bodyPr/>
        <a:lstStyle/>
        <a:p>
          <a:endParaRPr lang="ru-BY"/>
        </a:p>
      </dgm:t>
    </dgm:pt>
    <dgm:pt modelId="{58DBA2F9-257F-47F0-B3E8-F1CCBA195ED7}">
      <dgm:prSet custT="1"/>
      <dgm:spPr/>
      <dgm:t>
        <a:bodyPr/>
        <a:lstStyle/>
        <a:p>
          <a:r>
            <a:rPr lang="ru-RU" altLang="ru-RU" sz="1600" b="1" dirty="0">
              <a:cs typeface="Calibri" panose="020F0502020204030204" pitchFamily="34" charset="0"/>
            </a:rPr>
            <a:t>Ресурсы проекта</a:t>
          </a:r>
        </a:p>
      </dgm:t>
    </dgm:pt>
    <dgm:pt modelId="{A44A06F0-DE43-4766-81EF-E5CCCF284F41}" type="parTrans" cxnId="{ECC682C8-43FC-400F-B63B-E06EBC67167F}">
      <dgm:prSet/>
      <dgm:spPr/>
      <dgm:t>
        <a:bodyPr/>
        <a:lstStyle/>
        <a:p>
          <a:endParaRPr lang="ru-BY"/>
        </a:p>
      </dgm:t>
    </dgm:pt>
    <dgm:pt modelId="{FAAAEF89-923D-43E0-9425-1145798EE4B8}" type="sibTrans" cxnId="{ECC682C8-43FC-400F-B63B-E06EBC67167F}">
      <dgm:prSet/>
      <dgm:spPr/>
      <dgm:t>
        <a:bodyPr/>
        <a:lstStyle/>
        <a:p>
          <a:endParaRPr lang="ru-BY"/>
        </a:p>
      </dgm:t>
    </dgm:pt>
    <dgm:pt modelId="{4EA2E8E0-786F-4492-85D2-7B2AACB240DE}">
      <dgm:prSet custT="1"/>
      <dgm:spPr/>
      <dgm:t>
        <a:bodyPr/>
        <a:lstStyle/>
        <a:p>
          <a:r>
            <a:rPr lang="ru-RU" altLang="ru-RU" sz="1600" b="1" dirty="0">
              <a:latin typeface="Calibri" panose="020F0502020204030204" pitchFamily="34" charset="0"/>
              <a:cs typeface="Calibri" panose="020F0502020204030204" pitchFamily="34" charset="0"/>
            </a:rPr>
            <a:t>Риски </a:t>
          </a:r>
        </a:p>
      </dgm:t>
    </dgm:pt>
    <dgm:pt modelId="{6C7A4E4D-E4EB-4937-B6AC-B8BFD3D16053}" type="parTrans" cxnId="{502FC70B-F22A-409C-B0A2-A02DB3A0D077}">
      <dgm:prSet/>
      <dgm:spPr/>
      <dgm:t>
        <a:bodyPr/>
        <a:lstStyle/>
        <a:p>
          <a:endParaRPr lang="ru-BY"/>
        </a:p>
      </dgm:t>
    </dgm:pt>
    <dgm:pt modelId="{2FF67771-6AFA-4499-A26B-ABDFE551AED6}" type="sibTrans" cxnId="{502FC70B-F22A-409C-B0A2-A02DB3A0D077}">
      <dgm:prSet/>
      <dgm:spPr/>
      <dgm:t>
        <a:bodyPr/>
        <a:lstStyle/>
        <a:p>
          <a:endParaRPr lang="ru-BY"/>
        </a:p>
      </dgm:t>
    </dgm:pt>
    <dgm:pt modelId="{D1A373EE-5520-47AE-80B4-82053BC2B9DA}">
      <dgm:prSet custT="1"/>
      <dgm:spPr/>
      <dgm:t>
        <a:bodyPr/>
        <a:lstStyle/>
        <a:p>
          <a:r>
            <a:rPr lang="ru-RU" altLang="ru-RU" sz="1600" b="1" dirty="0">
              <a:latin typeface="Calibri" panose="020F0502020204030204" pitchFamily="34" charset="0"/>
              <a:cs typeface="Calibri" panose="020F0502020204030204" pitchFamily="34" charset="0"/>
            </a:rPr>
            <a:t>Критерии приемки </a:t>
          </a:r>
        </a:p>
      </dgm:t>
    </dgm:pt>
    <dgm:pt modelId="{747070C2-5372-447A-A638-10C449D08F5C}" type="parTrans" cxnId="{CDD1EC50-D247-4CF7-807D-C228B1192745}">
      <dgm:prSet/>
      <dgm:spPr/>
      <dgm:t>
        <a:bodyPr/>
        <a:lstStyle/>
        <a:p>
          <a:endParaRPr lang="ru-BY"/>
        </a:p>
      </dgm:t>
    </dgm:pt>
    <dgm:pt modelId="{D63C84F0-5BA5-4F68-A21E-9B5FE88E5CAE}" type="sibTrans" cxnId="{CDD1EC50-D247-4CF7-807D-C228B1192745}">
      <dgm:prSet/>
      <dgm:spPr/>
      <dgm:t>
        <a:bodyPr/>
        <a:lstStyle/>
        <a:p>
          <a:endParaRPr lang="ru-BY"/>
        </a:p>
      </dgm:t>
    </dgm:pt>
    <dgm:pt modelId="{1E39EA5F-DDA8-4E99-A800-4FC5BF006071}">
      <dgm:prSet custT="1"/>
      <dgm:spPr/>
      <dgm:t>
        <a:bodyPr/>
        <a:lstStyle/>
        <a:p>
          <a:r>
            <a:rPr lang="ru-RU" altLang="ru-RU" sz="1600" b="1" dirty="0">
              <a:latin typeface="Calibri" panose="020F0502020204030204" pitchFamily="34" charset="0"/>
              <a:cs typeface="Calibri" panose="020F0502020204030204" pitchFamily="34" charset="0"/>
            </a:rPr>
            <a:t>Обоснование полезности проекта </a:t>
          </a:r>
        </a:p>
      </dgm:t>
    </dgm:pt>
    <dgm:pt modelId="{991EDB6A-DF52-4400-B1DB-3193AF902DEE}" type="parTrans" cxnId="{DBDD53D2-E905-4B94-8DF9-85A34C82273B}">
      <dgm:prSet/>
      <dgm:spPr/>
      <dgm:t>
        <a:bodyPr/>
        <a:lstStyle/>
        <a:p>
          <a:endParaRPr lang="ru-BY"/>
        </a:p>
      </dgm:t>
    </dgm:pt>
    <dgm:pt modelId="{8CC877B4-E238-4F67-8C4D-2417B1D0F4D3}" type="sibTrans" cxnId="{DBDD53D2-E905-4B94-8DF9-85A34C82273B}">
      <dgm:prSet/>
      <dgm:spPr/>
      <dgm:t>
        <a:bodyPr/>
        <a:lstStyle/>
        <a:p>
          <a:endParaRPr lang="ru-BY"/>
        </a:p>
      </dgm:t>
    </dgm:pt>
    <dgm:pt modelId="{BC65527E-2127-4232-A95A-615A009CA7AB}" type="pres">
      <dgm:prSet presAssocID="{5FE44C98-4F4C-4D00-9C4A-8B74053AA0D0}" presName="linear" presStyleCnt="0">
        <dgm:presLayoutVars>
          <dgm:dir/>
          <dgm:animLvl val="lvl"/>
          <dgm:resizeHandles val="exact"/>
        </dgm:presLayoutVars>
      </dgm:prSet>
      <dgm:spPr/>
    </dgm:pt>
    <dgm:pt modelId="{9E274681-A72A-4590-917C-35CD9D1DB42D}" type="pres">
      <dgm:prSet presAssocID="{5418684B-47F2-475F-9F2F-F14AF886D39E}" presName="parentLin" presStyleCnt="0"/>
      <dgm:spPr/>
    </dgm:pt>
    <dgm:pt modelId="{D61DE2FD-B32E-44C9-8480-26DFC4B591C2}" type="pres">
      <dgm:prSet presAssocID="{5418684B-47F2-475F-9F2F-F14AF886D39E}" presName="parentLeftMargin" presStyleLbl="node1" presStyleIdx="0" presStyleCnt="10"/>
      <dgm:spPr/>
    </dgm:pt>
    <dgm:pt modelId="{6CC6D617-EADD-4935-A28D-C69D251E5633}" type="pres">
      <dgm:prSet presAssocID="{5418684B-47F2-475F-9F2F-F14AF886D39E}" presName="parentText" presStyleLbl="node1" presStyleIdx="0" presStyleCnt="10">
        <dgm:presLayoutVars>
          <dgm:chMax val="0"/>
          <dgm:bulletEnabled val="1"/>
        </dgm:presLayoutVars>
      </dgm:prSet>
      <dgm:spPr/>
    </dgm:pt>
    <dgm:pt modelId="{F5252579-C06A-4C8E-9AAB-9A1387CA227F}" type="pres">
      <dgm:prSet presAssocID="{5418684B-47F2-475F-9F2F-F14AF886D39E}" presName="negativeSpace" presStyleCnt="0"/>
      <dgm:spPr/>
    </dgm:pt>
    <dgm:pt modelId="{BFAE5A0B-4281-4336-8C99-6A1FE6B0AB08}" type="pres">
      <dgm:prSet presAssocID="{5418684B-47F2-475F-9F2F-F14AF886D39E}" presName="childText" presStyleLbl="conFgAcc1" presStyleIdx="0" presStyleCnt="10">
        <dgm:presLayoutVars>
          <dgm:bulletEnabled val="1"/>
        </dgm:presLayoutVars>
      </dgm:prSet>
      <dgm:spPr/>
    </dgm:pt>
    <dgm:pt modelId="{8109890E-D346-4113-843A-596E9993A00D}" type="pres">
      <dgm:prSet presAssocID="{BE5CDCC1-5C8A-4FF0-A9F5-D81435CD9C22}" presName="spaceBetweenRectangles" presStyleCnt="0"/>
      <dgm:spPr/>
    </dgm:pt>
    <dgm:pt modelId="{C713CC3F-E8C9-40F0-90F0-7EBA17DDFF13}" type="pres">
      <dgm:prSet presAssocID="{6C5CC7F4-89B3-4BCA-8CC4-59C16E68F4A2}" presName="parentLin" presStyleCnt="0"/>
      <dgm:spPr/>
    </dgm:pt>
    <dgm:pt modelId="{95E44ACE-1471-4491-8675-394898B25AE8}" type="pres">
      <dgm:prSet presAssocID="{6C5CC7F4-89B3-4BCA-8CC4-59C16E68F4A2}" presName="parentLeftMargin" presStyleLbl="node1" presStyleIdx="0" presStyleCnt="10"/>
      <dgm:spPr/>
    </dgm:pt>
    <dgm:pt modelId="{F4A535A6-4048-4D0D-876E-81D9FF2EEAD0}" type="pres">
      <dgm:prSet presAssocID="{6C5CC7F4-89B3-4BCA-8CC4-59C16E68F4A2}" presName="parentText" presStyleLbl="node1" presStyleIdx="1" presStyleCnt="10">
        <dgm:presLayoutVars>
          <dgm:chMax val="0"/>
          <dgm:bulletEnabled val="1"/>
        </dgm:presLayoutVars>
      </dgm:prSet>
      <dgm:spPr/>
    </dgm:pt>
    <dgm:pt modelId="{F0F1291C-38A8-487C-B91E-BA068E41E3E9}" type="pres">
      <dgm:prSet presAssocID="{6C5CC7F4-89B3-4BCA-8CC4-59C16E68F4A2}" presName="negativeSpace" presStyleCnt="0"/>
      <dgm:spPr/>
    </dgm:pt>
    <dgm:pt modelId="{0B2588FD-EBE3-47D5-ACCA-D98635A1BCCE}" type="pres">
      <dgm:prSet presAssocID="{6C5CC7F4-89B3-4BCA-8CC4-59C16E68F4A2}" presName="childText" presStyleLbl="conFgAcc1" presStyleIdx="1" presStyleCnt="10">
        <dgm:presLayoutVars>
          <dgm:bulletEnabled val="1"/>
        </dgm:presLayoutVars>
      </dgm:prSet>
      <dgm:spPr/>
    </dgm:pt>
    <dgm:pt modelId="{0E9F17D5-6084-46D6-BF9E-7A5FC8EAD4F5}" type="pres">
      <dgm:prSet presAssocID="{A7838C91-77D6-417A-8B21-CE59BE01D24D}" presName="spaceBetweenRectangles" presStyleCnt="0"/>
      <dgm:spPr/>
    </dgm:pt>
    <dgm:pt modelId="{B3FD4626-97FA-4428-A1D4-7E3CC2DBA856}" type="pres">
      <dgm:prSet presAssocID="{549A5A6D-B353-4E6E-8B3D-46B6FC13737F}" presName="parentLin" presStyleCnt="0"/>
      <dgm:spPr/>
    </dgm:pt>
    <dgm:pt modelId="{69B21580-FEEC-4271-B24D-B371649056A4}" type="pres">
      <dgm:prSet presAssocID="{549A5A6D-B353-4E6E-8B3D-46B6FC13737F}" presName="parentLeftMargin" presStyleLbl="node1" presStyleIdx="1" presStyleCnt="10"/>
      <dgm:spPr/>
    </dgm:pt>
    <dgm:pt modelId="{E61A0DD3-D8C4-4B8E-BD54-B0DC972C9052}" type="pres">
      <dgm:prSet presAssocID="{549A5A6D-B353-4E6E-8B3D-46B6FC13737F}" presName="parentText" presStyleLbl="node1" presStyleIdx="2" presStyleCnt="10">
        <dgm:presLayoutVars>
          <dgm:chMax val="0"/>
          <dgm:bulletEnabled val="1"/>
        </dgm:presLayoutVars>
      </dgm:prSet>
      <dgm:spPr/>
    </dgm:pt>
    <dgm:pt modelId="{69C45923-0E15-4697-9AC6-6DF48033CE40}" type="pres">
      <dgm:prSet presAssocID="{549A5A6D-B353-4E6E-8B3D-46B6FC13737F}" presName="negativeSpace" presStyleCnt="0"/>
      <dgm:spPr/>
    </dgm:pt>
    <dgm:pt modelId="{5B49352C-4DA4-4E21-9046-9D227B905159}" type="pres">
      <dgm:prSet presAssocID="{549A5A6D-B353-4E6E-8B3D-46B6FC13737F}" presName="childText" presStyleLbl="conFgAcc1" presStyleIdx="2" presStyleCnt="10">
        <dgm:presLayoutVars>
          <dgm:bulletEnabled val="1"/>
        </dgm:presLayoutVars>
      </dgm:prSet>
      <dgm:spPr/>
    </dgm:pt>
    <dgm:pt modelId="{8B4ED307-B8FD-4726-AAAC-D338AC8BA1CC}" type="pres">
      <dgm:prSet presAssocID="{741E13EF-75A2-4CFC-8205-7B8A87544396}" presName="spaceBetweenRectangles" presStyleCnt="0"/>
      <dgm:spPr/>
    </dgm:pt>
    <dgm:pt modelId="{A63C868E-C233-49BD-A0D2-32C05E1AD0D5}" type="pres">
      <dgm:prSet presAssocID="{7F6352EE-0194-4D44-B136-82E9E707C6A1}" presName="parentLin" presStyleCnt="0"/>
      <dgm:spPr/>
    </dgm:pt>
    <dgm:pt modelId="{0D625592-CB66-4701-BAD3-C768F661F6C0}" type="pres">
      <dgm:prSet presAssocID="{7F6352EE-0194-4D44-B136-82E9E707C6A1}" presName="parentLeftMargin" presStyleLbl="node1" presStyleIdx="2" presStyleCnt="10"/>
      <dgm:spPr/>
    </dgm:pt>
    <dgm:pt modelId="{95281AE0-8FD3-4E33-97B7-48EBC55CF18F}" type="pres">
      <dgm:prSet presAssocID="{7F6352EE-0194-4D44-B136-82E9E707C6A1}" presName="parentText" presStyleLbl="node1" presStyleIdx="3" presStyleCnt="10">
        <dgm:presLayoutVars>
          <dgm:chMax val="0"/>
          <dgm:bulletEnabled val="1"/>
        </dgm:presLayoutVars>
      </dgm:prSet>
      <dgm:spPr/>
    </dgm:pt>
    <dgm:pt modelId="{87DE00A3-AEE2-4F02-8768-F87F847181B8}" type="pres">
      <dgm:prSet presAssocID="{7F6352EE-0194-4D44-B136-82E9E707C6A1}" presName="negativeSpace" presStyleCnt="0"/>
      <dgm:spPr/>
    </dgm:pt>
    <dgm:pt modelId="{E4B77256-DAFF-44BA-8FF8-F45955D6FF3E}" type="pres">
      <dgm:prSet presAssocID="{7F6352EE-0194-4D44-B136-82E9E707C6A1}" presName="childText" presStyleLbl="conFgAcc1" presStyleIdx="3" presStyleCnt="10">
        <dgm:presLayoutVars>
          <dgm:bulletEnabled val="1"/>
        </dgm:presLayoutVars>
      </dgm:prSet>
      <dgm:spPr/>
    </dgm:pt>
    <dgm:pt modelId="{4382BEFE-430B-41AF-A600-5AA9B2B890EF}" type="pres">
      <dgm:prSet presAssocID="{8D7FF506-5562-449A-AB21-D2683C6E893E}" presName="spaceBetweenRectangles" presStyleCnt="0"/>
      <dgm:spPr/>
    </dgm:pt>
    <dgm:pt modelId="{2E2B611A-AFD3-4934-909D-42803A59B738}" type="pres">
      <dgm:prSet presAssocID="{861061DF-6AF5-4BCE-AF51-52FE128C4009}" presName="parentLin" presStyleCnt="0"/>
      <dgm:spPr/>
    </dgm:pt>
    <dgm:pt modelId="{B202138E-6F33-4139-9096-4FC06839ECE3}" type="pres">
      <dgm:prSet presAssocID="{861061DF-6AF5-4BCE-AF51-52FE128C4009}" presName="parentLeftMargin" presStyleLbl="node1" presStyleIdx="3" presStyleCnt="10"/>
      <dgm:spPr/>
    </dgm:pt>
    <dgm:pt modelId="{9B0F7C33-3F31-4EFE-8D48-B41FD3020E4B}" type="pres">
      <dgm:prSet presAssocID="{861061DF-6AF5-4BCE-AF51-52FE128C4009}" presName="parentText" presStyleLbl="node1" presStyleIdx="4" presStyleCnt="10">
        <dgm:presLayoutVars>
          <dgm:chMax val="0"/>
          <dgm:bulletEnabled val="1"/>
        </dgm:presLayoutVars>
      </dgm:prSet>
      <dgm:spPr/>
    </dgm:pt>
    <dgm:pt modelId="{E3A399DD-C8BA-406D-845C-6705092564AC}" type="pres">
      <dgm:prSet presAssocID="{861061DF-6AF5-4BCE-AF51-52FE128C4009}" presName="negativeSpace" presStyleCnt="0"/>
      <dgm:spPr/>
    </dgm:pt>
    <dgm:pt modelId="{E815F9CC-3724-4B17-AFF6-CF3EAE032C33}" type="pres">
      <dgm:prSet presAssocID="{861061DF-6AF5-4BCE-AF51-52FE128C4009}" presName="childText" presStyleLbl="conFgAcc1" presStyleIdx="4" presStyleCnt="10">
        <dgm:presLayoutVars>
          <dgm:bulletEnabled val="1"/>
        </dgm:presLayoutVars>
      </dgm:prSet>
      <dgm:spPr/>
    </dgm:pt>
    <dgm:pt modelId="{8070BBA4-D451-4CF4-A676-CC9D3C56ABF0}" type="pres">
      <dgm:prSet presAssocID="{52A7DB86-69C2-4126-BCC6-C68D5308D295}" presName="spaceBetweenRectangles" presStyleCnt="0"/>
      <dgm:spPr/>
    </dgm:pt>
    <dgm:pt modelId="{49AD3E04-4EA4-4E5C-AED0-C9FF1310CE2C}" type="pres">
      <dgm:prSet presAssocID="{58DBA2F9-257F-47F0-B3E8-F1CCBA195ED7}" presName="parentLin" presStyleCnt="0"/>
      <dgm:spPr/>
    </dgm:pt>
    <dgm:pt modelId="{3794B1C5-8537-4F53-969E-4AF9834B2245}" type="pres">
      <dgm:prSet presAssocID="{58DBA2F9-257F-47F0-B3E8-F1CCBA195ED7}" presName="parentLeftMargin" presStyleLbl="node1" presStyleIdx="4" presStyleCnt="10"/>
      <dgm:spPr/>
    </dgm:pt>
    <dgm:pt modelId="{32186261-7E83-4629-99BF-45220DBB3C2C}" type="pres">
      <dgm:prSet presAssocID="{58DBA2F9-257F-47F0-B3E8-F1CCBA195ED7}" presName="parentText" presStyleLbl="node1" presStyleIdx="5" presStyleCnt="10">
        <dgm:presLayoutVars>
          <dgm:chMax val="0"/>
          <dgm:bulletEnabled val="1"/>
        </dgm:presLayoutVars>
      </dgm:prSet>
      <dgm:spPr/>
    </dgm:pt>
    <dgm:pt modelId="{2D44E635-506C-4B71-9DF1-B198E9196A8A}" type="pres">
      <dgm:prSet presAssocID="{58DBA2F9-257F-47F0-B3E8-F1CCBA195ED7}" presName="negativeSpace" presStyleCnt="0"/>
      <dgm:spPr/>
    </dgm:pt>
    <dgm:pt modelId="{3BF06494-79AA-4B7B-B0C4-F124F3CDE126}" type="pres">
      <dgm:prSet presAssocID="{58DBA2F9-257F-47F0-B3E8-F1CCBA195ED7}" presName="childText" presStyleLbl="conFgAcc1" presStyleIdx="5" presStyleCnt="10">
        <dgm:presLayoutVars>
          <dgm:bulletEnabled val="1"/>
        </dgm:presLayoutVars>
      </dgm:prSet>
      <dgm:spPr/>
    </dgm:pt>
    <dgm:pt modelId="{F4D0EBB3-061B-4C1F-8894-DE11A6C2E29E}" type="pres">
      <dgm:prSet presAssocID="{FAAAEF89-923D-43E0-9425-1145798EE4B8}" presName="spaceBetweenRectangles" presStyleCnt="0"/>
      <dgm:spPr/>
    </dgm:pt>
    <dgm:pt modelId="{91ABEE9A-91A6-4F85-ABEF-401EE2A80921}" type="pres">
      <dgm:prSet presAssocID="{38D7297A-6282-4DBE-8D59-A77613DDB88C}" presName="parentLin" presStyleCnt="0"/>
      <dgm:spPr/>
    </dgm:pt>
    <dgm:pt modelId="{18712010-725F-4C4A-9708-10101137D061}" type="pres">
      <dgm:prSet presAssocID="{38D7297A-6282-4DBE-8D59-A77613DDB88C}" presName="parentLeftMargin" presStyleLbl="node1" presStyleIdx="5" presStyleCnt="10"/>
      <dgm:spPr/>
    </dgm:pt>
    <dgm:pt modelId="{1F8498AE-01EB-4A94-8A7A-5DAF614E8E38}" type="pres">
      <dgm:prSet presAssocID="{38D7297A-6282-4DBE-8D59-A77613DDB88C}" presName="parentText" presStyleLbl="node1" presStyleIdx="6" presStyleCnt="10">
        <dgm:presLayoutVars>
          <dgm:chMax val="0"/>
          <dgm:bulletEnabled val="1"/>
        </dgm:presLayoutVars>
      </dgm:prSet>
      <dgm:spPr/>
    </dgm:pt>
    <dgm:pt modelId="{6A33C55D-E53B-4989-B2D2-3346FEDF2386}" type="pres">
      <dgm:prSet presAssocID="{38D7297A-6282-4DBE-8D59-A77613DDB88C}" presName="negativeSpace" presStyleCnt="0"/>
      <dgm:spPr/>
    </dgm:pt>
    <dgm:pt modelId="{AC400C50-563F-48C2-9284-1F75FDF3B4F9}" type="pres">
      <dgm:prSet presAssocID="{38D7297A-6282-4DBE-8D59-A77613DDB88C}" presName="childText" presStyleLbl="conFgAcc1" presStyleIdx="6" presStyleCnt="10">
        <dgm:presLayoutVars>
          <dgm:bulletEnabled val="1"/>
        </dgm:presLayoutVars>
      </dgm:prSet>
      <dgm:spPr/>
    </dgm:pt>
    <dgm:pt modelId="{1AFF3378-BFD6-434D-B3EE-2F7039E6FA07}" type="pres">
      <dgm:prSet presAssocID="{DAB997DE-9445-4299-B337-F53CE646FFE1}" presName="spaceBetweenRectangles" presStyleCnt="0"/>
      <dgm:spPr/>
    </dgm:pt>
    <dgm:pt modelId="{07637332-9D1E-4FBE-8687-9F2F77EAD879}" type="pres">
      <dgm:prSet presAssocID="{4EA2E8E0-786F-4492-85D2-7B2AACB240DE}" presName="parentLin" presStyleCnt="0"/>
      <dgm:spPr/>
    </dgm:pt>
    <dgm:pt modelId="{98B0F37D-3E95-4378-B42F-8AE5AC713746}" type="pres">
      <dgm:prSet presAssocID="{4EA2E8E0-786F-4492-85D2-7B2AACB240DE}" presName="parentLeftMargin" presStyleLbl="node1" presStyleIdx="6" presStyleCnt="10"/>
      <dgm:spPr/>
    </dgm:pt>
    <dgm:pt modelId="{589847FF-D7EB-4363-96F2-56C21A12B4B0}" type="pres">
      <dgm:prSet presAssocID="{4EA2E8E0-786F-4492-85D2-7B2AACB240DE}" presName="parentText" presStyleLbl="node1" presStyleIdx="7" presStyleCnt="10">
        <dgm:presLayoutVars>
          <dgm:chMax val="0"/>
          <dgm:bulletEnabled val="1"/>
        </dgm:presLayoutVars>
      </dgm:prSet>
      <dgm:spPr/>
    </dgm:pt>
    <dgm:pt modelId="{F93930C2-BFC7-4DB1-839B-747F96145990}" type="pres">
      <dgm:prSet presAssocID="{4EA2E8E0-786F-4492-85D2-7B2AACB240DE}" presName="negativeSpace" presStyleCnt="0"/>
      <dgm:spPr/>
    </dgm:pt>
    <dgm:pt modelId="{1BFAB323-E225-43F1-A924-6AC936C6EA29}" type="pres">
      <dgm:prSet presAssocID="{4EA2E8E0-786F-4492-85D2-7B2AACB240DE}" presName="childText" presStyleLbl="conFgAcc1" presStyleIdx="7" presStyleCnt="10">
        <dgm:presLayoutVars>
          <dgm:bulletEnabled val="1"/>
        </dgm:presLayoutVars>
      </dgm:prSet>
      <dgm:spPr/>
    </dgm:pt>
    <dgm:pt modelId="{F4731C62-58B4-4D33-8073-5F1501A244F6}" type="pres">
      <dgm:prSet presAssocID="{2FF67771-6AFA-4499-A26B-ABDFE551AED6}" presName="spaceBetweenRectangles" presStyleCnt="0"/>
      <dgm:spPr/>
    </dgm:pt>
    <dgm:pt modelId="{F49A58B9-2877-4226-BDAF-5782FCB30D5E}" type="pres">
      <dgm:prSet presAssocID="{D1A373EE-5520-47AE-80B4-82053BC2B9DA}" presName="parentLin" presStyleCnt="0"/>
      <dgm:spPr/>
    </dgm:pt>
    <dgm:pt modelId="{BE40B1F9-2991-4359-82D2-A82D9B098CBB}" type="pres">
      <dgm:prSet presAssocID="{D1A373EE-5520-47AE-80B4-82053BC2B9DA}" presName="parentLeftMargin" presStyleLbl="node1" presStyleIdx="7" presStyleCnt="10"/>
      <dgm:spPr/>
    </dgm:pt>
    <dgm:pt modelId="{E84B636D-0553-4A58-A032-6066E0147D33}" type="pres">
      <dgm:prSet presAssocID="{D1A373EE-5520-47AE-80B4-82053BC2B9DA}" presName="parentText" presStyleLbl="node1" presStyleIdx="8" presStyleCnt="10">
        <dgm:presLayoutVars>
          <dgm:chMax val="0"/>
          <dgm:bulletEnabled val="1"/>
        </dgm:presLayoutVars>
      </dgm:prSet>
      <dgm:spPr/>
    </dgm:pt>
    <dgm:pt modelId="{6C9CEA43-FD41-48D5-9564-A1B112741A8F}" type="pres">
      <dgm:prSet presAssocID="{D1A373EE-5520-47AE-80B4-82053BC2B9DA}" presName="negativeSpace" presStyleCnt="0"/>
      <dgm:spPr/>
    </dgm:pt>
    <dgm:pt modelId="{CB1186A3-11F7-4783-8897-63B14D539248}" type="pres">
      <dgm:prSet presAssocID="{D1A373EE-5520-47AE-80B4-82053BC2B9DA}" presName="childText" presStyleLbl="conFgAcc1" presStyleIdx="8" presStyleCnt="10">
        <dgm:presLayoutVars>
          <dgm:bulletEnabled val="1"/>
        </dgm:presLayoutVars>
      </dgm:prSet>
      <dgm:spPr/>
    </dgm:pt>
    <dgm:pt modelId="{956E87B4-C878-4C55-AEB3-67A043B6833A}" type="pres">
      <dgm:prSet presAssocID="{D63C84F0-5BA5-4F68-A21E-9B5FE88E5CAE}" presName="spaceBetweenRectangles" presStyleCnt="0"/>
      <dgm:spPr/>
    </dgm:pt>
    <dgm:pt modelId="{5B242F8A-D587-4C89-B2FC-C2E8E2EAC162}" type="pres">
      <dgm:prSet presAssocID="{1E39EA5F-DDA8-4E99-A800-4FC5BF006071}" presName="parentLin" presStyleCnt="0"/>
      <dgm:spPr/>
    </dgm:pt>
    <dgm:pt modelId="{85CC0248-F852-4D45-860E-D38585182267}" type="pres">
      <dgm:prSet presAssocID="{1E39EA5F-DDA8-4E99-A800-4FC5BF006071}" presName="parentLeftMargin" presStyleLbl="node1" presStyleIdx="8" presStyleCnt="10"/>
      <dgm:spPr/>
    </dgm:pt>
    <dgm:pt modelId="{8F34531D-ECAA-4495-9FF4-A4C0D9446FD0}" type="pres">
      <dgm:prSet presAssocID="{1E39EA5F-DDA8-4E99-A800-4FC5BF006071}" presName="parentText" presStyleLbl="node1" presStyleIdx="9" presStyleCnt="10">
        <dgm:presLayoutVars>
          <dgm:chMax val="0"/>
          <dgm:bulletEnabled val="1"/>
        </dgm:presLayoutVars>
      </dgm:prSet>
      <dgm:spPr/>
    </dgm:pt>
    <dgm:pt modelId="{8A1C077D-AE5D-4598-B8BC-886127E3D123}" type="pres">
      <dgm:prSet presAssocID="{1E39EA5F-DDA8-4E99-A800-4FC5BF006071}" presName="negativeSpace" presStyleCnt="0"/>
      <dgm:spPr/>
    </dgm:pt>
    <dgm:pt modelId="{844900C0-0251-4983-BC52-8AA99B8A5643}" type="pres">
      <dgm:prSet presAssocID="{1E39EA5F-DDA8-4E99-A800-4FC5BF006071}" presName="childText" presStyleLbl="conFgAcc1" presStyleIdx="9" presStyleCnt="10">
        <dgm:presLayoutVars>
          <dgm:bulletEnabled val="1"/>
        </dgm:presLayoutVars>
      </dgm:prSet>
      <dgm:spPr/>
    </dgm:pt>
  </dgm:ptLst>
  <dgm:cxnLst>
    <dgm:cxn modelId="{9FD0AF08-E5CB-46F6-939F-245528E21853}" type="presOf" srcId="{549A5A6D-B353-4E6E-8B3D-46B6FC13737F}" destId="{69B21580-FEEC-4271-B24D-B371649056A4}" srcOrd="0" destOrd="0" presId="urn:microsoft.com/office/officeart/2005/8/layout/list1"/>
    <dgm:cxn modelId="{502FC70B-F22A-409C-B0A2-A02DB3A0D077}" srcId="{5FE44C98-4F4C-4D00-9C4A-8B74053AA0D0}" destId="{4EA2E8E0-786F-4492-85D2-7B2AACB240DE}" srcOrd="7" destOrd="0" parTransId="{6C7A4E4D-E4EB-4937-B6AC-B8BFD3D16053}" sibTransId="{2FF67771-6AFA-4499-A26B-ABDFE551AED6}"/>
    <dgm:cxn modelId="{0C091C10-C036-4A6F-BC0F-F2C1C5DA51F9}" srcId="{5FE44C98-4F4C-4D00-9C4A-8B74053AA0D0}" destId="{6C5CC7F4-89B3-4BCA-8CC4-59C16E68F4A2}" srcOrd="1" destOrd="0" parTransId="{EFCE6787-F6E7-48E9-85FF-5A12D2666219}" sibTransId="{A7838C91-77D6-417A-8B21-CE59BE01D24D}"/>
    <dgm:cxn modelId="{774DAC14-BA8A-4B4A-9461-CADEDECA34BF}" type="presOf" srcId="{549A5A6D-B353-4E6E-8B3D-46B6FC13737F}" destId="{E61A0DD3-D8C4-4B8E-BD54-B0DC972C9052}" srcOrd="1" destOrd="0" presId="urn:microsoft.com/office/officeart/2005/8/layout/list1"/>
    <dgm:cxn modelId="{871E9F2B-4787-42DA-8F06-C2F64E295CC9}" type="presOf" srcId="{6C5CC7F4-89B3-4BCA-8CC4-59C16E68F4A2}" destId="{F4A535A6-4048-4D0D-876E-81D9FF2EEAD0}" srcOrd="1" destOrd="0" presId="urn:microsoft.com/office/officeart/2005/8/layout/list1"/>
    <dgm:cxn modelId="{C1582D2C-B791-4B1E-8488-98AF794BCAE9}" type="presOf" srcId="{D1A373EE-5520-47AE-80B4-82053BC2B9DA}" destId="{E84B636D-0553-4A58-A032-6066E0147D33}" srcOrd="1" destOrd="0" presId="urn:microsoft.com/office/officeart/2005/8/layout/list1"/>
    <dgm:cxn modelId="{3E89BF31-30A0-4EA7-9F52-FD9A8B8FD8B7}" type="presOf" srcId="{1E39EA5F-DDA8-4E99-A800-4FC5BF006071}" destId="{8F34531D-ECAA-4495-9FF4-A4C0D9446FD0}" srcOrd="1" destOrd="0" presId="urn:microsoft.com/office/officeart/2005/8/layout/list1"/>
    <dgm:cxn modelId="{7DBC773A-EF61-48BB-86BC-8EC17957DA04}" srcId="{5FE44C98-4F4C-4D00-9C4A-8B74053AA0D0}" destId="{7F6352EE-0194-4D44-B136-82E9E707C6A1}" srcOrd="3" destOrd="0" parTransId="{B65E35F4-8C3F-4555-A1DE-1A2BF03603BF}" sibTransId="{8D7FF506-5562-449A-AB21-D2683C6E893E}"/>
    <dgm:cxn modelId="{23202C3E-6432-4417-844A-539BF14317C0}" type="presOf" srcId="{4EA2E8E0-786F-4492-85D2-7B2AACB240DE}" destId="{98B0F37D-3E95-4378-B42F-8AE5AC713746}" srcOrd="0" destOrd="0" presId="urn:microsoft.com/office/officeart/2005/8/layout/list1"/>
    <dgm:cxn modelId="{AC076B66-8C67-46A6-92FA-80B954CA666D}" type="presOf" srcId="{4EA2E8E0-786F-4492-85D2-7B2AACB240DE}" destId="{589847FF-D7EB-4363-96F2-56C21A12B4B0}" srcOrd="1" destOrd="0" presId="urn:microsoft.com/office/officeart/2005/8/layout/list1"/>
    <dgm:cxn modelId="{5C077D66-C2C0-462B-BE9D-33AAC34B258A}" type="presOf" srcId="{861061DF-6AF5-4BCE-AF51-52FE128C4009}" destId="{B202138E-6F33-4139-9096-4FC06839ECE3}" srcOrd="0" destOrd="0" presId="urn:microsoft.com/office/officeart/2005/8/layout/list1"/>
    <dgm:cxn modelId="{89AA6968-FAEE-4F66-8820-57E9EF303A11}" type="presOf" srcId="{5418684B-47F2-475F-9F2F-F14AF886D39E}" destId="{6CC6D617-EADD-4935-A28D-C69D251E5633}" srcOrd="1" destOrd="0" presId="urn:microsoft.com/office/officeart/2005/8/layout/list1"/>
    <dgm:cxn modelId="{E8F80F6B-F2CB-43F8-899F-B2C5DB302D1B}" type="presOf" srcId="{5FE44C98-4F4C-4D00-9C4A-8B74053AA0D0}" destId="{BC65527E-2127-4232-A95A-615A009CA7AB}" srcOrd="0" destOrd="0" presId="urn:microsoft.com/office/officeart/2005/8/layout/list1"/>
    <dgm:cxn modelId="{DD1F7A6B-8842-40FD-BD4B-532494FE6D24}" type="presOf" srcId="{D1A373EE-5520-47AE-80B4-82053BC2B9DA}" destId="{BE40B1F9-2991-4359-82D2-A82D9B098CBB}" srcOrd="0" destOrd="0" presId="urn:microsoft.com/office/officeart/2005/8/layout/list1"/>
    <dgm:cxn modelId="{B0744E4C-EC91-408F-A475-B60BA571933B}" type="presOf" srcId="{7F6352EE-0194-4D44-B136-82E9E707C6A1}" destId="{95281AE0-8FD3-4E33-97B7-48EBC55CF18F}" srcOrd="1" destOrd="0" presId="urn:microsoft.com/office/officeart/2005/8/layout/list1"/>
    <dgm:cxn modelId="{B06A4D4F-FAC0-47D1-AF48-1F247B13167A}" type="presOf" srcId="{58DBA2F9-257F-47F0-B3E8-F1CCBA195ED7}" destId="{3794B1C5-8537-4F53-969E-4AF9834B2245}" srcOrd="0" destOrd="0" presId="urn:microsoft.com/office/officeart/2005/8/layout/list1"/>
    <dgm:cxn modelId="{CDD1EC50-D247-4CF7-807D-C228B1192745}" srcId="{5FE44C98-4F4C-4D00-9C4A-8B74053AA0D0}" destId="{D1A373EE-5520-47AE-80B4-82053BC2B9DA}" srcOrd="8" destOrd="0" parTransId="{747070C2-5372-447A-A638-10C449D08F5C}" sibTransId="{D63C84F0-5BA5-4F68-A21E-9B5FE88E5CAE}"/>
    <dgm:cxn modelId="{3EC5FE52-EFAC-4850-AFC2-7C31FC1EACE5}" srcId="{5FE44C98-4F4C-4D00-9C4A-8B74053AA0D0}" destId="{38D7297A-6282-4DBE-8D59-A77613DDB88C}" srcOrd="6" destOrd="0" parTransId="{A92E2CC4-94DC-48CC-93A8-A413F5D08FE3}" sibTransId="{DAB997DE-9445-4299-B337-F53CE646FFE1}"/>
    <dgm:cxn modelId="{21DF6954-56B0-457E-8FA0-700BB219A4B9}" type="presOf" srcId="{38D7297A-6282-4DBE-8D59-A77613DDB88C}" destId="{1F8498AE-01EB-4A94-8A7A-5DAF614E8E38}" srcOrd="1" destOrd="0" presId="urn:microsoft.com/office/officeart/2005/8/layout/list1"/>
    <dgm:cxn modelId="{FD420679-BAC9-4AD4-BC5F-1696F507D79A}" type="presOf" srcId="{38D7297A-6282-4DBE-8D59-A77613DDB88C}" destId="{18712010-725F-4C4A-9708-10101137D061}" srcOrd="0" destOrd="0" presId="urn:microsoft.com/office/officeart/2005/8/layout/list1"/>
    <dgm:cxn modelId="{253DD47F-9A54-425E-BCC5-3D7AA2952B91}" type="presOf" srcId="{861061DF-6AF5-4BCE-AF51-52FE128C4009}" destId="{9B0F7C33-3F31-4EFE-8D48-B41FD3020E4B}" srcOrd="1" destOrd="0" presId="urn:microsoft.com/office/officeart/2005/8/layout/list1"/>
    <dgm:cxn modelId="{17137A83-1167-46DC-905C-641E8C342C25}" srcId="{5FE44C98-4F4C-4D00-9C4A-8B74053AA0D0}" destId="{861061DF-6AF5-4BCE-AF51-52FE128C4009}" srcOrd="4" destOrd="0" parTransId="{D930E2BE-C487-44AE-B51A-FC852786A940}" sibTransId="{52A7DB86-69C2-4126-BCC6-C68D5308D295}"/>
    <dgm:cxn modelId="{4D8D5385-A9A3-4E16-828C-48C38711FE70}" srcId="{5FE44C98-4F4C-4D00-9C4A-8B74053AA0D0}" destId="{549A5A6D-B353-4E6E-8B3D-46B6FC13737F}" srcOrd="2" destOrd="0" parTransId="{E1AD7996-F420-437D-8FBE-ADE6EBD6FDEA}" sibTransId="{741E13EF-75A2-4CFC-8205-7B8A87544396}"/>
    <dgm:cxn modelId="{E190C989-4F3A-44EF-A96C-8CCD6BA6867A}" type="presOf" srcId="{58DBA2F9-257F-47F0-B3E8-F1CCBA195ED7}" destId="{32186261-7E83-4629-99BF-45220DBB3C2C}" srcOrd="1" destOrd="0" presId="urn:microsoft.com/office/officeart/2005/8/layout/list1"/>
    <dgm:cxn modelId="{84F96A8F-CD3D-4467-BA38-94881F16887A}" type="presOf" srcId="{5418684B-47F2-475F-9F2F-F14AF886D39E}" destId="{D61DE2FD-B32E-44C9-8480-26DFC4B591C2}" srcOrd="0" destOrd="0" presId="urn:microsoft.com/office/officeart/2005/8/layout/list1"/>
    <dgm:cxn modelId="{16BEBEB1-0AE4-4CEF-83BE-D54DA34B154B}" srcId="{5FE44C98-4F4C-4D00-9C4A-8B74053AA0D0}" destId="{5418684B-47F2-475F-9F2F-F14AF886D39E}" srcOrd="0" destOrd="0" parTransId="{AB446BCA-7BB9-4959-A1C8-12AD6042C510}" sibTransId="{BE5CDCC1-5C8A-4FF0-A9F5-D81435CD9C22}"/>
    <dgm:cxn modelId="{ECC682C8-43FC-400F-B63B-E06EBC67167F}" srcId="{5FE44C98-4F4C-4D00-9C4A-8B74053AA0D0}" destId="{58DBA2F9-257F-47F0-B3E8-F1CCBA195ED7}" srcOrd="5" destOrd="0" parTransId="{A44A06F0-DE43-4766-81EF-E5CCCF284F41}" sibTransId="{FAAAEF89-923D-43E0-9425-1145798EE4B8}"/>
    <dgm:cxn modelId="{DBDD53D2-E905-4B94-8DF9-85A34C82273B}" srcId="{5FE44C98-4F4C-4D00-9C4A-8B74053AA0D0}" destId="{1E39EA5F-DDA8-4E99-A800-4FC5BF006071}" srcOrd="9" destOrd="0" parTransId="{991EDB6A-DF52-4400-B1DB-3193AF902DEE}" sibTransId="{8CC877B4-E238-4F67-8C4D-2417B1D0F4D3}"/>
    <dgm:cxn modelId="{9B1390F9-2DEF-4DA1-9E02-5F0D0032567F}" type="presOf" srcId="{6C5CC7F4-89B3-4BCA-8CC4-59C16E68F4A2}" destId="{95E44ACE-1471-4491-8675-394898B25AE8}" srcOrd="0" destOrd="0" presId="urn:microsoft.com/office/officeart/2005/8/layout/list1"/>
    <dgm:cxn modelId="{4E8973FC-0708-4E5D-AC1A-36F756102441}" type="presOf" srcId="{7F6352EE-0194-4D44-B136-82E9E707C6A1}" destId="{0D625592-CB66-4701-BAD3-C768F661F6C0}" srcOrd="0" destOrd="0" presId="urn:microsoft.com/office/officeart/2005/8/layout/list1"/>
    <dgm:cxn modelId="{C2E174FE-E4FF-4322-99CC-908342715B88}" type="presOf" srcId="{1E39EA5F-DDA8-4E99-A800-4FC5BF006071}" destId="{85CC0248-F852-4D45-860E-D38585182267}" srcOrd="0" destOrd="0" presId="urn:microsoft.com/office/officeart/2005/8/layout/list1"/>
    <dgm:cxn modelId="{50640024-46E3-4836-86C7-3628EC7A9989}" type="presParOf" srcId="{BC65527E-2127-4232-A95A-615A009CA7AB}" destId="{9E274681-A72A-4590-917C-35CD9D1DB42D}" srcOrd="0" destOrd="0" presId="urn:microsoft.com/office/officeart/2005/8/layout/list1"/>
    <dgm:cxn modelId="{FE9D3EB3-6C1B-4E0F-8A65-44D1A9C1136F}" type="presParOf" srcId="{9E274681-A72A-4590-917C-35CD9D1DB42D}" destId="{D61DE2FD-B32E-44C9-8480-26DFC4B591C2}" srcOrd="0" destOrd="0" presId="urn:microsoft.com/office/officeart/2005/8/layout/list1"/>
    <dgm:cxn modelId="{0DE4CCA1-0567-4A4F-BFBF-F309EA17C28A}" type="presParOf" srcId="{9E274681-A72A-4590-917C-35CD9D1DB42D}" destId="{6CC6D617-EADD-4935-A28D-C69D251E5633}" srcOrd="1" destOrd="0" presId="urn:microsoft.com/office/officeart/2005/8/layout/list1"/>
    <dgm:cxn modelId="{927A8243-40F9-47BA-892A-E494BDEA1698}" type="presParOf" srcId="{BC65527E-2127-4232-A95A-615A009CA7AB}" destId="{F5252579-C06A-4C8E-9AAB-9A1387CA227F}" srcOrd="1" destOrd="0" presId="urn:microsoft.com/office/officeart/2005/8/layout/list1"/>
    <dgm:cxn modelId="{A80671B4-262F-42B4-A371-D381199D630F}" type="presParOf" srcId="{BC65527E-2127-4232-A95A-615A009CA7AB}" destId="{BFAE5A0B-4281-4336-8C99-6A1FE6B0AB08}" srcOrd="2" destOrd="0" presId="urn:microsoft.com/office/officeart/2005/8/layout/list1"/>
    <dgm:cxn modelId="{6934118E-9435-4CB3-92FA-FFBF161D500A}" type="presParOf" srcId="{BC65527E-2127-4232-A95A-615A009CA7AB}" destId="{8109890E-D346-4113-843A-596E9993A00D}" srcOrd="3" destOrd="0" presId="urn:microsoft.com/office/officeart/2005/8/layout/list1"/>
    <dgm:cxn modelId="{20CC6941-6B14-4613-B96F-85CFE12EB04A}" type="presParOf" srcId="{BC65527E-2127-4232-A95A-615A009CA7AB}" destId="{C713CC3F-E8C9-40F0-90F0-7EBA17DDFF13}" srcOrd="4" destOrd="0" presId="urn:microsoft.com/office/officeart/2005/8/layout/list1"/>
    <dgm:cxn modelId="{B251A57D-6EFC-47F4-9FD0-B9BD4575AE6C}" type="presParOf" srcId="{C713CC3F-E8C9-40F0-90F0-7EBA17DDFF13}" destId="{95E44ACE-1471-4491-8675-394898B25AE8}" srcOrd="0" destOrd="0" presId="urn:microsoft.com/office/officeart/2005/8/layout/list1"/>
    <dgm:cxn modelId="{718597B2-E3D3-4550-BF6F-6FA704EEB7D5}" type="presParOf" srcId="{C713CC3F-E8C9-40F0-90F0-7EBA17DDFF13}" destId="{F4A535A6-4048-4D0D-876E-81D9FF2EEAD0}" srcOrd="1" destOrd="0" presId="urn:microsoft.com/office/officeart/2005/8/layout/list1"/>
    <dgm:cxn modelId="{0D0B014E-56C8-4FD1-8508-592A8883CA40}" type="presParOf" srcId="{BC65527E-2127-4232-A95A-615A009CA7AB}" destId="{F0F1291C-38A8-487C-B91E-BA068E41E3E9}" srcOrd="5" destOrd="0" presId="urn:microsoft.com/office/officeart/2005/8/layout/list1"/>
    <dgm:cxn modelId="{19ECF79E-89EC-4FB9-A78C-E969C9D968C5}" type="presParOf" srcId="{BC65527E-2127-4232-A95A-615A009CA7AB}" destId="{0B2588FD-EBE3-47D5-ACCA-D98635A1BCCE}" srcOrd="6" destOrd="0" presId="urn:microsoft.com/office/officeart/2005/8/layout/list1"/>
    <dgm:cxn modelId="{30638665-39B7-49FA-A67C-8653A5DF2798}" type="presParOf" srcId="{BC65527E-2127-4232-A95A-615A009CA7AB}" destId="{0E9F17D5-6084-46D6-BF9E-7A5FC8EAD4F5}" srcOrd="7" destOrd="0" presId="urn:microsoft.com/office/officeart/2005/8/layout/list1"/>
    <dgm:cxn modelId="{DAD3FE03-E88B-457B-B7BE-76F63C4A5BB4}" type="presParOf" srcId="{BC65527E-2127-4232-A95A-615A009CA7AB}" destId="{B3FD4626-97FA-4428-A1D4-7E3CC2DBA856}" srcOrd="8" destOrd="0" presId="urn:microsoft.com/office/officeart/2005/8/layout/list1"/>
    <dgm:cxn modelId="{EE9CC801-CFFB-4D3D-A7E9-5C85A030C7FB}" type="presParOf" srcId="{B3FD4626-97FA-4428-A1D4-7E3CC2DBA856}" destId="{69B21580-FEEC-4271-B24D-B371649056A4}" srcOrd="0" destOrd="0" presId="urn:microsoft.com/office/officeart/2005/8/layout/list1"/>
    <dgm:cxn modelId="{316A3469-5B94-4080-AB8F-6FC8958F5303}" type="presParOf" srcId="{B3FD4626-97FA-4428-A1D4-7E3CC2DBA856}" destId="{E61A0DD3-D8C4-4B8E-BD54-B0DC972C9052}" srcOrd="1" destOrd="0" presId="urn:microsoft.com/office/officeart/2005/8/layout/list1"/>
    <dgm:cxn modelId="{04E8EB51-B604-4EE2-9D32-9002E271C9BF}" type="presParOf" srcId="{BC65527E-2127-4232-A95A-615A009CA7AB}" destId="{69C45923-0E15-4697-9AC6-6DF48033CE40}" srcOrd="9" destOrd="0" presId="urn:microsoft.com/office/officeart/2005/8/layout/list1"/>
    <dgm:cxn modelId="{38741A98-DAC2-4E42-AB4C-4CD57AC1FF9E}" type="presParOf" srcId="{BC65527E-2127-4232-A95A-615A009CA7AB}" destId="{5B49352C-4DA4-4E21-9046-9D227B905159}" srcOrd="10" destOrd="0" presId="urn:microsoft.com/office/officeart/2005/8/layout/list1"/>
    <dgm:cxn modelId="{71A9858C-01FD-42E3-B8D9-ABD3262077B6}" type="presParOf" srcId="{BC65527E-2127-4232-A95A-615A009CA7AB}" destId="{8B4ED307-B8FD-4726-AAAC-D338AC8BA1CC}" srcOrd="11" destOrd="0" presId="urn:microsoft.com/office/officeart/2005/8/layout/list1"/>
    <dgm:cxn modelId="{382E8CC8-44BC-48CA-A4F6-BD620D2069B7}" type="presParOf" srcId="{BC65527E-2127-4232-A95A-615A009CA7AB}" destId="{A63C868E-C233-49BD-A0D2-32C05E1AD0D5}" srcOrd="12" destOrd="0" presId="urn:microsoft.com/office/officeart/2005/8/layout/list1"/>
    <dgm:cxn modelId="{28704A05-83AA-434C-BC78-381073E2A36F}" type="presParOf" srcId="{A63C868E-C233-49BD-A0D2-32C05E1AD0D5}" destId="{0D625592-CB66-4701-BAD3-C768F661F6C0}" srcOrd="0" destOrd="0" presId="urn:microsoft.com/office/officeart/2005/8/layout/list1"/>
    <dgm:cxn modelId="{077ED563-5F2D-4798-9407-AA80632545D8}" type="presParOf" srcId="{A63C868E-C233-49BD-A0D2-32C05E1AD0D5}" destId="{95281AE0-8FD3-4E33-97B7-48EBC55CF18F}" srcOrd="1" destOrd="0" presId="urn:microsoft.com/office/officeart/2005/8/layout/list1"/>
    <dgm:cxn modelId="{62D4B0E1-D70D-448B-AC5C-CE3AA13B6BD9}" type="presParOf" srcId="{BC65527E-2127-4232-A95A-615A009CA7AB}" destId="{87DE00A3-AEE2-4F02-8768-F87F847181B8}" srcOrd="13" destOrd="0" presId="urn:microsoft.com/office/officeart/2005/8/layout/list1"/>
    <dgm:cxn modelId="{13E8494F-0F4D-4A56-8717-9D901073B21E}" type="presParOf" srcId="{BC65527E-2127-4232-A95A-615A009CA7AB}" destId="{E4B77256-DAFF-44BA-8FF8-F45955D6FF3E}" srcOrd="14" destOrd="0" presId="urn:microsoft.com/office/officeart/2005/8/layout/list1"/>
    <dgm:cxn modelId="{F6E6E435-4A08-4701-997B-80B50D887F96}" type="presParOf" srcId="{BC65527E-2127-4232-A95A-615A009CA7AB}" destId="{4382BEFE-430B-41AF-A600-5AA9B2B890EF}" srcOrd="15" destOrd="0" presId="urn:microsoft.com/office/officeart/2005/8/layout/list1"/>
    <dgm:cxn modelId="{3E21B884-75CF-4026-AC54-286B6808A924}" type="presParOf" srcId="{BC65527E-2127-4232-A95A-615A009CA7AB}" destId="{2E2B611A-AFD3-4934-909D-42803A59B738}" srcOrd="16" destOrd="0" presId="urn:microsoft.com/office/officeart/2005/8/layout/list1"/>
    <dgm:cxn modelId="{423F8AE7-1D3A-419A-B4BB-7F8A7AB3CA3A}" type="presParOf" srcId="{2E2B611A-AFD3-4934-909D-42803A59B738}" destId="{B202138E-6F33-4139-9096-4FC06839ECE3}" srcOrd="0" destOrd="0" presId="urn:microsoft.com/office/officeart/2005/8/layout/list1"/>
    <dgm:cxn modelId="{8C8567C9-C643-4DC9-9652-71D880A971AB}" type="presParOf" srcId="{2E2B611A-AFD3-4934-909D-42803A59B738}" destId="{9B0F7C33-3F31-4EFE-8D48-B41FD3020E4B}" srcOrd="1" destOrd="0" presId="urn:microsoft.com/office/officeart/2005/8/layout/list1"/>
    <dgm:cxn modelId="{B7151A87-E559-422A-82DE-EE13D976FF12}" type="presParOf" srcId="{BC65527E-2127-4232-A95A-615A009CA7AB}" destId="{E3A399DD-C8BA-406D-845C-6705092564AC}" srcOrd="17" destOrd="0" presId="urn:microsoft.com/office/officeart/2005/8/layout/list1"/>
    <dgm:cxn modelId="{1C34C82A-A324-49BC-AF98-942DC707FC5D}" type="presParOf" srcId="{BC65527E-2127-4232-A95A-615A009CA7AB}" destId="{E815F9CC-3724-4B17-AFF6-CF3EAE032C33}" srcOrd="18" destOrd="0" presId="urn:microsoft.com/office/officeart/2005/8/layout/list1"/>
    <dgm:cxn modelId="{0DBF9CF7-5D02-49B1-BBBB-8D88C061E191}" type="presParOf" srcId="{BC65527E-2127-4232-A95A-615A009CA7AB}" destId="{8070BBA4-D451-4CF4-A676-CC9D3C56ABF0}" srcOrd="19" destOrd="0" presId="urn:microsoft.com/office/officeart/2005/8/layout/list1"/>
    <dgm:cxn modelId="{EC9FCD9B-7D13-4233-A636-6A5FFFE19519}" type="presParOf" srcId="{BC65527E-2127-4232-A95A-615A009CA7AB}" destId="{49AD3E04-4EA4-4E5C-AED0-C9FF1310CE2C}" srcOrd="20" destOrd="0" presId="urn:microsoft.com/office/officeart/2005/8/layout/list1"/>
    <dgm:cxn modelId="{96E44101-55FA-4BA4-9F2E-737F32DEBF07}" type="presParOf" srcId="{49AD3E04-4EA4-4E5C-AED0-C9FF1310CE2C}" destId="{3794B1C5-8537-4F53-969E-4AF9834B2245}" srcOrd="0" destOrd="0" presId="urn:microsoft.com/office/officeart/2005/8/layout/list1"/>
    <dgm:cxn modelId="{B5166BB0-82FD-4671-86DC-D8D23A40E428}" type="presParOf" srcId="{49AD3E04-4EA4-4E5C-AED0-C9FF1310CE2C}" destId="{32186261-7E83-4629-99BF-45220DBB3C2C}" srcOrd="1" destOrd="0" presId="urn:microsoft.com/office/officeart/2005/8/layout/list1"/>
    <dgm:cxn modelId="{099AEEA1-4363-43CF-AABC-9AE59E3E76A9}" type="presParOf" srcId="{BC65527E-2127-4232-A95A-615A009CA7AB}" destId="{2D44E635-506C-4B71-9DF1-B198E9196A8A}" srcOrd="21" destOrd="0" presId="urn:microsoft.com/office/officeart/2005/8/layout/list1"/>
    <dgm:cxn modelId="{284C4F4C-C9FA-4425-829C-A65A8DF835F2}" type="presParOf" srcId="{BC65527E-2127-4232-A95A-615A009CA7AB}" destId="{3BF06494-79AA-4B7B-B0C4-F124F3CDE126}" srcOrd="22" destOrd="0" presId="urn:microsoft.com/office/officeart/2005/8/layout/list1"/>
    <dgm:cxn modelId="{97321577-C1D1-4952-8366-166708A9FF10}" type="presParOf" srcId="{BC65527E-2127-4232-A95A-615A009CA7AB}" destId="{F4D0EBB3-061B-4C1F-8894-DE11A6C2E29E}" srcOrd="23" destOrd="0" presId="urn:microsoft.com/office/officeart/2005/8/layout/list1"/>
    <dgm:cxn modelId="{CF0B3A85-AA83-48BE-8CAB-0CA74FE413F4}" type="presParOf" srcId="{BC65527E-2127-4232-A95A-615A009CA7AB}" destId="{91ABEE9A-91A6-4F85-ABEF-401EE2A80921}" srcOrd="24" destOrd="0" presId="urn:microsoft.com/office/officeart/2005/8/layout/list1"/>
    <dgm:cxn modelId="{363BA9AB-1BCF-4916-8662-4299268AEDC8}" type="presParOf" srcId="{91ABEE9A-91A6-4F85-ABEF-401EE2A80921}" destId="{18712010-725F-4C4A-9708-10101137D061}" srcOrd="0" destOrd="0" presId="urn:microsoft.com/office/officeart/2005/8/layout/list1"/>
    <dgm:cxn modelId="{104C2102-9333-4934-8154-99367F67BEC1}" type="presParOf" srcId="{91ABEE9A-91A6-4F85-ABEF-401EE2A80921}" destId="{1F8498AE-01EB-4A94-8A7A-5DAF614E8E38}" srcOrd="1" destOrd="0" presId="urn:microsoft.com/office/officeart/2005/8/layout/list1"/>
    <dgm:cxn modelId="{05966338-3961-48E0-A7F2-C10526585DB7}" type="presParOf" srcId="{BC65527E-2127-4232-A95A-615A009CA7AB}" destId="{6A33C55D-E53B-4989-B2D2-3346FEDF2386}" srcOrd="25" destOrd="0" presId="urn:microsoft.com/office/officeart/2005/8/layout/list1"/>
    <dgm:cxn modelId="{096CADA9-21B3-4873-9057-CC45A35E5DCF}" type="presParOf" srcId="{BC65527E-2127-4232-A95A-615A009CA7AB}" destId="{AC400C50-563F-48C2-9284-1F75FDF3B4F9}" srcOrd="26" destOrd="0" presId="urn:microsoft.com/office/officeart/2005/8/layout/list1"/>
    <dgm:cxn modelId="{85EAB486-D8FE-42D2-A8B7-1878468D0D78}" type="presParOf" srcId="{BC65527E-2127-4232-A95A-615A009CA7AB}" destId="{1AFF3378-BFD6-434D-B3EE-2F7039E6FA07}" srcOrd="27" destOrd="0" presId="urn:microsoft.com/office/officeart/2005/8/layout/list1"/>
    <dgm:cxn modelId="{503405E5-D38D-4889-B891-F66407930F25}" type="presParOf" srcId="{BC65527E-2127-4232-A95A-615A009CA7AB}" destId="{07637332-9D1E-4FBE-8687-9F2F77EAD879}" srcOrd="28" destOrd="0" presId="urn:microsoft.com/office/officeart/2005/8/layout/list1"/>
    <dgm:cxn modelId="{1F0E567E-D4BA-45A4-BE5E-F98C0A2C7999}" type="presParOf" srcId="{07637332-9D1E-4FBE-8687-9F2F77EAD879}" destId="{98B0F37D-3E95-4378-B42F-8AE5AC713746}" srcOrd="0" destOrd="0" presId="urn:microsoft.com/office/officeart/2005/8/layout/list1"/>
    <dgm:cxn modelId="{3E238A8C-6B8D-466E-8C52-48CE3003A633}" type="presParOf" srcId="{07637332-9D1E-4FBE-8687-9F2F77EAD879}" destId="{589847FF-D7EB-4363-96F2-56C21A12B4B0}" srcOrd="1" destOrd="0" presId="urn:microsoft.com/office/officeart/2005/8/layout/list1"/>
    <dgm:cxn modelId="{169566DE-1B8F-4E39-89B1-BD41FBF0DDC3}" type="presParOf" srcId="{BC65527E-2127-4232-A95A-615A009CA7AB}" destId="{F93930C2-BFC7-4DB1-839B-747F96145990}" srcOrd="29" destOrd="0" presId="urn:microsoft.com/office/officeart/2005/8/layout/list1"/>
    <dgm:cxn modelId="{0CA316F0-88A8-41F0-9BCE-CA572D08A952}" type="presParOf" srcId="{BC65527E-2127-4232-A95A-615A009CA7AB}" destId="{1BFAB323-E225-43F1-A924-6AC936C6EA29}" srcOrd="30" destOrd="0" presId="urn:microsoft.com/office/officeart/2005/8/layout/list1"/>
    <dgm:cxn modelId="{356BADD2-47A3-4410-BD8B-C8ADC6C96DDA}" type="presParOf" srcId="{BC65527E-2127-4232-A95A-615A009CA7AB}" destId="{F4731C62-58B4-4D33-8073-5F1501A244F6}" srcOrd="31" destOrd="0" presId="urn:microsoft.com/office/officeart/2005/8/layout/list1"/>
    <dgm:cxn modelId="{D8C0CA8F-7CEE-47B0-B43E-49E3C31FAB09}" type="presParOf" srcId="{BC65527E-2127-4232-A95A-615A009CA7AB}" destId="{F49A58B9-2877-4226-BDAF-5782FCB30D5E}" srcOrd="32" destOrd="0" presId="urn:microsoft.com/office/officeart/2005/8/layout/list1"/>
    <dgm:cxn modelId="{E1D0BBBC-B7B8-40F5-A0ED-9821DF68B440}" type="presParOf" srcId="{F49A58B9-2877-4226-BDAF-5782FCB30D5E}" destId="{BE40B1F9-2991-4359-82D2-A82D9B098CBB}" srcOrd="0" destOrd="0" presId="urn:microsoft.com/office/officeart/2005/8/layout/list1"/>
    <dgm:cxn modelId="{174AD1CF-4A0E-4883-A189-62D54BEE86DE}" type="presParOf" srcId="{F49A58B9-2877-4226-BDAF-5782FCB30D5E}" destId="{E84B636D-0553-4A58-A032-6066E0147D33}" srcOrd="1" destOrd="0" presId="urn:microsoft.com/office/officeart/2005/8/layout/list1"/>
    <dgm:cxn modelId="{68EF78DA-9A5A-4EE9-A9E8-3DC0CEDBAA88}" type="presParOf" srcId="{BC65527E-2127-4232-A95A-615A009CA7AB}" destId="{6C9CEA43-FD41-48D5-9564-A1B112741A8F}" srcOrd="33" destOrd="0" presId="urn:microsoft.com/office/officeart/2005/8/layout/list1"/>
    <dgm:cxn modelId="{95EFD892-E2F2-4F02-9DB3-04E615A9D58D}" type="presParOf" srcId="{BC65527E-2127-4232-A95A-615A009CA7AB}" destId="{CB1186A3-11F7-4783-8897-63B14D539248}" srcOrd="34" destOrd="0" presId="urn:microsoft.com/office/officeart/2005/8/layout/list1"/>
    <dgm:cxn modelId="{B7D8EC08-DE83-4275-A702-A6517EA1F725}" type="presParOf" srcId="{BC65527E-2127-4232-A95A-615A009CA7AB}" destId="{956E87B4-C878-4C55-AEB3-67A043B6833A}" srcOrd="35" destOrd="0" presId="urn:microsoft.com/office/officeart/2005/8/layout/list1"/>
    <dgm:cxn modelId="{63D95C81-6E17-4399-B68E-EA70C45C0DFB}" type="presParOf" srcId="{BC65527E-2127-4232-A95A-615A009CA7AB}" destId="{5B242F8A-D587-4C89-B2FC-C2E8E2EAC162}" srcOrd="36" destOrd="0" presId="urn:microsoft.com/office/officeart/2005/8/layout/list1"/>
    <dgm:cxn modelId="{F09D66A8-11C0-431B-A4A4-649CC11C8451}" type="presParOf" srcId="{5B242F8A-D587-4C89-B2FC-C2E8E2EAC162}" destId="{85CC0248-F852-4D45-860E-D38585182267}" srcOrd="0" destOrd="0" presId="urn:microsoft.com/office/officeart/2005/8/layout/list1"/>
    <dgm:cxn modelId="{14C9D8B0-3CC8-4AD1-8E89-51EA0FCC976C}" type="presParOf" srcId="{5B242F8A-D587-4C89-B2FC-C2E8E2EAC162}" destId="{8F34531D-ECAA-4495-9FF4-A4C0D9446FD0}" srcOrd="1" destOrd="0" presId="urn:microsoft.com/office/officeart/2005/8/layout/list1"/>
    <dgm:cxn modelId="{C56C9CC9-528C-4FF8-AA56-573000B53351}" type="presParOf" srcId="{BC65527E-2127-4232-A95A-615A009CA7AB}" destId="{8A1C077D-AE5D-4598-B8BC-886127E3D123}" srcOrd="37" destOrd="0" presId="urn:microsoft.com/office/officeart/2005/8/layout/list1"/>
    <dgm:cxn modelId="{616BAC8D-85BD-4F08-966C-6C20E80012F0}" type="presParOf" srcId="{BC65527E-2127-4232-A95A-615A009CA7AB}" destId="{844900C0-0251-4983-BC52-8AA99B8A5643}" srcOrd="3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EB61426-20C3-4390-99AB-72F01C382581}" type="doc">
      <dgm:prSet loTypeId="urn:microsoft.com/office/officeart/2005/8/layout/list1" loCatId="list" qsTypeId="urn:microsoft.com/office/officeart/2005/8/quickstyle/simple2" qsCatId="simple" csTypeId="urn:microsoft.com/office/officeart/2005/8/colors/colorful3" csCatId="colorful" phldr="1"/>
      <dgm:spPr/>
      <dgm:t>
        <a:bodyPr/>
        <a:lstStyle/>
        <a:p>
          <a:endParaRPr lang="ru-BY"/>
        </a:p>
      </dgm:t>
    </dgm:pt>
    <dgm:pt modelId="{E46B3A23-FB67-4C81-B791-4202FF2A5EF1}">
      <dgm:prSet phldrT="[Текст]" custT="1"/>
      <dgm:spPr/>
      <dgm:t>
        <a:bodyPr/>
        <a:lstStyle/>
        <a:p>
          <a:r>
            <a:rPr lang="ru-RU" sz="1600" b="1" dirty="0"/>
            <a:t>Разработка устава проекта</a:t>
          </a:r>
          <a:endParaRPr lang="ru-BY" sz="1600" b="1" dirty="0"/>
        </a:p>
      </dgm:t>
    </dgm:pt>
    <dgm:pt modelId="{423067A8-3741-4A93-B08D-A27A9D25F600}" type="parTrans" cxnId="{93E10476-97BE-48EA-87DD-A4CBDC27B896}">
      <dgm:prSet/>
      <dgm:spPr/>
      <dgm:t>
        <a:bodyPr/>
        <a:lstStyle/>
        <a:p>
          <a:endParaRPr lang="ru-BY"/>
        </a:p>
      </dgm:t>
    </dgm:pt>
    <dgm:pt modelId="{86D91C15-EC99-49F4-A34E-2556A11D128A}" type="sibTrans" cxnId="{93E10476-97BE-48EA-87DD-A4CBDC27B896}">
      <dgm:prSet/>
      <dgm:spPr/>
      <dgm:t>
        <a:bodyPr/>
        <a:lstStyle/>
        <a:p>
          <a:endParaRPr lang="ru-BY"/>
        </a:p>
      </dgm:t>
    </dgm:pt>
    <dgm:pt modelId="{A5E5FE57-520A-4055-9966-0C33C0623C73}">
      <dgm:prSet phldrT="[Текст]" custT="1"/>
      <dgm:spPr/>
      <dgm:t>
        <a:bodyPr/>
        <a:lstStyle/>
        <a:p>
          <a:r>
            <a:rPr lang="ru-RU" sz="1600" b="1" dirty="0"/>
            <a:t>Разработка плана управления проектом</a:t>
          </a:r>
          <a:endParaRPr lang="ru-BY" sz="1600" b="1" dirty="0"/>
        </a:p>
      </dgm:t>
    </dgm:pt>
    <dgm:pt modelId="{54185F52-A605-45B1-B453-B6B4D650AFC2}" type="parTrans" cxnId="{6CB80CD1-1E81-44BF-9CE8-2435BB282810}">
      <dgm:prSet/>
      <dgm:spPr/>
      <dgm:t>
        <a:bodyPr/>
        <a:lstStyle/>
        <a:p>
          <a:endParaRPr lang="ru-BY"/>
        </a:p>
      </dgm:t>
    </dgm:pt>
    <dgm:pt modelId="{B1618763-5163-4FE0-8171-2317B369BC8A}" type="sibTrans" cxnId="{6CB80CD1-1E81-44BF-9CE8-2435BB282810}">
      <dgm:prSet/>
      <dgm:spPr/>
      <dgm:t>
        <a:bodyPr/>
        <a:lstStyle/>
        <a:p>
          <a:endParaRPr lang="ru-BY"/>
        </a:p>
      </dgm:t>
    </dgm:pt>
    <dgm:pt modelId="{92ADED41-3A1E-498C-869E-9717B1B96867}">
      <dgm:prSet phldrT="[Текст]" custT="1"/>
      <dgm:spPr/>
      <dgm:t>
        <a:bodyPr/>
        <a:lstStyle/>
        <a:p>
          <a:r>
            <a:rPr lang="ru-RU" sz="1600" b="1" dirty="0"/>
            <a:t>Составление рабочей структуры проекта (WBS)</a:t>
          </a:r>
          <a:endParaRPr lang="ru-BY" sz="1600" b="1" dirty="0"/>
        </a:p>
      </dgm:t>
    </dgm:pt>
    <dgm:pt modelId="{F6918F95-DB99-4D14-B071-F649C691650D}" type="parTrans" cxnId="{6C35D790-6A39-4CC0-86C7-D37662DCC6A0}">
      <dgm:prSet/>
      <dgm:spPr/>
      <dgm:t>
        <a:bodyPr/>
        <a:lstStyle/>
        <a:p>
          <a:endParaRPr lang="ru-BY"/>
        </a:p>
      </dgm:t>
    </dgm:pt>
    <dgm:pt modelId="{59617686-B738-4DDC-A601-FF661BBABC1E}" type="sibTrans" cxnId="{6C35D790-6A39-4CC0-86C7-D37662DCC6A0}">
      <dgm:prSet/>
      <dgm:spPr/>
      <dgm:t>
        <a:bodyPr/>
        <a:lstStyle/>
        <a:p>
          <a:endParaRPr lang="ru-BY"/>
        </a:p>
      </dgm:t>
    </dgm:pt>
    <dgm:pt modelId="{DB14161B-0B94-49F5-9046-4F023DF69DB1}">
      <dgm:prSet phldrT="[Текст]" custT="1"/>
      <dgm:spPr/>
      <dgm:t>
        <a:bodyPr/>
        <a:lstStyle/>
        <a:p>
          <a:r>
            <a:rPr lang="ru-RU" sz="1600" b="1" dirty="0"/>
            <a:t>Разработка расписания проекта </a:t>
          </a:r>
          <a:endParaRPr lang="ru-BY" sz="1600" b="1" dirty="0"/>
        </a:p>
      </dgm:t>
    </dgm:pt>
    <dgm:pt modelId="{702D5333-6616-4BB5-9B73-99539EB9CE5D}" type="parTrans" cxnId="{839A8035-6C86-4AE9-999E-CE0E58FC0472}">
      <dgm:prSet/>
      <dgm:spPr/>
      <dgm:t>
        <a:bodyPr/>
        <a:lstStyle/>
        <a:p>
          <a:endParaRPr lang="ru-BY"/>
        </a:p>
      </dgm:t>
    </dgm:pt>
    <dgm:pt modelId="{227910B0-54D7-4854-87CC-64BE978D856A}" type="sibTrans" cxnId="{839A8035-6C86-4AE9-999E-CE0E58FC0472}">
      <dgm:prSet/>
      <dgm:spPr/>
      <dgm:t>
        <a:bodyPr/>
        <a:lstStyle/>
        <a:p>
          <a:endParaRPr lang="ru-BY"/>
        </a:p>
      </dgm:t>
    </dgm:pt>
    <dgm:pt modelId="{48D80E2B-F865-471D-8217-630058188C3F}">
      <dgm:prSet phldrT="[Текст]" custT="1"/>
      <dgm:spPr/>
      <dgm:t>
        <a:bodyPr/>
        <a:lstStyle/>
        <a:p>
          <a:r>
            <a:rPr lang="ru-RU" sz="1600" b="1" dirty="0"/>
            <a:t>Разработка бюджета проекта</a:t>
          </a:r>
          <a:endParaRPr lang="ru-BY" sz="1600" b="1" dirty="0"/>
        </a:p>
      </dgm:t>
    </dgm:pt>
    <dgm:pt modelId="{29C91774-9699-4C1E-A1F4-77CC388E7AB6}" type="parTrans" cxnId="{C205DDBC-876B-4FBE-A991-52AD1FBCB591}">
      <dgm:prSet/>
      <dgm:spPr/>
      <dgm:t>
        <a:bodyPr/>
        <a:lstStyle/>
        <a:p>
          <a:endParaRPr lang="ru-BY"/>
        </a:p>
      </dgm:t>
    </dgm:pt>
    <dgm:pt modelId="{881EACF6-E44E-482C-B822-E4A870D46E9D}" type="sibTrans" cxnId="{C205DDBC-876B-4FBE-A991-52AD1FBCB591}">
      <dgm:prSet/>
      <dgm:spPr/>
      <dgm:t>
        <a:bodyPr/>
        <a:lstStyle/>
        <a:p>
          <a:endParaRPr lang="ru-BY"/>
        </a:p>
      </dgm:t>
    </dgm:pt>
    <dgm:pt modelId="{9CDA72AA-9E1A-44EB-9A29-ACC8312DE9A4}">
      <dgm:prSet phldrT="[Текст]" custT="1"/>
      <dgm:spPr/>
      <dgm:t>
        <a:bodyPr/>
        <a:lstStyle/>
        <a:p>
          <a:r>
            <a:rPr lang="ru-RU" sz="1600" b="1" dirty="0"/>
            <a:t>Планирование качества проекта</a:t>
          </a:r>
          <a:endParaRPr lang="ru-BY" sz="1600" b="1" dirty="0"/>
        </a:p>
      </dgm:t>
    </dgm:pt>
    <dgm:pt modelId="{8F90CDD2-55F6-4321-9935-78034970CBF8}" type="parTrans" cxnId="{5C5B7B24-115B-4E64-8E3D-AD2EDF32D709}">
      <dgm:prSet/>
      <dgm:spPr/>
      <dgm:t>
        <a:bodyPr/>
        <a:lstStyle/>
        <a:p>
          <a:endParaRPr lang="ru-BY"/>
        </a:p>
      </dgm:t>
    </dgm:pt>
    <dgm:pt modelId="{084EA619-B823-419E-851A-FEE4F43A191C}" type="sibTrans" cxnId="{5C5B7B24-115B-4E64-8E3D-AD2EDF32D709}">
      <dgm:prSet/>
      <dgm:spPr/>
      <dgm:t>
        <a:bodyPr/>
        <a:lstStyle/>
        <a:p>
          <a:endParaRPr lang="ru-BY"/>
        </a:p>
      </dgm:t>
    </dgm:pt>
    <dgm:pt modelId="{EE2F807A-7AE9-42CB-BCD3-C48B78DC98D4}">
      <dgm:prSet phldrT="[Текст]" custT="1"/>
      <dgm:spPr/>
      <dgm:t>
        <a:bodyPr/>
        <a:lstStyle/>
        <a:p>
          <a:r>
            <a:rPr lang="ru-RU" sz="1600" b="1" dirty="0"/>
            <a:t>Планирование управления рисками</a:t>
          </a:r>
          <a:endParaRPr lang="ru-BY" sz="1600" b="1" dirty="0"/>
        </a:p>
      </dgm:t>
    </dgm:pt>
    <dgm:pt modelId="{B9A96FBE-554A-4295-B77A-71AF8FFE5399}" type="parTrans" cxnId="{5E1AE0E2-9D86-4C61-8332-94A683062C90}">
      <dgm:prSet/>
      <dgm:spPr/>
      <dgm:t>
        <a:bodyPr/>
        <a:lstStyle/>
        <a:p>
          <a:endParaRPr lang="ru-BY"/>
        </a:p>
      </dgm:t>
    </dgm:pt>
    <dgm:pt modelId="{76635D0B-B2BC-428F-A285-1F0D97988DC4}" type="sibTrans" cxnId="{5E1AE0E2-9D86-4C61-8332-94A683062C90}">
      <dgm:prSet/>
      <dgm:spPr/>
      <dgm:t>
        <a:bodyPr/>
        <a:lstStyle/>
        <a:p>
          <a:endParaRPr lang="ru-BY"/>
        </a:p>
      </dgm:t>
    </dgm:pt>
    <dgm:pt modelId="{B52F43A6-53FA-4CAB-AA55-380A903FBABB}">
      <dgm:prSet phldrT="[Текст]" custT="1"/>
      <dgm:spPr/>
      <dgm:t>
        <a:bodyPr/>
        <a:lstStyle/>
        <a:p>
          <a:r>
            <a:rPr lang="ru-RU" sz="1600" b="1" dirty="0"/>
            <a:t>Планирование коммуникаций</a:t>
          </a:r>
          <a:endParaRPr lang="ru-BY" sz="1600" b="1" dirty="0"/>
        </a:p>
      </dgm:t>
    </dgm:pt>
    <dgm:pt modelId="{395A43D7-8939-4C39-9F5D-1CCD673BB641}" type="parTrans" cxnId="{AACEDC3E-3845-4DFE-A76F-B82AC20A5905}">
      <dgm:prSet/>
      <dgm:spPr/>
      <dgm:t>
        <a:bodyPr/>
        <a:lstStyle/>
        <a:p>
          <a:endParaRPr lang="ru-BY"/>
        </a:p>
      </dgm:t>
    </dgm:pt>
    <dgm:pt modelId="{36E0CF4D-90D9-4BE5-8DF0-19E2D25D7170}" type="sibTrans" cxnId="{AACEDC3E-3845-4DFE-A76F-B82AC20A5905}">
      <dgm:prSet/>
      <dgm:spPr/>
      <dgm:t>
        <a:bodyPr/>
        <a:lstStyle/>
        <a:p>
          <a:endParaRPr lang="ru-BY"/>
        </a:p>
      </dgm:t>
    </dgm:pt>
    <dgm:pt modelId="{1DBC9243-1640-4500-B616-1542C670E937}" type="pres">
      <dgm:prSet presAssocID="{6EB61426-20C3-4390-99AB-72F01C382581}" presName="linear" presStyleCnt="0">
        <dgm:presLayoutVars>
          <dgm:dir/>
          <dgm:animLvl val="lvl"/>
          <dgm:resizeHandles val="exact"/>
        </dgm:presLayoutVars>
      </dgm:prSet>
      <dgm:spPr/>
    </dgm:pt>
    <dgm:pt modelId="{D464A817-9891-45F8-BFA8-00CB46A13B37}" type="pres">
      <dgm:prSet presAssocID="{E46B3A23-FB67-4C81-B791-4202FF2A5EF1}" presName="parentLin" presStyleCnt="0"/>
      <dgm:spPr/>
    </dgm:pt>
    <dgm:pt modelId="{3D27F223-09F7-404E-9034-2547F75DD1D0}" type="pres">
      <dgm:prSet presAssocID="{E46B3A23-FB67-4C81-B791-4202FF2A5EF1}" presName="parentLeftMargin" presStyleLbl="node1" presStyleIdx="0" presStyleCnt="8"/>
      <dgm:spPr/>
    </dgm:pt>
    <dgm:pt modelId="{D51E50DF-FCD9-4194-8576-77DAEC598ED8}" type="pres">
      <dgm:prSet presAssocID="{E46B3A23-FB67-4C81-B791-4202FF2A5EF1}" presName="parentText" presStyleLbl="node1" presStyleIdx="0" presStyleCnt="8">
        <dgm:presLayoutVars>
          <dgm:chMax val="0"/>
          <dgm:bulletEnabled val="1"/>
        </dgm:presLayoutVars>
      </dgm:prSet>
      <dgm:spPr/>
    </dgm:pt>
    <dgm:pt modelId="{BADAF043-D368-4009-9A21-4DF930CB952A}" type="pres">
      <dgm:prSet presAssocID="{E46B3A23-FB67-4C81-B791-4202FF2A5EF1}" presName="negativeSpace" presStyleCnt="0"/>
      <dgm:spPr/>
    </dgm:pt>
    <dgm:pt modelId="{6F857D4F-37DB-40DF-B536-2071357B3088}" type="pres">
      <dgm:prSet presAssocID="{E46B3A23-FB67-4C81-B791-4202FF2A5EF1}" presName="childText" presStyleLbl="conFgAcc1" presStyleIdx="0" presStyleCnt="8">
        <dgm:presLayoutVars>
          <dgm:bulletEnabled val="1"/>
        </dgm:presLayoutVars>
      </dgm:prSet>
      <dgm:spPr/>
    </dgm:pt>
    <dgm:pt modelId="{FAFFCADE-735B-4EEB-8569-442D2BEBAE2C}" type="pres">
      <dgm:prSet presAssocID="{86D91C15-EC99-49F4-A34E-2556A11D128A}" presName="spaceBetweenRectangles" presStyleCnt="0"/>
      <dgm:spPr/>
    </dgm:pt>
    <dgm:pt modelId="{9B381581-B30D-4356-A016-4C2AB791FF84}" type="pres">
      <dgm:prSet presAssocID="{A5E5FE57-520A-4055-9966-0C33C0623C73}" presName="parentLin" presStyleCnt="0"/>
      <dgm:spPr/>
    </dgm:pt>
    <dgm:pt modelId="{4DC1AFCD-8494-415F-8D0F-A4349F2D1364}" type="pres">
      <dgm:prSet presAssocID="{A5E5FE57-520A-4055-9966-0C33C0623C73}" presName="parentLeftMargin" presStyleLbl="node1" presStyleIdx="0" presStyleCnt="8"/>
      <dgm:spPr/>
    </dgm:pt>
    <dgm:pt modelId="{512D6F7A-C7ED-490D-937C-0C10FEA4577E}" type="pres">
      <dgm:prSet presAssocID="{A5E5FE57-520A-4055-9966-0C33C0623C73}" presName="parentText" presStyleLbl="node1" presStyleIdx="1" presStyleCnt="8">
        <dgm:presLayoutVars>
          <dgm:chMax val="0"/>
          <dgm:bulletEnabled val="1"/>
        </dgm:presLayoutVars>
      </dgm:prSet>
      <dgm:spPr/>
    </dgm:pt>
    <dgm:pt modelId="{79B9512F-544C-437F-AA78-9C430225D510}" type="pres">
      <dgm:prSet presAssocID="{A5E5FE57-520A-4055-9966-0C33C0623C73}" presName="negativeSpace" presStyleCnt="0"/>
      <dgm:spPr/>
    </dgm:pt>
    <dgm:pt modelId="{E2401004-3D9A-421E-9045-CFCB0E030540}" type="pres">
      <dgm:prSet presAssocID="{A5E5FE57-520A-4055-9966-0C33C0623C73}" presName="childText" presStyleLbl="conFgAcc1" presStyleIdx="1" presStyleCnt="8">
        <dgm:presLayoutVars>
          <dgm:bulletEnabled val="1"/>
        </dgm:presLayoutVars>
      </dgm:prSet>
      <dgm:spPr/>
    </dgm:pt>
    <dgm:pt modelId="{41C0C8BE-16CA-42A7-9942-2737FF6367B8}" type="pres">
      <dgm:prSet presAssocID="{B1618763-5163-4FE0-8171-2317B369BC8A}" presName="spaceBetweenRectangles" presStyleCnt="0"/>
      <dgm:spPr/>
    </dgm:pt>
    <dgm:pt modelId="{28BE447D-D6A6-47B0-8F1E-32CEB2E41665}" type="pres">
      <dgm:prSet presAssocID="{92ADED41-3A1E-498C-869E-9717B1B96867}" presName="parentLin" presStyleCnt="0"/>
      <dgm:spPr/>
    </dgm:pt>
    <dgm:pt modelId="{64544E4F-6459-411C-94A5-1E0DB43C3C60}" type="pres">
      <dgm:prSet presAssocID="{92ADED41-3A1E-498C-869E-9717B1B96867}" presName="parentLeftMargin" presStyleLbl="node1" presStyleIdx="1" presStyleCnt="8"/>
      <dgm:spPr/>
    </dgm:pt>
    <dgm:pt modelId="{86EA883B-37FD-427C-8C0A-C7BDAD35A2AF}" type="pres">
      <dgm:prSet presAssocID="{92ADED41-3A1E-498C-869E-9717B1B96867}" presName="parentText" presStyleLbl="node1" presStyleIdx="2" presStyleCnt="8">
        <dgm:presLayoutVars>
          <dgm:chMax val="0"/>
          <dgm:bulletEnabled val="1"/>
        </dgm:presLayoutVars>
      </dgm:prSet>
      <dgm:spPr/>
    </dgm:pt>
    <dgm:pt modelId="{1A5095D3-B390-4120-85A3-F62A40DB4363}" type="pres">
      <dgm:prSet presAssocID="{92ADED41-3A1E-498C-869E-9717B1B96867}" presName="negativeSpace" presStyleCnt="0"/>
      <dgm:spPr/>
    </dgm:pt>
    <dgm:pt modelId="{BD042C99-8F0A-4772-80C5-A653B84C2F52}" type="pres">
      <dgm:prSet presAssocID="{92ADED41-3A1E-498C-869E-9717B1B96867}" presName="childText" presStyleLbl="conFgAcc1" presStyleIdx="2" presStyleCnt="8">
        <dgm:presLayoutVars>
          <dgm:bulletEnabled val="1"/>
        </dgm:presLayoutVars>
      </dgm:prSet>
      <dgm:spPr/>
    </dgm:pt>
    <dgm:pt modelId="{1140A26A-3306-4794-A7FE-9C02530792EA}" type="pres">
      <dgm:prSet presAssocID="{59617686-B738-4DDC-A601-FF661BBABC1E}" presName="spaceBetweenRectangles" presStyleCnt="0"/>
      <dgm:spPr/>
    </dgm:pt>
    <dgm:pt modelId="{B3BAE70B-1A9B-4C41-B3FE-334FF7A6B5A4}" type="pres">
      <dgm:prSet presAssocID="{DB14161B-0B94-49F5-9046-4F023DF69DB1}" presName="parentLin" presStyleCnt="0"/>
      <dgm:spPr/>
    </dgm:pt>
    <dgm:pt modelId="{1BF59A4C-F922-449B-8FA6-31C87A41D84F}" type="pres">
      <dgm:prSet presAssocID="{DB14161B-0B94-49F5-9046-4F023DF69DB1}" presName="parentLeftMargin" presStyleLbl="node1" presStyleIdx="2" presStyleCnt="8"/>
      <dgm:spPr/>
    </dgm:pt>
    <dgm:pt modelId="{5A809D20-B843-4191-A77B-CD68772FDEB6}" type="pres">
      <dgm:prSet presAssocID="{DB14161B-0B94-49F5-9046-4F023DF69DB1}" presName="parentText" presStyleLbl="node1" presStyleIdx="3" presStyleCnt="8">
        <dgm:presLayoutVars>
          <dgm:chMax val="0"/>
          <dgm:bulletEnabled val="1"/>
        </dgm:presLayoutVars>
      </dgm:prSet>
      <dgm:spPr/>
    </dgm:pt>
    <dgm:pt modelId="{C47E2F9F-7AFD-41C1-8CE6-31ABA4F8B763}" type="pres">
      <dgm:prSet presAssocID="{DB14161B-0B94-49F5-9046-4F023DF69DB1}" presName="negativeSpace" presStyleCnt="0"/>
      <dgm:spPr/>
    </dgm:pt>
    <dgm:pt modelId="{7DCAD062-7DD4-4C47-922D-FD5AF705C824}" type="pres">
      <dgm:prSet presAssocID="{DB14161B-0B94-49F5-9046-4F023DF69DB1}" presName="childText" presStyleLbl="conFgAcc1" presStyleIdx="3" presStyleCnt="8">
        <dgm:presLayoutVars>
          <dgm:bulletEnabled val="1"/>
        </dgm:presLayoutVars>
      </dgm:prSet>
      <dgm:spPr/>
    </dgm:pt>
    <dgm:pt modelId="{FE70496A-9553-4C26-BAC1-A05AD3521264}" type="pres">
      <dgm:prSet presAssocID="{227910B0-54D7-4854-87CC-64BE978D856A}" presName="spaceBetweenRectangles" presStyleCnt="0"/>
      <dgm:spPr/>
    </dgm:pt>
    <dgm:pt modelId="{3DDD7200-1CDE-4F89-87B5-2C3EB6FABC5F}" type="pres">
      <dgm:prSet presAssocID="{48D80E2B-F865-471D-8217-630058188C3F}" presName="parentLin" presStyleCnt="0"/>
      <dgm:spPr/>
    </dgm:pt>
    <dgm:pt modelId="{3F8D86BC-7998-4D7C-AE0E-8196BDC66EB2}" type="pres">
      <dgm:prSet presAssocID="{48D80E2B-F865-471D-8217-630058188C3F}" presName="parentLeftMargin" presStyleLbl="node1" presStyleIdx="3" presStyleCnt="8"/>
      <dgm:spPr/>
    </dgm:pt>
    <dgm:pt modelId="{41E2D821-58C1-4CC9-A81B-E06F316838FF}" type="pres">
      <dgm:prSet presAssocID="{48D80E2B-F865-471D-8217-630058188C3F}" presName="parentText" presStyleLbl="node1" presStyleIdx="4" presStyleCnt="8">
        <dgm:presLayoutVars>
          <dgm:chMax val="0"/>
          <dgm:bulletEnabled val="1"/>
        </dgm:presLayoutVars>
      </dgm:prSet>
      <dgm:spPr/>
    </dgm:pt>
    <dgm:pt modelId="{0B5A2EB5-6B5B-4E3D-B751-C4CCD86F3915}" type="pres">
      <dgm:prSet presAssocID="{48D80E2B-F865-471D-8217-630058188C3F}" presName="negativeSpace" presStyleCnt="0"/>
      <dgm:spPr/>
    </dgm:pt>
    <dgm:pt modelId="{679E9741-F394-4403-B449-07DD9B38B0F5}" type="pres">
      <dgm:prSet presAssocID="{48D80E2B-F865-471D-8217-630058188C3F}" presName="childText" presStyleLbl="conFgAcc1" presStyleIdx="4" presStyleCnt="8">
        <dgm:presLayoutVars>
          <dgm:bulletEnabled val="1"/>
        </dgm:presLayoutVars>
      </dgm:prSet>
      <dgm:spPr/>
    </dgm:pt>
    <dgm:pt modelId="{579E70E2-BCFA-49B8-AF10-853FF5B6A150}" type="pres">
      <dgm:prSet presAssocID="{881EACF6-E44E-482C-B822-E4A870D46E9D}" presName="spaceBetweenRectangles" presStyleCnt="0"/>
      <dgm:spPr/>
    </dgm:pt>
    <dgm:pt modelId="{1ED8D973-B837-4705-A27B-A3D7127BBA7B}" type="pres">
      <dgm:prSet presAssocID="{9CDA72AA-9E1A-44EB-9A29-ACC8312DE9A4}" presName="parentLin" presStyleCnt="0"/>
      <dgm:spPr/>
    </dgm:pt>
    <dgm:pt modelId="{502433FF-AE5A-41EB-8711-C0C8FD4D836F}" type="pres">
      <dgm:prSet presAssocID="{9CDA72AA-9E1A-44EB-9A29-ACC8312DE9A4}" presName="parentLeftMargin" presStyleLbl="node1" presStyleIdx="4" presStyleCnt="8"/>
      <dgm:spPr/>
    </dgm:pt>
    <dgm:pt modelId="{80785C47-BE9B-49E0-ADF2-6A85F1E92752}" type="pres">
      <dgm:prSet presAssocID="{9CDA72AA-9E1A-44EB-9A29-ACC8312DE9A4}" presName="parentText" presStyleLbl="node1" presStyleIdx="5" presStyleCnt="8">
        <dgm:presLayoutVars>
          <dgm:chMax val="0"/>
          <dgm:bulletEnabled val="1"/>
        </dgm:presLayoutVars>
      </dgm:prSet>
      <dgm:spPr/>
    </dgm:pt>
    <dgm:pt modelId="{75AA8418-B180-45A1-8274-F590144E64DB}" type="pres">
      <dgm:prSet presAssocID="{9CDA72AA-9E1A-44EB-9A29-ACC8312DE9A4}" presName="negativeSpace" presStyleCnt="0"/>
      <dgm:spPr/>
    </dgm:pt>
    <dgm:pt modelId="{FB740964-640C-4EB3-86E8-C232DF7B8078}" type="pres">
      <dgm:prSet presAssocID="{9CDA72AA-9E1A-44EB-9A29-ACC8312DE9A4}" presName="childText" presStyleLbl="conFgAcc1" presStyleIdx="5" presStyleCnt="8">
        <dgm:presLayoutVars>
          <dgm:bulletEnabled val="1"/>
        </dgm:presLayoutVars>
      </dgm:prSet>
      <dgm:spPr/>
    </dgm:pt>
    <dgm:pt modelId="{9108A11C-D5F9-4228-B376-7E7BA1A80DE3}" type="pres">
      <dgm:prSet presAssocID="{084EA619-B823-419E-851A-FEE4F43A191C}" presName="spaceBetweenRectangles" presStyleCnt="0"/>
      <dgm:spPr/>
    </dgm:pt>
    <dgm:pt modelId="{8CC11B63-3233-4BCE-8D6A-19E5D1BB28DA}" type="pres">
      <dgm:prSet presAssocID="{EE2F807A-7AE9-42CB-BCD3-C48B78DC98D4}" presName="parentLin" presStyleCnt="0"/>
      <dgm:spPr/>
    </dgm:pt>
    <dgm:pt modelId="{B1642FB7-E6A7-442D-9D0F-20F16221154E}" type="pres">
      <dgm:prSet presAssocID="{EE2F807A-7AE9-42CB-BCD3-C48B78DC98D4}" presName="parentLeftMargin" presStyleLbl="node1" presStyleIdx="5" presStyleCnt="8"/>
      <dgm:spPr/>
    </dgm:pt>
    <dgm:pt modelId="{98D45CD0-80C5-4FCB-8B85-EFD30B376B0F}" type="pres">
      <dgm:prSet presAssocID="{EE2F807A-7AE9-42CB-BCD3-C48B78DC98D4}" presName="parentText" presStyleLbl="node1" presStyleIdx="6" presStyleCnt="8">
        <dgm:presLayoutVars>
          <dgm:chMax val="0"/>
          <dgm:bulletEnabled val="1"/>
        </dgm:presLayoutVars>
      </dgm:prSet>
      <dgm:spPr/>
    </dgm:pt>
    <dgm:pt modelId="{1762D5B1-C14B-4F6D-9807-FD32DF59F94E}" type="pres">
      <dgm:prSet presAssocID="{EE2F807A-7AE9-42CB-BCD3-C48B78DC98D4}" presName="negativeSpace" presStyleCnt="0"/>
      <dgm:spPr/>
    </dgm:pt>
    <dgm:pt modelId="{41236118-133D-4157-B63A-D61CDC9DDB75}" type="pres">
      <dgm:prSet presAssocID="{EE2F807A-7AE9-42CB-BCD3-C48B78DC98D4}" presName="childText" presStyleLbl="conFgAcc1" presStyleIdx="6" presStyleCnt="8">
        <dgm:presLayoutVars>
          <dgm:bulletEnabled val="1"/>
        </dgm:presLayoutVars>
      </dgm:prSet>
      <dgm:spPr/>
    </dgm:pt>
    <dgm:pt modelId="{B438CD7E-1DD5-4784-A496-22510260098B}" type="pres">
      <dgm:prSet presAssocID="{76635D0B-B2BC-428F-A285-1F0D97988DC4}" presName="spaceBetweenRectangles" presStyleCnt="0"/>
      <dgm:spPr/>
    </dgm:pt>
    <dgm:pt modelId="{FF50340B-EBF1-4CAB-B06D-755C6C25E0B2}" type="pres">
      <dgm:prSet presAssocID="{B52F43A6-53FA-4CAB-AA55-380A903FBABB}" presName="parentLin" presStyleCnt="0"/>
      <dgm:spPr/>
    </dgm:pt>
    <dgm:pt modelId="{643DDBCB-96D1-4C3F-9FB2-35D6D9EFBB4D}" type="pres">
      <dgm:prSet presAssocID="{B52F43A6-53FA-4CAB-AA55-380A903FBABB}" presName="parentLeftMargin" presStyleLbl="node1" presStyleIdx="6" presStyleCnt="8"/>
      <dgm:spPr/>
    </dgm:pt>
    <dgm:pt modelId="{D8F51D31-4E45-4885-8246-0A403CE59E02}" type="pres">
      <dgm:prSet presAssocID="{B52F43A6-53FA-4CAB-AA55-380A903FBABB}" presName="parentText" presStyleLbl="node1" presStyleIdx="7" presStyleCnt="8">
        <dgm:presLayoutVars>
          <dgm:chMax val="0"/>
          <dgm:bulletEnabled val="1"/>
        </dgm:presLayoutVars>
      </dgm:prSet>
      <dgm:spPr/>
    </dgm:pt>
    <dgm:pt modelId="{F2C91D64-6E36-429B-8C17-DA4F8263FFE8}" type="pres">
      <dgm:prSet presAssocID="{B52F43A6-53FA-4CAB-AA55-380A903FBABB}" presName="negativeSpace" presStyleCnt="0"/>
      <dgm:spPr/>
    </dgm:pt>
    <dgm:pt modelId="{FAC60F84-B878-460F-AB2B-DC105EB56B85}" type="pres">
      <dgm:prSet presAssocID="{B52F43A6-53FA-4CAB-AA55-380A903FBABB}" presName="childText" presStyleLbl="conFgAcc1" presStyleIdx="7" presStyleCnt="8">
        <dgm:presLayoutVars>
          <dgm:bulletEnabled val="1"/>
        </dgm:presLayoutVars>
      </dgm:prSet>
      <dgm:spPr/>
    </dgm:pt>
  </dgm:ptLst>
  <dgm:cxnLst>
    <dgm:cxn modelId="{A5FE7E04-900E-49F1-B022-9214FAD11ADB}" type="presOf" srcId="{EE2F807A-7AE9-42CB-BCD3-C48B78DC98D4}" destId="{98D45CD0-80C5-4FCB-8B85-EFD30B376B0F}" srcOrd="1" destOrd="0" presId="urn:microsoft.com/office/officeart/2005/8/layout/list1"/>
    <dgm:cxn modelId="{6ADF8C0E-7239-419B-BD83-C27E3CB5A2B2}" type="presOf" srcId="{DB14161B-0B94-49F5-9046-4F023DF69DB1}" destId="{1BF59A4C-F922-449B-8FA6-31C87A41D84F}" srcOrd="0" destOrd="0" presId="urn:microsoft.com/office/officeart/2005/8/layout/list1"/>
    <dgm:cxn modelId="{0E8BAC23-CDA7-490C-ABA7-FAEA6E710A34}" type="presOf" srcId="{9CDA72AA-9E1A-44EB-9A29-ACC8312DE9A4}" destId="{80785C47-BE9B-49E0-ADF2-6A85F1E92752}" srcOrd="1" destOrd="0" presId="urn:microsoft.com/office/officeart/2005/8/layout/list1"/>
    <dgm:cxn modelId="{5C5B7B24-115B-4E64-8E3D-AD2EDF32D709}" srcId="{6EB61426-20C3-4390-99AB-72F01C382581}" destId="{9CDA72AA-9E1A-44EB-9A29-ACC8312DE9A4}" srcOrd="5" destOrd="0" parTransId="{8F90CDD2-55F6-4321-9935-78034970CBF8}" sibTransId="{084EA619-B823-419E-851A-FEE4F43A191C}"/>
    <dgm:cxn modelId="{B0464726-ACB4-4203-91CA-66F4B4A61E47}" type="presOf" srcId="{E46B3A23-FB67-4C81-B791-4202FF2A5EF1}" destId="{3D27F223-09F7-404E-9034-2547F75DD1D0}" srcOrd="0" destOrd="0" presId="urn:microsoft.com/office/officeart/2005/8/layout/list1"/>
    <dgm:cxn modelId="{839A8035-6C86-4AE9-999E-CE0E58FC0472}" srcId="{6EB61426-20C3-4390-99AB-72F01C382581}" destId="{DB14161B-0B94-49F5-9046-4F023DF69DB1}" srcOrd="3" destOrd="0" parTransId="{702D5333-6616-4BB5-9B73-99539EB9CE5D}" sibTransId="{227910B0-54D7-4854-87CC-64BE978D856A}"/>
    <dgm:cxn modelId="{AACEDC3E-3845-4DFE-A76F-B82AC20A5905}" srcId="{6EB61426-20C3-4390-99AB-72F01C382581}" destId="{B52F43A6-53FA-4CAB-AA55-380A903FBABB}" srcOrd="7" destOrd="0" parTransId="{395A43D7-8939-4C39-9F5D-1CCD673BB641}" sibTransId="{36E0CF4D-90D9-4BE5-8DF0-19E2D25D7170}"/>
    <dgm:cxn modelId="{8A142B60-EAEC-429B-A13B-2CA598EA45D5}" type="presOf" srcId="{48D80E2B-F865-471D-8217-630058188C3F}" destId="{3F8D86BC-7998-4D7C-AE0E-8196BDC66EB2}" srcOrd="0" destOrd="0" presId="urn:microsoft.com/office/officeart/2005/8/layout/list1"/>
    <dgm:cxn modelId="{5C229463-4F53-496A-9EB7-3595E4881166}" type="presOf" srcId="{92ADED41-3A1E-498C-869E-9717B1B96867}" destId="{86EA883B-37FD-427C-8C0A-C7BDAD35A2AF}" srcOrd="1" destOrd="0" presId="urn:microsoft.com/office/officeart/2005/8/layout/list1"/>
    <dgm:cxn modelId="{0319BE64-B28C-4F00-A28E-67B5C6C2A991}" type="presOf" srcId="{E46B3A23-FB67-4C81-B791-4202FF2A5EF1}" destId="{D51E50DF-FCD9-4194-8576-77DAEC598ED8}" srcOrd="1" destOrd="0" presId="urn:microsoft.com/office/officeart/2005/8/layout/list1"/>
    <dgm:cxn modelId="{599F684E-F527-435B-A6CA-F4AB0FD2994B}" type="presOf" srcId="{6EB61426-20C3-4390-99AB-72F01C382581}" destId="{1DBC9243-1640-4500-B616-1542C670E937}" srcOrd="0" destOrd="0" presId="urn:microsoft.com/office/officeart/2005/8/layout/list1"/>
    <dgm:cxn modelId="{93E10476-97BE-48EA-87DD-A4CBDC27B896}" srcId="{6EB61426-20C3-4390-99AB-72F01C382581}" destId="{E46B3A23-FB67-4C81-B791-4202FF2A5EF1}" srcOrd="0" destOrd="0" parTransId="{423067A8-3741-4A93-B08D-A27A9D25F600}" sibTransId="{86D91C15-EC99-49F4-A34E-2556A11D128A}"/>
    <dgm:cxn modelId="{AA13FC77-9A7F-4935-AA89-9C07F71440EF}" type="presOf" srcId="{48D80E2B-F865-471D-8217-630058188C3F}" destId="{41E2D821-58C1-4CC9-A81B-E06F316838FF}" srcOrd="1" destOrd="0" presId="urn:microsoft.com/office/officeart/2005/8/layout/list1"/>
    <dgm:cxn modelId="{56839D90-799E-4069-8690-BBFA239FDD29}" type="presOf" srcId="{DB14161B-0B94-49F5-9046-4F023DF69DB1}" destId="{5A809D20-B843-4191-A77B-CD68772FDEB6}" srcOrd="1" destOrd="0" presId="urn:microsoft.com/office/officeart/2005/8/layout/list1"/>
    <dgm:cxn modelId="{6C35D790-6A39-4CC0-86C7-D37662DCC6A0}" srcId="{6EB61426-20C3-4390-99AB-72F01C382581}" destId="{92ADED41-3A1E-498C-869E-9717B1B96867}" srcOrd="2" destOrd="0" parTransId="{F6918F95-DB99-4D14-B071-F649C691650D}" sibTransId="{59617686-B738-4DDC-A601-FF661BBABC1E}"/>
    <dgm:cxn modelId="{4680ED9F-50AB-4CF7-A823-F1CFF47FFE21}" type="presOf" srcId="{A5E5FE57-520A-4055-9966-0C33C0623C73}" destId="{4DC1AFCD-8494-415F-8D0F-A4349F2D1364}" srcOrd="0" destOrd="0" presId="urn:microsoft.com/office/officeart/2005/8/layout/list1"/>
    <dgm:cxn modelId="{CE0DCAA3-B991-47F4-8A11-0EE27C8242D3}" type="presOf" srcId="{9CDA72AA-9E1A-44EB-9A29-ACC8312DE9A4}" destId="{502433FF-AE5A-41EB-8711-C0C8FD4D836F}" srcOrd="0" destOrd="0" presId="urn:microsoft.com/office/officeart/2005/8/layout/list1"/>
    <dgm:cxn modelId="{7518EBB7-DC2B-4F68-B641-C4A4FD117F98}" type="presOf" srcId="{92ADED41-3A1E-498C-869E-9717B1B96867}" destId="{64544E4F-6459-411C-94A5-1E0DB43C3C60}" srcOrd="0" destOrd="0" presId="urn:microsoft.com/office/officeart/2005/8/layout/list1"/>
    <dgm:cxn modelId="{C205DDBC-876B-4FBE-A991-52AD1FBCB591}" srcId="{6EB61426-20C3-4390-99AB-72F01C382581}" destId="{48D80E2B-F865-471D-8217-630058188C3F}" srcOrd="4" destOrd="0" parTransId="{29C91774-9699-4C1E-A1F4-77CC388E7AB6}" sibTransId="{881EACF6-E44E-482C-B822-E4A870D46E9D}"/>
    <dgm:cxn modelId="{FFC5D9C1-D679-49C8-9D27-3A50A9466366}" type="presOf" srcId="{EE2F807A-7AE9-42CB-BCD3-C48B78DC98D4}" destId="{B1642FB7-E6A7-442D-9D0F-20F16221154E}" srcOrd="0" destOrd="0" presId="urn:microsoft.com/office/officeart/2005/8/layout/list1"/>
    <dgm:cxn modelId="{6CB80CD1-1E81-44BF-9CE8-2435BB282810}" srcId="{6EB61426-20C3-4390-99AB-72F01C382581}" destId="{A5E5FE57-520A-4055-9966-0C33C0623C73}" srcOrd="1" destOrd="0" parTransId="{54185F52-A605-45B1-B453-B6B4D650AFC2}" sibTransId="{B1618763-5163-4FE0-8171-2317B369BC8A}"/>
    <dgm:cxn modelId="{5E1AE0E2-9D86-4C61-8332-94A683062C90}" srcId="{6EB61426-20C3-4390-99AB-72F01C382581}" destId="{EE2F807A-7AE9-42CB-BCD3-C48B78DC98D4}" srcOrd="6" destOrd="0" parTransId="{B9A96FBE-554A-4295-B77A-71AF8FFE5399}" sibTransId="{76635D0B-B2BC-428F-A285-1F0D97988DC4}"/>
    <dgm:cxn modelId="{268E87E3-1670-47DC-8104-957862D2202B}" type="presOf" srcId="{A5E5FE57-520A-4055-9966-0C33C0623C73}" destId="{512D6F7A-C7ED-490D-937C-0C10FEA4577E}" srcOrd="1" destOrd="0" presId="urn:microsoft.com/office/officeart/2005/8/layout/list1"/>
    <dgm:cxn modelId="{1A6489FA-7271-4BAC-9318-44EECB283A93}" type="presOf" srcId="{B52F43A6-53FA-4CAB-AA55-380A903FBABB}" destId="{643DDBCB-96D1-4C3F-9FB2-35D6D9EFBB4D}" srcOrd="0" destOrd="0" presId="urn:microsoft.com/office/officeart/2005/8/layout/list1"/>
    <dgm:cxn modelId="{A70B5DFC-5088-4A27-B8A9-66088CD30FEA}" type="presOf" srcId="{B52F43A6-53FA-4CAB-AA55-380A903FBABB}" destId="{D8F51D31-4E45-4885-8246-0A403CE59E02}" srcOrd="1" destOrd="0" presId="urn:microsoft.com/office/officeart/2005/8/layout/list1"/>
    <dgm:cxn modelId="{B90C9715-E8AB-423F-ABCD-0535834926F8}" type="presParOf" srcId="{1DBC9243-1640-4500-B616-1542C670E937}" destId="{D464A817-9891-45F8-BFA8-00CB46A13B37}" srcOrd="0" destOrd="0" presId="urn:microsoft.com/office/officeart/2005/8/layout/list1"/>
    <dgm:cxn modelId="{0A796D9F-5519-436B-87BD-BA739FFF169E}" type="presParOf" srcId="{D464A817-9891-45F8-BFA8-00CB46A13B37}" destId="{3D27F223-09F7-404E-9034-2547F75DD1D0}" srcOrd="0" destOrd="0" presId="urn:microsoft.com/office/officeart/2005/8/layout/list1"/>
    <dgm:cxn modelId="{19CCE985-A7E6-40E0-87CF-5C55A66A3111}" type="presParOf" srcId="{D464A817-9891-45F8-BFA8-00CB46A13B37}" destId="{D51E50DF-FCD9-4194-8576-77DAEC598ED8}" srcOrd="1" destOrd="0" presId="urn:microsoft.com/office/officeart/2005/8/layout/list1"/>
    <dgm:cxn modelId="{64FBD9C7-0B02-4C94-8283-E6389C277874}" type="presParOf" srcId="{1DBC9243-1640-4500-B616-1542C670E937}" destId="{BADAF043-D368-4009-9A21-4DF930CB952A}" srcOrd="1" destOrd="0" presId="urn:microsoft.com/office/officeart/2005/8/layout/list1"/>
    <dgm:cxn modelId="{567D778E-FD11-450E-A505-EC09BBEE700E}" type="presParOf" srcId="{1DBC9243-1640-4500-B616-1542C670E937}" destId="{6F857D4F-37DB-40DF-B536-2071357B3088}" srcOrd="2" destOrd="0" presId="urn:microsoft.com/office/officeart/2005/8/layout/list1"/>
    <dgm:cxn modelId="{9C9004F4-560A-4924-B270-C836CBE3D3EE}" type="presParOf" srcId="{1DBC9243-1640-4500-B616-1542C670E937}" destId="{FAFFCADE-735B-4EEB-8569-442D2BEBAE2C}" srcOrd="3" destOrd="0" presId="urn:microsoft.com/office/officeart/2005/8/layout/list1"/>
    <dgm:cxn modelId="{F2EF4C34-A5E3-47E5-ABC6-FE7EED2B5F42}" type="presParOf" srcId="{1DBC9243-1640-4500-B616-1542C670E937}" destId="{9B381581-B30D-4356-A016-4C2AB791FF84}" srcOrd="4" destOrd="0" presId="urn:microsoft.com/office/officeart/2005/8/layout/list1"/>
    <dgm:cxn modelId="{6D7BAE2F-DE20-40E7-BF0E-7509D1AF26CB}" type="presParOf" srcId="{9B381581-B30D-4356-A016-4C2AB791FF84}" destId="{4DC1AFCD-8494-415F-8D0F-A4349F2D1364}" srcOrd="0" destOrd="0" presId="urn:microsoft.com/office/officeart/2005/8/layout/list1"/>
    <dgm:cxn modelId="{7A719DA6-B668-4C97-A83F-57066F3268CD}" type="presParOf" srcId="{9B381581-B30D-4356-A016-4C2AB791FF84}" destId="{512D6F7A-C7ED-490D-937C-0C10FEA4577E}" srcOrd="1" destOrd="0" presId="urn:microsoft.com/office/officeart/2005/8/layout/list1"/>
    <dgm:cxn modelId="{452FC16B-295E-46AE-B47B-D7A81E2F2567}" type="presParOf" srcId="{1DBC9243-1640-4500-B616-1542C670E937}" destId="{79B9512F-544C-437F-AA78-9C430225D510}" srcOrd="5" destOrd="0" presId="urn:microsoft.com/office/officeart/2005/8/layout/list1"/>
    <dgm:cxn modelId="{6C6FECEF-B369-4C65-9334-F54AAF2F32DE}" type="presParOf" srcId="{1DBC9243-1640-4500-B616-1542C670E937}" destId="{E2401004-3D9A-421E-9045-CFCB0E030540}" srcOrd="6" destOrd="0" presId="urn:microsoft.com/office/officeart/2005/8/layout/list1"/>
    <dgm:cxn modelId="{B288D119-92F8-430A-87D2-0E2C7E6E31BB}" type="presParOf" srcId="{1DBC9243-1640-4500-B616-1542C670E937}" destId="{41C0C8BE-16CA-42A7-9942-2737FF6367B8}" srcOrd="7" destOrd="0" presId="urn:microsoft.com/office/officeart/2005/8/layout/list1"/>
    <dgm:cxn modelId="{1B06FFA5-BEE8-485E-A230-7C7B6315069B}" type="presParOf" srcId="{1DBC9243-1640-4500-B616-1542C670E937}" destId="{28BE447D-D6A6-47B0-8F1E-32CEB2E41665}" srcOrd="8" destOrd="0" presId="urn:microsoft.com/office/officeart/2005/8/layout/list1"/>
    <dgm:cxn modelId="{41086A5F-570E-4A0A-873F-DE69675B4B1C}" type="presParOf" srcId="{28BE447D-D6A6-47B0-8F1E-32CEB2E41665}" destId="{64544E4F-6459-411C-94A5-1E0DB43C3C60}" srcOrd="0" destOrd="0" presId="urn:microsoft.com/office/officeart/2005/8/layout/list1"/>
    <dgm:cxn modelId="{3EEC4388-443E-472A-BCAF-168FD791EC46}" type="presParOf" srcId="{28BE447D-D6A6-47B0-8F1E-32CEB2E41665}" destId="{86EA883B-37FD-427C-8C0A-C7BDAD35A2AF}" srcOrd="1" destOrd="0" presId="urn:microsoft.com/office/officeart/2005/8/layout/list1"/>
    <dgm:cxn modelId="{FEFEC3DB-FE36-4093-855B-58D5019273B4}" type="presParOf" srcId="{1DBC9243-1640-4500-B616-1542C670E937}" destId="{1A5095D3-B390-4120-85A3-F62A40DB4363}" srcOrd="9" destOrd="0" presId="urn:microsoft.com/office/officeart/2005/8/layout/list1"/>
    <dgm:cxn modelId="{BDD30B12-7E9C-4265-AA3A-125CBF882043}" type="presParOf" srcId="{1DBC9243-1640-4500-B616-1542C670E937}" destId="{BD042C99-8F0A-4772-80C5-A653B84C2F52}" srcOrd="10" destOrd="0" presId="urn:microsoft.com/office/officeart/2005/8/layout/list1"/>
    <dgm:cxn modelId="{7639EEEB-5D62-4A33-AF31-7A5BCB922DA8}" type="presParOf" srcId="{1DBC9243-1640-4500-B616-1542C670E937}" destId="{1140A26A-3306-4794-A7FE-9C02530792EA}" srcOrd="11" destOrd="0" presId="urn:microsoft.com/office/officeart/2005/8/layout/list1"/>
    <dgm:cxn modelId="{21E853C6-2C90-4C4F-ABB5-0C99730E3317}" type="presParOf" srcId="{1DBC9243-1640-4500-B616-1542C670E937}" destId="{B3BAE70B-1A9B-4C41-B3FE-334FF7A6B5A4}" srcOrd="12" destOrd="0" presId="urn:microsoft.com/office/officeart/2005/8/layout/list1"/>
    <dgm:cxn modelId="{CA7883DB-1F37-4E55-96B9-0D4C5D8FA778}" type="presParOf" srcId="{B3BAE70B-1A9B-4C41-B3FE-334FF7A6B5A4}" destId="{1BF59A4C-F922-449B-8FA6-31C87A41D84F}" srcOrd="0" destOrd="0" presId="urn:microsoft.com/office/officeart/2005/8/layout/list1"/>
    <dgm:cxn modelId="{7C2DE470-D207-49C0-88CC-EAD9BB75B2DC}" type="presParOf" srcId="{B3BAE70B-1A9B-4C41-B3FE-334FF7A6B5A4}" destId="{5A809D20-B843-4191-A77B-CD68772FDEB6}" srcOrd="1" destOrd="0" presId="urn:microsoft.com/office/officeart/2005/8/layout/list1"/>
    <dgm:cxn modelId="{BA41D93B-D433-40AE-97B8-E2EFA4365FAD}" type="presParOf" srcId="{1DBC9243-1640-4500-B616-1542C670E937}" destId="{C47E2F9F-7AFD-41C1-8CE6-31ABA4F8B763}" srcOrd="13" destOrd="0" presId="urn:microsoft.com/office/officeart/2005/8/layout/list1"/>
    <dgm:cxn modelId="{3DA7F79F-03B6-4EFA-8F81-708CA2E1C17E}" type="presParOf" srcId="{1DBC9243-1640-4500-B616-1542C670E937}" destId="{7DCAD062-7DD4-4C47-922D-FD5AF705C824}" srcOrd="14" destOrd="0" presId="urn:microsoft.com/office/officeart/2005/8/layout/list1"/>
    <dgm:cxn modelId="{9B544066-7778-436B-9667-C5A18EF99711}" type="presParOf" srcId="{1DBC9243-1640-4500-B616-1542C670E937}" destId="{FE70496A-9553-4C26-BAC1-A05AD3521264}" srcOrd="15" destOrd="0" presId="urn:microsoft.com/office/officeart/2005/8/layout/list1"/>
    <dgm:cxn modelId="{7A698595-95FA-4E51-803B-FDD114B39BB8}" type="presParOf" srcId="{1DBC9243-1640-4500-B616-1542C670E937}" destId="{3DDD7200-1CDE-4F89-87B5-2C3EB6FABC5F}" srcOrd="16" destOrd="0" presId="urn:microsoft.com/office/officeart/2005/8/layout/list1"/>
    <dgm:cxn modelId="{7B5D60C2-90C6-4093-AE5C-3D9B0A6D61A3}" type="presParOf" srcId="{3DDD7200-1CDE-4F89-87B5-2C3EB6FABC5F}" destId="{3F8D86BC-7998-4D7C-AE0E-8196BDC66EB2}" srcOrd="0" destOrd="0" presId="urn:microsoft.com/office/officeart/2005/8/layout/list1"/>
    <dgm:cxn modelId="{BA8675CE-EC56-4C1F-A2F6-0309D6067255}" type="presParOf" srcId="{3DDD7200-1CDE-4F89-87B5-2C3EB6FABC5F}" destId="{41E2D821-58C1-4CC9-A81B-E06F316838FF}" srcOrd="1" destOrd="0" presId="urn:microsoft.com/office/officeart/2005/8/layout/list1"/>
    <dgm:cxn modelId="{497ABBE9-C01B-4E45-8C42-47987AD84380}" type="presParOf" srcId="{1DBC9243-1640-4500-B616-1542C670E937}" destId="{0B5A2EB5-6B5B-4E3D-B751-C4CCD86F3915}" srcOrd="17" destOrd="0" presId="urn:microsoft.com/office/officeart/2005/8/layout/list1"/>
    <dgm:cxn modelId="{9E710889-6F52-4907-A8E7-B07F06CE2ED9}" type="presParOf" srcId="{1DBC9243-1640-4500-B616-1542C670E937}" destId="{679E9741-F394-4403-B449-07DD9B38B0F5}" srcOrd="18" destOrd="0" presId="urn:microsoft.com/office/officeart/2005/8/layout/list1"/>
    <dgm:cxn modelId="{9207B217-5394-4BC3-A1C8-C787661609B5}" type="presParOf" srcId="{1DBC9243-1640-4500-B616-1542C670E937}" destId="{579E70E2-BCFA-49B8-AF10-853FF5B6A150}" srcOrd="19" destOrd="0" presId="urn:microsoft.com/office/officeart/2005/8/layout/list1"/>
    <dgm:cxn modelId="{942C3227-57B4-49B3-9F35-D35DEA8A9D38}" type="presParOf" srcId="{1DBC9243-1640-4500-B616-1542C670E937}" destId="{1ED8D973-B837-4705-A27B-A3D7127BBA7B}" srcOrd="20" destOrd="0" presId="urn:microsoft.com/office/officeart/2005/8/layout/list1"/>
    <dgm:cxn modelId="{CEA7C884-4F8D-41B2-945B-DCADC0DF8DA0}" type="presParOf" srcId="{1ED8D973-B837-4705-A27B-A3D7127BBA7B}" destId="{502433FF-AE5A-41EB-8711-C0C8FD4D836F}" srcOrd="0" destOrd="0" presId="urn:microsoft.com/office/officeart/2005/8/layout/list1"/>
    <dgm:cxn modelId="{65B7BBF0-C033-4424-BB99-2838BC5B8729}" type="presParOf" srcId="{1ED8D973-B837-4705-A27B-A3D7127BBA7B}" destId="{80785C47-BE9B-49E0-ADF2-6A85F1E92752}" srcOrd="1" destOrd="0" presId="urn:microsoft.com/office/officeart/2005/8/layout/list1"/>
    <dgm:cxn modelId="{730ADA85-CB58-4E77-BDB1-01CB20123319}" type="presParOf" srcId="{1DBC9243-1640-4500-B616-1542C670E937}" destId="{75AA8418-B180-45A1-8274-F590144E64DB}" srcOrd="21" destOrd="0" presId="urn:microsoft.com/office/officeart/2005/8/layout/list1"/>
    <dgm:cxn modelId="{3977D80C-55E5-4B8B-BEA2-AD7B5E60E492}" type="presParOf" srcId="{1DBC9243-1640-4500-B616-1542C670E937}" destId="{FB740964-640C-4EB3-86E8-C232DF7B8078}" srcOrd="22" destOrd="0" presId="urn:microsoft.com/office/officeart/2005/8/layout/list1"/>
    <dgm:cxn modelId="{59110BAF-8E49-4696-A51F-DCB926D202FC}" type="presParOf" srcId="{1DBC9243-1640-4500-B616-1542C670E937}" destId="{9108A11C-D5F9-4228-B376-7E7BA1A80DE3}" srcOrd="23" destOrd="0" presId="urn:microsoft.com/office/officeart/2005/8/layout/list1"/>
    <dgm:cxn modelId="{57663148-DC0F-4E73-BD64-355C91AA8236}" type="presParOf" srcId="{1DBC9243-1640-4500-B616-1542C670E937}" destId="{8CC11B63-3233-4BCE-8D6A-19E5D1BB28DA}" srcOrd="24" destOrd="0" presId="urn:microsoft.com/office/officeart/2005/8/layout/list1"/>
    <dgm:cxn modelId="{F4A16AC2-E232-49DD-8985-1366DD90840B}" type="presParOf" srcId="{8CC11B63-3233-4BCE-8D6A-19E5D1BB28DA}" destId="{B1642FB7-E6A7-442D-9D0F-20F16221154E}" srcOrd="0" destOrd="0" presId="urn:microsoft.com/office/officeart/2005/8/layout/list1"/>
    <dgm:cxn modelId="{E9761E25-1AF5-4025-83FB-4E0B6271F0DD}" type="presParOf" srcId="{8CC11B63-3233-4BCE-8D6A-19E5D1BB28DA}" destId="{98D45CD0-80C5-4FCB-8B85-EFD30B376B0F}" srcOrd="1" destOrd="0" presId="urn:microsoft.com/office/officeart/2005/8/layout/list1"/>
    <dgm:cxn modelId="{B5FD5E76-3871-4C4E-B4FF-BF5B1BCFAB2D}" type="presParOf" srcId="{1DBC9243-1640-4500-B616-1542C670E937}" destId="{1762D5B1-C14B-4F6D-9807-FD32DF59F94E}" srcOrd="25" destOrd="0" presId="urn:microsoft.com/office/officeart/2005/8/layout/list1"/>
    <dgm:cxn modelId="{1F2910F1-9079-403C-B997-F9E7F2BE9032}" type="presParOf" srcId="{1DBC9243-1640-4500-B616-1542C670E937}" destId="{41236118-133D-4157-B63A-D61CDC9DDB75}" srcOrd="26" destOrd="0" presId="urn:microsoft.com/office/officeart/2005/8/layout/list1"/>
    <dgm:cxn modelId="{2ACB7094-D7B7-4CE9-91BF-2EE66310009B}" type="presParOf" srcId="{1DBC9243-1640-4500-B616-1542C670E937}" destId="{B438CD7E-1DD5-4784-A496-22510260098B}" srcOrd="27" destOrd="0" presId="urn:microsoft.com/office/officeart/2005/8/layout/list1"/>
    <dgm:cxn modelId="{FC553887-D499-4826-8123-40A678E97057}" type="presParOf" srcId="{1DBC9243-1640-4500-B616-1542C670E937}" destId="{FF50340B-EBF1-4CAB-B06D-755C6C25E0B2}" srcOrd="28" destOrd="0" presId="urn:microsoft.com/office/officeart/2005/8/layout/list1"/>
    <dgm:cxn modelId="{35D5E0B6-C08F-4140-912A-8A0FAD6B856A}" type="presParOf" srcId="{FF50340B-EBF1-4CAB-B06D-755C6C25E0B2}" destId="{643DDBCB-96D1-4C3F-9FB2-35D6D9EFBB4D}" srcOrd="0" destOrd="0" presId="urn:microsoft.com/office/officeart/2005/8/layout/list1"/>
    <dgm:cxn modelId="{92436B12-DF14-44C5-8F80-C94A60181734}" type="presParOf" srcId="{FF50340B-EBF1-4CAB-B06D-755C6C25E0B2}" destId="{D8F51D31-4E45-4885-8246-0A403CE59E02}" srcOrd="1" destOrd="0" presId="urn:microsoft.com/office/officeart/2005/8/layout/list1"/>
    <dgm:cxn modelId="{EDAD5594-DEE5-4D2B-8B06-77A69DAB8E35}" type="presParOf" srcId="{1DBC9243-1640-4500-B616-1542C670E937}" destId="{F2C91D64-6E36-429B-8C17-DA4F8263FFE8}" srcOrd="29" destOrd="0" presId="urn:microsoft.com/office/officeart/2005/8/layout/list1"/>
    <dgm:cxn modelId="{B81E1AC4-E2CF-4E5C-A6D5-C68431C86B66}" type="presParOf" srcId="{1DBC9243-1640-4500-B616-1542C670E937}" destId="{FAC60F84-B878-460F-AB2B-DC105EB56B85}" srcOrd="3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FEC664F-EBBF-4D75-BDEC-DA106B57BF5E}" type="doc">
      <dgm:prSet loTypeId="urn:microsoft.com/office/officeart/2005/8/layout/default" loCatId="list" qsTypeId="urn:microsoft.com/office/officeart/2005/8/quickstyle/simple3" qsCatId="simple" csTypeId="urn:microsoft.com/office/officeart/2005/8/colors/colorful3" csCatId="colorful" phldr="1"/>
      <dgm:spPr/>
      <dgm:t>
        <a:bodyPr/>
        <a:lstStyle/>
        <a:p>
          <a:endParaRPr lang="ru-BY"/>
        </a:p>
      </dgm:t>
    </dgm:pt>
    <dgm:pt modelId="{6A567AE2-FAAD-4AE5-94FA-D55CE7821C17}">
      <dgm:prSet phldrT="[Текст]"/>
      <dgm:spPr/>
      <dgm:t>
        <a:bodyPr/>
        <a:lstStyle/>
        <a:p>
          <a:r>
            <a:rPr lang="ru-RU" dirty="0"/>
            <a:t>Иерархическая структура работ (</a:t>
          </a:r>
          <a:r>
            <a:rPr lang="en-US" dirty="0"/>
            <a:t>WBS)</a:t>
          </a:r>
          <a:endParaRPr lang="ru-BY" dirty="0"/>
        </a:p>
      </dgm:t>
    </dgm:pt>
    <dgm:pt modelId="{E9ABA648-6EC9-47F1-AB5A-54CEB751A23F}" type="parTrans" cxnId="{F5D384C4-4714-47CB-95E2-12EAD804B1EE}">
      <dgm:prSet/>
      <dgm:spPr/>
      <dgm:t>
        <a:bodyPr/>
        <a:lstStyle/>
        <a:p>
          <a:endParaRPr lang="ru-BY"/>
        </a:p>
      </dgm:t>
    </dgm:pt>
    <dgm:pt modelId="{6D9EAE97-FBBE-4B1F-ABD6-E9482A6FD47E}" type="sibTrans" cxnId="{F5D384C4-4714-47CB-95E2-12EAD804B1EE}">
      <dgm:prSet/>
      <dgm:spPr/>
      <dgm:t>
        <a:bodyPr/>
        <a:lstStyle/>
        <a:p>
          <a:endParaRPr lang="ru-BY"/>
        </a:p>
      </dgm:t>
    </dgm:pt>
    <dgm:pt modelId="{06B432DE-ADB1-497B-853B-75D9AA2AE770}">
      <dgm:prSet phldrT="[Текст]"/>
      <dgm:spPr/>
      <dgm:t>
        <a:bodyPr/>
        <a:lstStyle/>
        <a:p>
          <a:r>
            <a:rPr lang="en-US" dirty="0"/>
            <a:t>PERT-</a:t>
          </a:r>
          <a:r>
            <a:rPr lang="ru-RU" dirty="0"/>
            <a:t>анализ</a:t>
          </a:r>
          <a:endParaRPr lang="ru-BY" dirty="0"/>
        </a:p>
      </dgm:t>
    </dgm:pt>
    <dgm:pt modelId="{01002E35-E600-415F-9A46-8B8A4AAA1766}" type="parTrans" cxnId="{B7A68EC3-3292-465B-A935-40187583FAB7}">
      <dgm:prSet/>
      <dgm:spPr/>
      <dgm:t>
        <a:bodyPr/>
        <a:lstStyle/>
        <a:p>
          <a:endParaRPr lang="ru-BY"/>
        </a:p>
      </dgm:t>
    </dgm:pt>
    <dgm:pt modelId="{14FA226E-4D35-4429-82EE-70F5B389010F}" type="sibTrans" cxnId="{B7A68EC3-3292-465B-A935-40187583FAB7}">
      <dgm:prSet/>
      <dgm:spPr/>
      <dgm:t>
        <a:bodyPr/>
        <a:lstStyle/>
        <a:p>
          <a:endParaRPr lang="ru-BY"/>
        </a:p>
      </dgm:t>
    </dgm:pt>
    <dgm:pt modelId="{3A6CE37D-6B7A-428F-B447-43CC15C226F6}">
      <dgm:prSet phldrT="[Текст]"/>
      <dgm:spPr/>
      <dgm:t>
        <a:bodyPr/>
        <a:lstStyle/>
        <a:p>
          <a:r>
            <a:rPr lang="ru-RU" dirty="0"/>
            <a:t>Методы сетевого планирования</a:t>
          </a:r>
          <a:endParaRPr lang="ru-BY" dirty="0"/>
        </a:p>
      </dgm:t>
    </dgm:pt>
    <dgm:pt modelId="{CA63DE9E-9F33-47CE-A546-6B8189E59839}" type="parTrans" cxnId="{EC2D3E82-BD9C-4D55-B5AF-C9C703C1289B}">
      <dgm:prSet/>
      <dgm:spPr/>
      <dgm:t>
        <a:bodyPr/>
        <a:lstStyle/>
        <a:p>
          <a:endParaRPr lang="ru-BY"/>
        </a:p>
      </dgm:t>
    </dgm:pt>
    <dgm:pt modelId="{CE620851-FE25-4A2A-B18C-71B92D431CF5}" type="sibTrans" cxnId="{EC2D3E82-BD9C-4D55-B5AF-C9C703C1289B}">
      <dgm:prSet/>
      <dgm:spPr/>
      <dgm:t>
        <a:bodyPr/>
        <a:lstStyle/>
        <a:p>
          <a:endParaRPr lang="ru-BY"/>
        </a:p>
      </dgm:t>
    </dgm:pt>
    <dgm:pt modelId="{5E71C2C0-EFFE-494F-9A33-FA5F45A00124}">
      <dgm:prSet phldrT="[Текст]"/>
      <dgm:spPr/>
      <dgm:t>
        <a:bodyPr/>
        <a:lstStyle/>
        <a:p>
          <a:r>
            <a:rPr lang="ru-RU" dirty="0"/>
            <a:t>Метод критического пути</a:t>
          </a:r>
          <a:endParaRPr lang="ru-BY" dirty="0"/>
        </a:p>
      </dgm:t>
    </dgm:pt>
    <dgm:pt modelId="{C6A23E53-073B-4343-B54C-8AE2A11397D4}" type="parTrans" cxnId="{54634D61-594B-40C2-A132-278BE24AC25A}">
      <dgm:prSet/>
      <dgm:spPr/>
      <dgm:t>
        <a:bodyPr/>
        <a:lstStyle/>
        <a:p>
          <a:endParaRPr lang="ru-BY"/>
        </a:p>
      </dgm:t>
    </dgm:pt>
    <dgm:pt modelId="{AB00863B-2EFB-4580-9DF0-DC9B0236622C}" type="sibTrans" cxnId="{54634D61-594B-40C2-A132-278BE24AC25A}">
      <dgm:prSet/>
      <dgm:spPr/>
      <dgm:t>
        <a:bodyPr/>
        <a:lstStyle/>
        <a:p>
          <a:endParaRPr lang="ru-BY"/>
        </a:p>
      </dgm:t>
    </dgm:pt>
    <dgm:pt modelId="{4C572196-51E4-4862-AA6D-26353922A581}">
      <dgm:prSet phldrT="[Текст]"/>
      <dgm:spPr/>
      <dgm:t>
        <a:bodyPr/>
        <a:lstStyle/>
        <a:p>
          <a:r>
            <a:rPr lang="ru-RU" dirty="0"/>
            <a:t>График </a:t>
          </a:r>
          <a:r>
            <a:rPr lang="ru-RU" dirty="0" err="1"/>
            <a:t>Ганта</a:t>
          </a:r>
          <a:endParaRPr lang="ru-BY" dirty="0"/>
        </a:p>
      </dgm:t>
    </dgm:pt>
    <dgm:pt modelId="{240531E0-56D2-4B06-880C-905AA541C94B}" type="parTrans" cxnId="{C9FFAE09-425E-4D33-B3CC-34329087BE6D}">
      <dgm:prSet/>
      <dgm:spPr/>
      <dgm:t>
        <a:bodyPr/>
        <a:lstStyle/>
        <a:p>
          <a:endParaRPr lang="ru-BY"/>
        </a:p>
      </dgm:t>
    </dgm:pt>
    <dgm:pt modelId="{5B814FCA-A768-4D81-9B43-B43804F18C0C}" type="sibTrans" cxnId="{C9FFAE09-425E-4D33-B3CC-34329087BE6D}">
      <dgm:prSet/>
      <dgm:spPr/>
      <dgm:t>
        <a:bodyPr/>
        <a:lstStyle/>
        <a:p>
          <a:endParaRPr lang="ru-BY"/>
        </a:p>
      </dgm:t>
    </dgm:pt>
    <dgm:pt modelId="{A955BA77-901F-4B87-BC03-332EAA24F9A3}" type="pres">
      <dgm:prSet presAssocID="{2FEC664F-EBBF-4D75-BDEC-DA106B57BF5E}" presName="diagram" presStyleCnt="0">
        <dgm:presLayoutVars>
          <dgm:dir/>
          <dgm:resizeHandles val="exact"/>
        </dgm:presLayoutVars>
      </dgm:prSet>
      <dgm:spPr/>
    </dgm:pt>
    <dgm:pt modelId="{7F2A4044-0E4E-4F85-A597-F5B5B53C8E9B}" type="pres">
      <dgm:prSet presAssocID="{6A567AE2-FAAD-4AE5-94FA-D55CE7821C17}" presName="node" presStyleLbl="node1" presStyleIdx="0" presStyleCnt="5">
        <dgm:presLayoutVars>
          <dgm:bulletEnabled val="1"/>
        </dgm:presLayoutVars>
      </dgm:prSet>
      <dgm:spPr/>
    </dgm:pt>
    <dgm:pt modelId="{08ADE0A0-3B27-4A1F-8A5D-E283F318D8A0}" type="pres">
      <dgm:prSet presAssocID="{6D9EAE97-FBBE-4B1F-ABD6-E9482A6FD47E}" presName="sibTrans" presStyleCnt="0"/>
      <dgm:spPr/>
    </dgm:pt>
    <dgm:pt modelId="{94C5679E-7199-4B20-9ECD-88DA36551183}" type="pres">
      <dgm:prSet presAssocID="{06B432DE-ADB1-497B-853B-75D9AA2AE770}" presName="node" presStyleLbl="node1" presStyleIdx="1" presStyleCnt="5">
        <dgm:presLayoutVars>
          <dgm:bulletEnabled val="1"/>
        </dgm:presLayoutVars>
      </dgm:prSet>
      <dgm:spPr/>
    </dgm:pt>
    <dgm:pt modelId="{FC6A92DD-91D1-4CEE-9B1C-564CEEC20072}" type="pres">
      <dgm:prSet presAssocID="{14FA226E-4D35-4429-82EE-70F5B389010F}" presName="sibTrans" presStyleCnt="0"/>
      <dgm:spPr/>
    </dgm:pt>
    <dgm:pt modelId="{C70FDA20-C0A1-4D19-85C5-1CB2B9D0EBBE}" type="pres">
      <dgm:prSet presAssocID="{3A6CE37D-6B7A-428F-B447-43CC15C226F6}" presName="node" presStyleLbl="node1" presStyleIdx="2" presStyleCnt="5">
        <dgm:presLayoutVars>
          <dgm:bulletEnabled val="1"/>
        </dgm:presLayoutVars>
      </dgm:prSet>
      <dgm:spPr/>
    </dgm:pt>
    <dgm:pt modelId="{CD09B4A8-7985-48CA-85A0-E094F5482D5C}" type="pres">
      <dgm:prSet presAssocID="{CE620851-FE25-4A2A-B18C-71B92D431CF5}" presName="sibTrans" presStyleCnt="0"/>
      <dgm:spPr/>
    </dgm:pt>
    <dgm:pt modelId="{FDC7A5BB-5BEB-48AD-989B-158A1E5DFB88}" type="pres">
      <dgm:prSet presAssocID="{5E71C2C0-EFFE-494F-9A33-FA5F45A00124}" presName="node" presStyleLbl="node1" presStyleIdx="3" presStyleCnt="5">
        <dgm:presLayoutVars>
          <dgm:bulletEnabled val="1"/>
        </dgm:presLayoutVars>
      </dgm:prSet>
      <dgm:spPr/>
    </dgm:pt>
    <dgm:pt modelId="{CEC3D75F-18D5-4AAA-A255-CC8A1CFACC8C}" type="pres">
      <dgm:prSet presAssocID="{AB00863B-2EFB-4580-9DF0-DC9B0236622C}" presName="sibTrans" presStyleCnt="0"/>
      <dgm:spPr/>
    </dgm:pt>
    <dgm:pt modelId="{4C987224-79CC-4E90-8CD6-9B4ACEC14D3C}" type="pres">
      <dgm:prSet presAssocID="{4C572196-51E4-4862-AA6D-26353922A581}" presName="node" presStyleLbl="node1" presStyleIdx="4" presStyleCnt="5">
        <dgm:presLayoutVars>
          <dgm:bulletEnabled val="1"/>
        </dgm:presLayoutVars>
      </dgm:prSet>
      <dgm:spPr/>
    </dgm:pt>
  </dgm:ptLst>
  <dgm:cxnLst>
    <dgm:cxn modelId="{C9FFAE09-425E-4D33-B3CC-34329087BE6D}" srcId="{2FEC664F-EBBF-4D75-BDEC-DA106B57BF5E}" destId="{4C572196-51E4-4862-AA6D-26353922A581}" srcOrd="4" destOrd="0" parTransId="{240531E0-56D2-4B06-880C-905AA541C94B}" sibTransId="{5B814FCA-A768-4D81-9B43-B43804F18C0C}"/>
    <dgm:cxn modelId="{0A4C050B-7F43-49F2-AD0C-CC724146C9CB}" type="presOf" srcId="{4C572196-51E4-4862-AA6D-26353922A581}" destId="{4C987224-79CC-4E90-8CD6-9B4ACEC14D3C}" srcOrd="0" destOrd="0" presId="urn:microsoft.com/office/officeart/2005/8/layout/default"/>
    <dgm:cxn modelId="{DAC6362E-C859-44D7-AE12-B9F905DAD269}" type="presOf" srcId="{6A567AE2-FAAD-4AE5-94FA-D55CE7821C17}" destId="{7F2A4044-0E4E-4F85-A597-F5B5B53C8E9B}" srcOrd="0" destOrd="0" presId="urn:microsoft.com/office/officeart/2005/8/layout/default"/>
    <dgm:cxn modelId="{06B3FC3B-121C-482D-85E3-853193EA041D}" type="presOf" srcId="{5E71C2C0-EFFE-494F-9A33-FA5F45A00124}" destId="{FDC7A5BB-5BEB-48AD-989B-158A1E5DFB88}" srcOrd="0" destOrd="0" presId="urn:microsoft.com/office/officeart/2005/8/layout/default"/>
    <dgm:cxn modelId="{54634D61-594B-40C2-A132-278BE24AC25A}" srcId="{2FEC664F-EBBF-4D75-BDEC-DA106B57BF5E}" destId="{5E71C2C0-EFFE-494F-9A33-FA5F45A00124}" srcOrd="3" destOrd="0" parTransId="{C6A23E53-073B-4343-B54C-8AE2A11397D4}" sibTransId="{AB00863B-2EFB-4580-9DF0-DC9B0236622C}"/>
    <dgm:cxn modelId="{6F6A625A-1A78-4005-8983-32E6A8DFFB5F}" type="presOf" srcId="{06B432DE-ADB1-497B-853B-75D9AA2AE770}" destId="{94C5679E-7199-4B20-9ECD-88DA36551183}" srcOrd="0" destOrd="0" presId="urn:microsoft.com/office/officeart/2005/8/layout/default"/>
    <dgm:cxn modelId="{EC2D3E82-BD9C-4D55-B5AF-C9C703C1289B}" srcId="{2FEC664F-EBBF-4D75-BDEC-DA106B57BF5E}" destId="{3A6CE37D-6B7A-428F-B447-43CC15C226F6}" srcOrd="2" destOrd="0" parTransId="{CA63DE9E-9F33-47CE-A546-6B8189E59839}" sibTransId="{CE620851-FE25-4A2A-B18C-71B92D431CF5}"/>
    <dgm:cxn modelId="{0AC266BD-3922-4DF0-A537-BE089DF71FCB}" type="presOf" srcId="{2FEC664F-EBBF-4D75-BDEC-DA106B57BF5E}" destId="{A955BA77-901F-4B87-BC03-332EAA24F9A3}" srcOrd="0" destOrd="0" presId="urn:microsoft.com/office/officeart/2005/8/layout/default"/>
    <dgm:cxn modelId="{B7A68EC3-3292-465B-A935-40187583FAB7}" srcId="{2FEC664F-EBBF-4D75-BDEC-DA106B57BF5E}" destId="{06B432DE-ADB1-497B-853B-75D9AA2AE770}" srcOrd="1" destOrd="0" parTransId="{01002E35-E600-415F-9A46-8B8A4AAA1766}" sibTransId="{14FA226E-4D35-4429-82EE-70F5B389010F}"/>
    <dgm:cxn modelId="{F5D384C4-4714-47CB-95E2-12EAD804B1EE}" srcId="{2FEC664F-EBBF-4D75-BDEC-DA106B57BF5E}" destId="{6A567AE2-FAAD-4AE5-94FA-D55CE7821C17}" srcOrd="0" destOrd="0" parTransId="{E9ABA648-6EC9-47F1-AB5A-54CEB751A23F}" sibTransId="{6D9EAE97-FBBE-4B1F-ABD6-E9482A6FD47E}"/>
    <dgm:cxn modelId="{034412FC-CEB6-4CD3-87ED-8BB706B56907}" type="presOf" srcId="{3A6CE37D-6B7A-428F-B447-43CC15C226F6}" destId="{C70FDA20-C0A1-4D19-85C5-1CB2B9D0EBBE}" srcOrd="0" destOrd="0" presId="urn:microsoft.com/office/officeart/2005/8/layout/default"/>
    <dgm:cxn modelId="{0DE5DF3C-C0F4-4331-AA5B-3AF8CBD7BAB0}" type="presParOf" srcId="{A955BA77-901F-4B87-BC03-332EAA24F9A3}" destId="{7F2A4044-0E4E-4F85-A597-F5B5B53C8E9B}" srcOrd="0" destOrd="0" presId="urn:microsoft.com/office/officeart/2005/8/layout/default"/>
    <dgm:cxn modelId="{502793CD-CF27-40CD-B2AB-5D55A98A4CA7}" type="presParOf" srcId="{A955BA77-901F-4B87-BC03-332EAA24F9A3}" destId="{08ADE0A0-3B27-4A1F-8A5D-E283F318D8A0}" srcOrd="1" destOrd="0" presId="urn:microsoft.com/office/officeart/2005/8/layout/default"/>
    <dgm:cxn modelId="{2C8DB575-CF27-4C17-B946-95E07EC66FD8}" type="presParOf" srcId="{A955BA77-901F-4B87-BC03-332EAA24F9A3}" destId="{94C5679E-7199-4B20-9ECD-88DA36551183}" srcOrd="2" destOrd="0" presId="urn:microsoft.com/office/officeart/2005/8/layout/default"/>
    <dgm:cxn modelId="{D41EB2EF-9EAE-4596-B110-960AFF877417}" type="presParOf" srcId="{A955BA77-901F-4B87-BC03-332EAA24F9A3}" destId="{FC6A92DD-91D1-4CEE-9B1C-564CEEC20072}" srcOrd="3" destOrd="0" presId="urn:microsoft.com/office/officeart/2005/8/layout/default"/>
    <dgm:cxn modelId="{AC8E63CC-A9A9-416F-9B60-697DD3819E9F}" type="presParOf" srcId="{A955BA77-901F-4B87-BC03-332EAA24F9A3}" destId="{C70FDA20-C0A1-4D19-85C5-1CB2B9D0EBBE}" srcOrd="4" destOrd="0" presId="urn:microsoft.com/office/officeart/2005/8/layout/default"/>
    <dgm:cxn modelId="{C5D3CCE3-CBE1-4AE1-A90E-F5D8380EDA6B}" type="presParOf" srcId="{A955BA77-901F-4B87-BC03-332EAA24F9A3}" destId="{CD09B4A8-7985-48CA-85A0-E094F5482D5C}" srcOrd="5" destOrd="0" presId="urn:microsoft.com/office/officeart/2005/8/layout/default"/>
    <dgm:cxn modelId="{DCFF0DF2-887C-45CD-8704-7020DBDC4715}" type="presParOf" srcId="{A955BA77-901F-4B87-BC03-332EAA24F9A3}" destId="{FDC7A5BB-5BEB-48AD-989B-158A1E5DFB88}" srcOrd="6" destOrd="0" presId="urn:microsoft.com/office/officeart/2005/8/layout/default"/>
    <dgm:cxn modelId="{5788290F-694A-4200-878E-C8AC31B86C61}" type="presParOf" srcId="{A955BA77-901F-4B87-BC03-332EAA24F9A3}" destId="{CEC3D75F-18D5-4AAA-A255-CC8A1CFACC8C}" srcOrd="7" destOrd="0" presId="urn:microsoft.com/office/officeart/2005/8/layout/default"/>
    <dgm:cxn modelId="{6C2D49BF-A326-430E-83E5-262F8E207F91}" type="presParOf" srcId="{A955BA77-901F-4B87-BC03-332EAA24F9A3}" destId="{4C987224-79CC-4E90-8CD6-9B4ACEC14D3C}"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C0795D8-24A6-4554-80F7-6964FEC1BE26}" type="doc">
      <dgm:prSet loTypeId="urn:microsoft.com/office/officeart/2005/8/layout/process2" loCatId="process" qsTypeId="urn:microsoft.com/office/officeart/2005/8/quickstyle/simple1" qsCatId="simple" csTypeId="urn:microsoft.com/office/officeart/2005/8/colors/colorful3" csCatId="colorful" phldr="1"/>
      <dgm:spPr/>
    </dgm:pt>
    <dgm:pt modelId="{1BFA256C-2E9D-4082-8804-BC350A8D3D6F}">
      <dgm:prSet phldrT="[Текст]"/>
      <dgm:spPr/>
      <dgm:t>
        <a:bodyPr/>
        <a:lstStyle/>
        <a:p>
          <a:r>
            <a:rPr lang="ru-BY" dirty="0"/>
            <a:t>Идентификация основных компонентов проекта</a:t>
          </a:r>
        </a:p>
      </dgm:t>
    </dgm:pt>
    <dgm:pt modelId="{51E4DD43-5B71-4AB6-B29C-2B6A8A674C26}" type="parTrans" cxnId="{C5BA871E-F5D6-4EFE-A25C-B285E11DAEF8}">
      <dgm:prSet/>
      <dgm:spPr/>
      <dgm:t>
        <a:bodyPr/>
        <a:lstStyle/>
        <a:p>
          <a:endParaRPr lang="ru-BY"/>
        </a:p>
      </dgm:t>
    </dgm:pt>
    <dgm:pt modelId="{0E35E120-9D86-40EE-BBD3-1214E52D2057}" type="sibTrans" cxnId="{C5BA871E-F5D6-4EFE-A25C-B285E11DAEF8}">
      <dgm:prSet/>
      <dgm:spPr/>
      <dgm:t>
        <a:bodyPr/>
        <a:lstStyle/>
        <a:p>
          <a:endParaRPr lang="ru-BY"/>
        </a:p>
      </dgm:t>
    </dgm:pt>
    <dgm:pt modelId="{49BF4A51-CE8B-493E-AE12-59F5AF135772}">
      <dgm:prSet phldrT="[Текст]"/>
      <dgm:spPr/>
      <dgm:t>
        <a:bodyPr/>
        <a:lstStyle/>
        <a:p>
          <a:r>
            <a:rPr lang="ru-RU" dirty="0"/>
            <a:t>Разбиение компонентов на подзадачи</a:t>
          </a:r>
          <a:endParaRPr lang="ru-BY" dirty="0"/>
        </a:p>
      </dgm:t>
    </dgm:pt>
    <dgm:pt modelId="{3125B66E-BB60-4216-BAFE-EE3D36813CD2}" type="parTrans" cxnId="{0D61EC52-7E59-4479-BB59-457343D41268}">
      <dgm:prSet/>
      <dgm:spPr/>
      <dgm:t>
        <a:bodyPr/>
        <a:lstStyle/>
        <a:p>
          <a:endParaRPr lang="ru-BY"/>
        </a:p>
      </dgm:t>
    </dgm:pt>
    <dgm:pt modelId="{B3209AF1-9454-40F0-9758-D0157B644E6E}" type="sibTrans" cxnId="{0D61EC52-7E59-4479-BB59-457343D41268}">
      <dgm:prSet/>
      <dgm:spPr/>
      <dgm:t>
        <a:bodyPr/>
        <a:lstStyle/>
        <a:p>
          <a:endParaRPr lang="ru-BY"/>
        </a:p>
      </dgm:t>
    </dgm:pt>
    <dgm:pt modelId="{4C34A568-5163-49B0-A4CA-1B10FCBAA5D4}">
      <dgm:prSet phldrT="[Текст]"/>
      <dgm:spPr/>
      <dgm:t>
        <a:bodyPr/>
        <a:lstStyle/>
        <a:p>
          <a:r>
            <a:rPr lang="ru-RU" dirty="0"/>
            <a:t>Иерархическая структура</a:t>
          </a:r>
          <a:endParaRPr lang="ru-BY" dirty="0"/>
        </a:p>
      </dgm:t>
    </dgm:pt>
    <dgm:pt modelId="{7DE3094F-6A50-4306-924C-F63B9E4063C1}" type="parTrans" cxnId="{A9E5362C-0F8B-4C87-801C-E02240A9EF12}">
      <dgm:prSet/>
      <dgm:spPr/>
      <dgm:t>
        <a:bodyPr/>
        <a:lstStyle/>
        <a:p>
          <a:endParaRPr lang="ru-BY"/>
        </a:p>
      </dgm:t>
    </dgm:pt>
    <dgm:pt modelId="{59DBAFC7-86D8-4C77-B8EB-FB62EBC4C00A}" type="sibTrans" cxnId="{A9E5362C-0F8B-4C87-801C-E02240A9EF12}">
      <dgm:prSet/>
      <dgm:spPr/>
      <dgm:t>
        <a:bodyPr/>
        <a:lstStyle/>
        <a:p>
          <a:endParaRPr lang="ru-BY"/>
        </a:p>
      </dgm:t>
    </dgm:pt>
    <dgm:pt modelId="{E2300284-1E4F-4949-8BE8-955D7FBDE950}">
      <dgm:prSet phldrT="[Текст]"/>
      <dgm:spPr/>
      <dgm:t>
        <a:bodyPr/>
        <a:lstStyle/>
        <a:p>
          <a:r>
            <a:rPr lang="ru-RU" dirty="0"/>
            <a:t>Определение зависимостей</a:t>
          </a:r>
          <a:endParaRPr lang="ru-BY" dirty="0"/>
        </a:p>
      </dgm:t>
    </dgm:pt>
    <dgm:pt modelId="{B3F24565-679B-40E6-B160-DA119B22ECC2}" type="parTrans" cxnId="{FB769258-66E1-4DC3-AB2E-99A1A6380DF4}">
      <dgm:prSet/>
      <dgm:spPr/>
      <dgm:t>
        <a:bodyPr/>
        <a:lstStyle/>
        <a:p>
          <a:endParaRPr lang="ru-BY"/>
        </a:p>
      </dgm:t>
    </dgm:pt>
    <dgm:pt modelId="{8E673522-D2B8-48DB-9199-BDE77565A24C}" type="sibTrans" cxnId="{FB769258-66E1-4DC3-AB2E-99A1A6380DF4}">
      <dgm:prSet/>
      <dgm:spPr/>
      <dgm:t>
        <a:bodyPr/>
        <a:lstStyle/>
        <a:p>
          <a:endParaRPr lang="ru-BY"/>
        </a:p>
      </dgm:t>
    </dgm:pt>
    <dgm:pt modelId="{85E0B31A-DD4D-4C46-89EA-0AA5EB48FC93}">
      <dgm:prSet phldrT="[Текст]"/>
      <dgm:spPr/>
      <dgm:t>
        <a:bodyPr/>
        <a:lstStyle/>
        <a:p>
          <a:r>
            <a:rPr lang="ru-RU" dirty="0"/>
            <a:t>Установление уровней управления</a:t>
          </a:r>
          <a:endParaRPr lang="ru-BY" dirty="0"/>
        </a:p>
      </dgm:t>
    </dgm:pt>
    <dgm:pt modelId="{B82776E6-11DF-4D6F-A3D8-C86BED9505DD}" type="parTrans" cxnId="{7B57820A-F114-4278-BBB9-D22D21FDF761}">
      <dgm:prSet/>
      <dgm:spPr/>
      <dgm:t>
        <a:bodyPr/>
        <a:lstStyle/>
        <a:p>
          <a:endParaRPr lang="ru-BY"/>
        </a:p>
      </dgm:t>
    </dgm:pt>
    <dgm:pt modelId="{40B46054-3394-48B6-BD47-6FCC1A7648E5}" type="sibTrans" cxnId="{7B57820A-F114-4278-BBB9-D22D21FDF761}">
      <dgm:prSet/>
      <dgm:spPr/>
      <dgm:t>
        <a:bodyPr/>
        <a:lstStyle/>
        <a:p>
          <a:endParaRPr lang="ru-BY"/>
        </a:p>
      </dgm:t>
    </dgm:pt>
    <dgm:pt modelId="{5569CD1D-7163-44C1-8453-14B032B6FA32}" type="pres">
      <dgm:prSet presAssocID="{3C0795D8-24A6-4554-80F7-6964FEC1BE26}" presName="linearFlow" presStyleCnt="0">
        <dgm:presLayoutVars>
          <dgm:resizeHandles val="exact"/>
        </dgm:presLayoutVars>
      </dgm:prSet>
      <dgm:spPr/>
    </dgm:pt>
    <dgm:pt modelId="{F8D2554E-CB1A-4A65-9A66-E8E6B5D78B57}" type="pres">
      <dgm:prSet presAssocID="{1BFA256C-2E9D-4082-8804-BC350A8D3D6F}" presName="node" presStyleLbl="node1" presStyleIdx="0" presStyleCnt="5">
        <dgm:presLayoutVars>
          <dgm:bulletEnabled val="1"/>
        </dgm:presLayoutVars>
      </dgm:prSet>
      <dgm:spPr/>
    </dgm:pt>
    <dgm:pt modelId="{719A8686-3D86-4621-BE3D-5C835139FC4F}" type="pres">
      <dgm:prSet presAssocID="{0E35E120-9D86-40EE-BBD3-1214E52D2057}" presName="sibTrans" presStyleLbl="sibTrans2D1" presStyleIdx="0" presStyleCnt="4"/>
      <dgm:spPr/>
    </dgm:pt>
    <dgm:pt modelId="{52624FE9-1C66-4FAB-9161-F4E224FA32D5}" type="pres">
      <dgm:prSet presAssocID="{0E35E120-9D86-40EE-BBD3-1214E52D2057}" presName="connectorText" presStyleLbl="sibTrans2D1" presStyleIdx="0" presStyleCnt="4"/>
      <dgm:spPr/>
    </dgm:pt>
    <dgm:pt modelId="{88332AA4-B3A1-40F2-B9EC-9F8A3837E22D}" type="pres">
      <dgm:prSet presAssocID="{49BF4A51-CE8B-493E-AE12-59F5AF135772}" presName="node" presStyleLbl="node1" presStyleIdx="1" presStyleCnt="5">
        <dgm:presLayoutVars>
          <dgm:bulletEnabled val="1"/>
        </dgm:presLayoutVars>
      </dgm:prSet>
      <dgm:spPr/>
    </dgm:pt>
    <dgm:pt modelId="{0823ACEA-228F-48B8-A236-816DFBF95E55}" type="pres">
      <dgm:prSet presAssocID="{B3209AF1-9454-40F0-9758-D0157B644E6E}" presName="sibTrans" presStyleLbl="sibTrans2D1" presStyleIdx="1" presStyleCnt="4"/>
      <dgm:spPr/>
    </dgm:pt>
    <dgm:pt modelId="{639EC588-BD4C-4A45-BA0C-21B4F49518B6}" type="pres">
      <dgm:prSet presAssocID="{B3209AF1-9454-40F0-9758-D0157B644E6E}" presName="connectorText" presStyleLbl="sibTrans2D1" presStyleIdx="1" presStyleCnt="4"/>
      <dgm:spPr/>
    </dgm:pt>
    <dgm:pt modelId="{D6448524-84A7-4276-A079-F00883B51D44}" type="pres">
      <dgm:prSet presAssocID="{4C34A568-5163-49B0-A4CA-1B10FCBAA5D4}" presName="node" presStyleLbl="node1" presStyleIdx="2" presStyleCnt="5">
        <dgm:presLayoutVars>
          <dgm:bulletEnabled val="1"/>
        </dgm:presLayoutVars>
      </dgm:prSet>
      <dgm:spPr/>
    </dgm:pt>
    <dgm:pt modelId="{3463FB94-78BA-46A7-A55E-A3057994BCA6}" type="pres">
      <dgm:prSet presAssocID="{59DBAFC7-86D8-4C77-B8EB-FB62EBC4C00A}" presName="sibTrans" presStyleLbl="sibTrans2D1" presStyleIdx="2" presStyleCnt="4"/>
      <dgm:spPr/>
    </dgm:pt>
    <dgm:pt modelId="{E40ED503-7AE7-4B95-8580-7E3C441BCFB6}" type="pres">
      <dgm:prSet presAssocID="{59DBAFC7-86D8-4C77-B8EB-FB62EBC4C00A}" presName="connectorText" presStyleLbl="sibTrans2D1" presStyleIdx="2" presStyleCnt="4"/>
      <dgm:spPr/>
    </dgm:pt>
    <dgm:pt modelId="{14B1F0E2-0A3D-4704-ADCE-1BAC4D54C55A}" type="pres">
      <dgm:prSet presAssocID="{E2300284-1E4F-4949-8BE8-955D7FBDE950}" presName="node" presStyleLbl="node1" presStyleIdx="3" presStyleCnt="5">
        <dgm:presLayoutVars>
          <dgm:bulletEnabled val="1"/>
        </dgm:presLayoutVars>
      </dgm:prSet>
      <dgm:spPr/>
    </dgm:pt>
    <dgm:pt modelId="{8ED3DE63-30F6-4188-86CE-AFA8A01E7766}" type="pres">
      <dgm:prSet presAssocID="{8E673522-D2B8-48DB-9199-BDE77565A24C}" presName="sibTrans" presStyleLbl="sibTrans2D1" presStyleIdx="3" presStyleCnt="4"/>
      <dgm:spPr/>
    </dgm:pt>
    <dgm:pt modelId="{19FC74AE-216D-4FAA-B477-B3989343D775}" type="pres">
      <dgm:prSet presAssocID="{8E673522-D2B8-48DB-9199-BDE77565A24C}" presName="connectorText" presStyleLbl="sibTrans2D1" presStyleIdx="3" presStyleCnt="4"/>
      <dgm:spPr/>
    </dgm:pt>
    <dgm:pt modelId="{2A5CA489-0EF0-496B-BBEC-DFE8016176F4}" type="pres">
      <dgm:prSet presAssocID="{85E0B31A-DD4D-4C46-89EA-0AA5EB48FC93}" presName="node" presStyleLbl="node1" presStyleIdx="4" presStyleCnt="5">
        <dgm:presLayoutVars>
          <dgm:bulletEnabled val="1"/>
        </dgm:presLayoutVars>
      </dgm:prSet>
      <dgm:spPr/>
    </dgm:pt>
  </dgm:ptLst>
  <dgm:cxnLst>
    <dgm:cxn modelId="{9BA1D804-EEDD-443B-B96D-2FE8585C499A}" type="presOf" srcId="{59DBAFC7-86D8-4C77-B8EB-FB62EBC4C00A}" destId="{E40ED503-7AE7-4B95-8580-7E3C441BCFB6}" srcOrd="1" destOrd="0" presId="urn:microsoft.com/office/officeart/2005/8/layout/process2"/>
    <dgm:cxn modelId="{7B57820A-F114-4278-BBB9-D22D21FDF761}" srcId="{3C0795D8-24A6-4554-80F7-6964FEC1BE26}" destId="{85E0B31A-DD4D-4C46-89EA-0AA5EB48FC93}" srcOrd="4" destOrd="0" parTransId="{B82776E6-11DF-4D6F-A3D8-C86BED9505DD}" sibTransId="{40B46054-3394-48B6-BD47-6FCC1A7648E5}"/>
    <dgm:cxn modelId="{4E439216-C292-40F9-B29D-2FA9232AAEB8}" type="presOf" srcId="{49BF4A51-CE8B-493E-AE12-59F5AF135772}" destId="{88332AA4-B3A1-40F2-B9EC-9F8A3837E22D}" srcOrd="0" destOrd="0" presId="urn:microsoft.com/office/officeart/2005/8/layout/process2"/>
    <dgm:cxn modelId="{6AD75B19-CBDB-4344-9952-2A66128ACF1F}" type="presOf" srcId="{B3209AF1-9454-40F0-9758-D0157B644E6E}" destId="{0823ACEA-228F-48B8-A236-816DFBF95E55}" srcOrd="0" destOrd="0" presId="urn:microsoft.com/office/officeart/2005/8/layout/process2"/>
    <dgm:cxn modelId="{C5BA871E-F5D6-4EFE-A25C-B285E11DAEF8}" srcId="{3C0795D8-24A6-4554-80F7-6964FEC1BE26}" destId="{1BFA256C-2E9D-4082-8804-BC350A8D3D6F}" srcOrd="0" destOrd="0" parTransId="{51E4DD43-5B71-4AB6-B29C-2B6A8A674C26}" sibTransId="{0E35E120-9D86-40EE-BBD3-1214E52D2057}"/>
    <dgm:cxn modelId="{D36A8022-EC30-4CD5-B054-D32A41DFE87B}" type="presOf" srcId="{8E673522-D2B8-48DB-9199-BDE77565A24C}" destId="{19FC74AE-216D-4FAA-B477-B3989343D775}" srcOrd="1" destOrd="0" presId="urn:microsoft.com/office/officeart/2005/8/layout/process2"/>
    <dgm:cxn modelId="{A9E5362C-0F8B-4C87-801C-E02240A9EF12}" srcId="{3C0795D8-24A6-4554-80F7-6964FEC1BE26}" destId="{4C34A568-5163-49B0-A4CA-1B10FCBAA5D4}" srcOrd="2" destOrd="0" parTransId="{7DE3094F-6A50-4306-924C-F63B9E4063C1}" sibTransId="{59DBAFC7-86D8-4C77-B8EB-FB62EBC4C00A}"/>
    <dgm:cxn modelId="{A7CF6C62-A213-4883-8501-20E5D1434C35}" type="presOf" srcId="{E2300284-1E4F-4949-8BE8-955D7FBDE950}" destId="{14B1F0E2-0A3D-4704-ADCE-1BAC4D54C55A}" srcOrd="0" destOrd="0" presId="urn:microsoft.com/office/officeart/2005/8/layout/process2"/>
    <dgm:cxn modelId="{7E546B6A-A181-4E99-86FD-D832FE2B19FE}" type="presOf" srcId="{0E35E120-9D86-40EE-BBD3-1214E52D2057}" destId="{719A8686-3D86-4621-BE3D-5C835139FC4F}" srcOrd="0" destOrd="0" presId="urn:microsoft.com/office/officeart/2005/8/layout/process2"/>
    <dgm:cxn modelId="{7419296F-D40C-4D45-8D56-B8EBBF146F06}" type="presOf" srcId="{3C0795D8-24A6-4554-80F7-6964FEC1BE26}" destId="{5569CD1D-7163-44C1-8453-14B032B6FA32}" srcOrd="0" destOrd="0" presId="urn:microsoft.com/office/officeart/2005/8/layout/process2"/>
    <dgm:cxn modelId="{0D61EC52-7E59-4479-BB59-457343D41268}" srcId="{3C0795D8-24A6-4554-80F7-6964FEC1BE26}" destId="{49BF4A51-CE8B-493E-AE12-59F5AF135772}" srcOrd="1" destOrd="0" parTransId="{3125B66E-BB60-4216-BAFE-EE3D36813CD2}" sibTransId="{B3209AF1-9454-40F0-9758-D0157B644E6E}"/>
    <dgm:cxn modelId="{D1B69656-7A18-4D6D-ADD1-073F373BDAA2}" type="presOf" srcId="{8E673522-D2B8-48DB-9199-BDE77565A24C}" destId="{8ED3DE63-30F6-4188-86CE-AFA8A01E7766}" srcOrd="0" destOrd="0" presId="urn:microsoft.com/office/officeart/2005/8/layout/process2"/>
    <dgm:cxn modelId="{FB769258-66E1-4DC3-AB2E-99A1A6380DF4}" srcId="{3C0795D8-24A6-4554-80F7-6964FEC1BE26}" destId="{E2300284-1E4F-4949-8BE8-955D7FBDE950}" srcOrd="3" destOrd="0" parTransId="{B3F24565-679B-40E6-B160-DA119B22ECC2}" sibTransId="{8E673522-D2B8-48DB-9199-BDE77565A24C}"/>
    <dgm:cxn modelId="{3E175DA0-C900-49F0-9ACD-7B9A05FAA902}" type="presOf" srcId="{59DBAFC7-86D8-4C77-B8EB-FB62EBC4C00A}" destId="{3463FB94-78BA-46A7-A55E-A3057994BCA6}" srcOrd="0" destOrd="0" presId="urn:microsoft.com/office/officeart/2005/8/layout/process2"/>
    <dgm:cxn modelId="{0E1891A8-C9AD-4054-B2C4-D52A68ECCD60}" type="presOf" srcId="{0E35E120-9D86-40EE-BBD3-1214E52D2057}" destId="{52624FE9-1C66-4FAB-9161-F4E224FA32D5}" srcOrd="1" destOrd="0" presId="urn:microsoft.com/office/officeart/2005/8/layout/process2"/>
    <dgm:cxn modelId="{6A83BBAE-7B26-414C-A8CF-0EDB25F78651}" type="presOf" srcId="{4C34A568-5163-49B0-A4CA-1B10FCBAA5D4}" destId="{D6448524-84A7-4276-A079-F00883B51D44}" srcOrd="0" destOrd="0" presId="urn:microsoft.com/office/officeart/2005/8/layout/process2"/>
    <dgm:cxn modelId="{CE6E8DAF-6A60-4DD8-B0E8-B411A4D2B87A}" type="presOf" srcId="{1BFA256C-2E9D-4082-8804-BC350A8D3D6F}" destId="{F8D2554E-CB1A-4A65-9A66-E8E6B5D78B57}" srcOrd="0" destOrd="0" presId="urn:microsoft.com/office/officeart/2005/8/layout/process2"/>
    <dgm:cxn modelId="{9CB609B3-0EEC-41FF-8EB5-DEFDA0F6C311}" type="presOf" srcId="{B3209AF1-9454-40F0-9758-D0157B644E6E}" destId="{639EC588-BD4C-4A45-BA0C-21B4F49518B6}" srcOrd="1" destOrd="0" presId="urn:microsoft.com/office/officeart/2005/8/layout/process2"/>
    <dgm:cxn modelId="{18ACADF9-5FFD-4B92-9908-43672C45B71D}" type="presOf" srcId="{85E0B31A-DD4D-4C46-89EA-0AA5EB48FC93}" destId="{2A5CA489-0EF0-496B-BBEC-DFE8016176F4}" srcOrd="0" destOrd="0" presId="urn:microsoft.com/office/officeart/2005/8/layout/process2"/>
    <dgm:cxn modelId="{75B7009B-C0F4-4A89-BB7B-7B8288DDD321}" type="presParOf" srcId="{5569CD1D-7163-44C1-8453-14B032B6FA32}" destId="{F8D2554E-CB1A-4A65-9A66-E8E6B5D78B57}" srcOrd="0" destOrd="0" presId="urn:microsoft.com/office/officeart/2005/8/layout/process2"/>
    <dgm:cxn modelId="{E0AEF329-F6D5-4F59-960B-F913CEC787A4}" type="presParOf" srcId="{5569CD1D-7163-44C1-8453-14B032B6FA32}" destId="{719A8686-3D86-4621-BE3D-5C835139FC4F}" srcOrd="1" destOrd="0" presId="urn:microsoft.com/office/officeart/2005/8/layout/process2"/>
    <dgm:cxn modelId="{A14AFB26-264F-4A8B-93BC-ADBADC881AAA}" type="presParOf" srcId="{719A8686-3D86-4621-BE3D-5C835139FC4F}" destId="{52624FE9-1C66-4FAB-9161-F4E224FA32D5}" srcOrd="0" destOrd="0" presId="urn:microsoft.com/office/officeart/2005/8/layout/process2"/>
    <dgm:cxn modelId="{20F3DDCB-8BE4-49B0-B52B-66CE7E3910E6}" type="presParOf" srcId="{5569CD1D-7163-44C1-8453-14B032B6FA32}" destId="{88332AA4-B3A1-40F2-B9EC-9F8A3837E22D}" srcOrd="2" destOrd="0" presId="urn:microsoft.com/office/officeart/2005/8/layout/process2"/>
    <dgm:cxn modelId="{A2962E15-453F-40A0-80FE-E252811B7F20}" type="presParOf" srcId="{5569CD1D-7163-44C1-8453-14B032B6FA32}" destId="{0823ACEA-228F-48B8-A236-816DFBF95E55}" srcOrd="3" destOrd="0" presId="urn:microsoft.com/office/officeart/2005/8/layout/process2"/>
    <dgm:cxn modelId="{DBDB2EA9-D1A4-4A4A-941C-62EC9E08C5AE}" type="presParOf" srcId="{0823ACEA-228F-48B8-A236-816DFBF95E55}" destId="{639EC588-BD4C-4A45-BA0C-21B4F49518B6}" srcOrd="0" destOrd="0" presId="urn:microsoft.com/office/officeart/2005/8/layout/process2"/>
    <dgm:cxn modelId="{03290A7F-BFCF-4C3D-BE9B-78B9A53C1E2F}" type="presParOf" srcId="{5569CD1D-7163-44C1-8453-14B032B6FA32}" destId="{D6448524-84A7-4276-A079-F00883B51D44}" srcOrd="4" destOrd="0" presId="urn:microsoft.com/office/officeart/2005/8/layout/process2"/>
    <dgm:cxn modelId="{3850EADD-EF41-4ACC-A601-9C097AE5F6F8}" type="presParOf" srcId="{5569CD1D-7163-44C1-8453-14B032B6FA32}" destId="{3463FB94-78BA-46A7-A55E-A3057994BCA6}" srcOrd="5" destOrd="0" presId="urn:microsoft.com/office/officeart/2005/8/layout/process2"/>
    <dgm:cxn modelId="{DBA31EAD-7CF9-4D6D-8ADF-7989EE976800}" type="presParOf" srcId="{3463FB94-78BA-46A7-A55E-A3057994BCA6}" destId="{E40ED503-7AE7-4B95-8580-7E3C441BCFB6}" srcOrd="0" destOrd="0" presId="urn:microsoft.com/office/officeart/2005/8/layout/process2"/>
    <dgm:cxn modelId="{7D790B14-D6C1-4934-AC9B-1380E8F29B40}" type="presParOf" srcId="{5569CD1D-7163-44C1-8453-14B032B6FA32}" destId="{14B1F0E2-0A3D-4704-ADCE-1BAC4D54C55A}" srcOrd="6" destOrd="0" presId="urn:microsoft.com/office/officeart/2005/8/layout/process2"/>
    <dgm:cxn modelId="{4EF32335-22A7-4CD6-87D1-41C04F2FF9BA}" type="presParOf" srcId="{5569CD1D-7163-44C1-8453-14B032B6FA32}" destId="{8ED3DE63-30F6-4188-86CE-AFA8A01E7766}" srcOrd="7" destOrd="0" presId="urn:microsoft.com/office/officeart/2005/8/layout/process2"/>
    <dgm:cxn modelId="{073C007D-44E5-4D12-A748-0D0631D66ED9}" type="presParOf" srcId="{8ED3DE63-30F6-4188-86CE-AFA8A01E7766}" destId="{19FC74AE-216D-4FAA-B477-B3989343D775}" srcOrd="0" destOrd="0" presId="urn:microsoft.com/office/officeart/2005/8/layout/process2"/>
    <dgm:cxn modelId="{3480D9CA-6944-460D-B372-FBF7D503A816}" type="presParOf" srcId="{5569CD1D-7163-44C1-8453-14B032B6FA32}" destId="{2A5CA489-0EF0-496B-BBEC-DFE8016176F4}" srcOrd="8"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4C12C83-20C0-4E8D-A1F0-48C45AE155C1}" type="doc">
      <dgm:prSet loTypeId="urn:microsoft.com/office/officeart/2005/8/layout/vList2" loCatId="list" qsTypeId="urn:microsoft.com/office/officeart/2005/8/quickstyle/simple1" qsCatId="simple" csTypeId="urn:microsoft.com/office/officeart/2005/8/colors/colorful3" csCatId="colorful" phldr="1"/>
      <dgm:spPr/>
      <dgm:t>
        <a:bodyPr/>
        <a:lstStyle/>
        <a:p>
          <a:endParaRPr lang="ru-BY"/>
        </a:p>
      </dgm:t>
    </dgm:pt>
    <dgm:pt modelId="{1056A65F-BD62-4614-98A8-F2E43BCB2532}">
      <dgm:prSet phldrT="[Текст]"/>
      <dgm:spPr/>
      <dgm:t>
        <a:bodyPr/>
        <a:lstStyle/>
        <a:p>
          <a:pPr>
            <a:buFontTx/>
            <a:buNone/>
          </a:pPr>
          <a:r>
            <a:rPr lang="ru-RU" altLang="ru-BY" b="1" dirty="0"/>
            <a:t>1)</a:t>
          </a:r>
          <a:r>
            <a:rPr lang="ru-RU" altLang="ru-BY" dirty="0"/>
            <a:t> </a:t>
          </a:r>
          <a:r>
            <a:rPr lang="ru-RU" altLang="ru-BY" b="1" dirty="0"/>
            <a:t>Правило 8/80</a:t>
          </a:r>
          <a:endParaRPr lang="ru-BY" dirty="0"/>
        </a:p>
      </dgm:t>
    </dgm:pt>
    <dgm:pt modelId="{FAB30778-FA72-49D7-A404-2E54D5B4C95A}" type="parTrans" cxnId="{A047AE0B-6058-4BC1-8707-A72D239B42EE}">
      <dgm:prSet/>
      <dgm:spPr/>
      <dgm:t>
        <a:bodyPr/>
        <a:lstStyle/>
        <a:p>
          <a:endParaRPr lang="ru-BY"/>
        </a:p>
      </dgm:t>
    </dgm:pt>
    <dgm:pt modelId="{68BABB3B-AD28-4ABA-A970-739277090650}" type="sibTrans" cxnId="{A047AE0B-6058-4BC1-8707-A72D239B42EE}">
      <dgm:prSet/>
      <dgm:spPr/>
      <dgm:t>
        <a:bodyPr/>
        <a:lstStyle/>
        <a:p>
          <a:endParaRPr lang="ru-BY"/>
        </a:p>
      </dgm:t>
    </dgm:pt>
    <dgm:pt modelId="{14747B07-FE9B-4B93-9998-400D4F0169E3}">
      <dgm:prSet/>
      <dgm:spPr/>
      <dgm:t>
        <a:bodyPr/>
        <a:lstStyle/>
        <a:p>
          <a:r>
            <a:rPr lang="ru-RU" altLang="ru-BY" b="1" dirty="0"/>
            <a:t>2) Правило отчетного периода</a:t>
          </a:r>
          <a:endParaRPr lang="ru-RU" altLang="ru-BY" dirty="0"/>
        </a:p>
      </dgm:t>
    </dgm:pt>
    <dgm:pt modelId="{91DC2DA1-FED8-43C8-AD57-9032B1A3C7D9}" type="parTrans" cxnId="{E7ACDDB1-ADC3-48EC-930D-165358070B6B}">
      <dgm:prSet/>
      <dgm:spPr/>
      <dgm:t>
        <a:bodyPr/>
        <a:lstStyle/>
        <a:p>
          <a:endParaRPr lang="ru-BY"/>
        </a:p>
      </dgm:t>
    </dgm:pt>
    <dgm:pt modelId="{A7CF3861-F039-4BE4-A61A-CE4937B81B36}" type="sibTrans" cxnId="{E7ACDDB1-ADC3-48EC-930D-165358070B6B}">
      <dgm:prSet/>
      <dgm:spPr/>
      <dgm:t>
        <a:bodyPr/>
        <a:lstStyle/>
        <a:p>
          <a:endParaRPr lang="ru-BY"/>
        </a:p>
      </dgm:t>
    </dgm:pt>
    <dgm:pt modelId="{64111763-E0FB-4A69-8AFE-FE593546816F}">
      <dgm:prSet/>
      <dgm:spPr/>
      <dgm:t>
        <a:bodyPr/>
        <a:lstStyle/>
        <a:p>
          <a:r>
            <a:rPr lang="ru-RU" altLang="ru-BY" b="1" dirty="0"/>
            <a:t>3) Правило "полезности"</a:t>
          </a:r>
          <a:endParaRPr lang="ru-RU" altLang="ru-BY" dirty="0"/>
        </a:p>
      </dgm:t>
    </dgm:pt>
    <dgm:pt modelId="{190BD3B3-9831-45E7-BCA8-94083DB2E5C5}" type="parTrans" cxnId="{07CE7A5F-5D3B-4E86-A50B-8DF58E5F2F9C}">
      <dgm:prSet/>
      <dgm:spPr/>
      <dgm:t>
        <a:bodyPr/>
        <a:lstStyle/>
        <a:p>
          <a:endParaRPr lang="ru-BY"/>
        </a:p>
      </dgm:t>
    </dgm:pt>
    <dgm:pt modelId="{BFD79F47-8515-4D7A-AE6C-8562AC9CDD62}" type="sibTrans" cxnId="{07CE7A5F-5D3B-4E86-A50B-8DF58E5F2F9C}">
      <dgm:prSet/>
      <dgm:spPr/>
      <dgm:t>
        <a:bodyPr/>
        <a:lstStyle/>
        <a:p>
          <a:endParaRPr lang="ru-BY"/>
        </a:p>
      </dgm:t>
    </dgm:pt>
    <dgm:pt modelId="{134A1820-7865-4538-B6D3-03E6AD38EB31}">
      <dgm:prSet/>
      <dgm:spPr/>
      <dgm:t>
        <a:bodyPr/>
        <a:lstStyle/>
        <a:p>
          <a:r>
            <a:rPr lang="ru-RU" altLang="ru-BY" dirty="0"/>
            <a:t>– задачу, полученную в результате такого дробления, легче оценить (в силу ее меньшей продолжительности во времени и, следовательно, меньшей неопределенности);</a:t>
          </a:r>
        </a:p>
      </dgm:t>
    </dgm:pt>
    <dgm:pt modelId="{99071647-219C-42FD-B3D5-37CE98AA6337}" type="parTrans" cxnId="{2CAC7CEF-65A1-4E88-8EBC-E43D39467A56}">
      <dgm:prSet/>
      <dgm:spPr/>
      <dgm:t>
        <a:bodyPr/>
        <a:lstStyle/>
        <a:p>
          <a:endParaRPr lang="ru-BY"/>
        </a:p>
      </dgm:t>
    </dgm:pt>
    <dgm:pt modelId="{84F4E8B8-F231-40CA-94A7-73395DC02A27}" type="sibTrans" cxnId="{2CAC7CEF-65A1-4E88-8EBC-E43D39467A56}">
      <dgm:prSet/>
      <dgm:spPr/>
      <dgm:t>
        <a:bodyPr/>
        <a:lstStyle/>
        <a:p>
          <a:endParaRPr lang="ru-BY"/>
        </a:p>
      </dgm:t>
    </dgm:pt>
    <dgm:pt modelId="{C0276EBB-5741-4501-9705-AA637E3C9196}">
      <dgm:prSet/>
      <dgm:spPr/>
      <dgm:t>
        <a:bodyPr/>
        <a:lstStyle/>
        <a:p>
          <a:r>
            <a:rPr lang="ru-RU" altLang="ru-BY" dirty="0"/>
            <a:t>– более мелкие и конкретные задачи легче распределять между отдельными исполнителями;</a:t>
          </a:r>
        </a:p>
      </dgm:t>
    </dgm:pt>
    <dgm:pt modelId="{B962FF20-7B64-4492-A3A3-912EBD58198A}" type="parTrans" cxnId="{BE5A5D52-8689-4299-90DD-CDAC6BEC45DB}">
      <dgm:prSet/>
      <dgm:spPr/>
      <dgm:t>
        <a:bodyPr/>
        <a:lstStyle/>
        <a:p>
          <a:endParaRPr lang="ru-BY"/>
        </a:p>
      </dgm:t>
    </dgm:pt>
    <dgm:pt modelId="{45B86C33-AB96-484E-BF3E-90E5D8BAF8EA}" type="sibTrans" cxnId="{BE5A5D52-8689-4299-90DD-CDAC6BEC45DB}">
      <dgm:prSet/>
      <dgm:spPr/>
      <dgm:t>
        <a:bodyPr/>
        <a:lstStyle/>
        <a:p>
          <a:endParaRPr lang="ru-BY"/>
        </a:p>
      </dgm:t>
    </dgm:pt>
    <dgm:pt modelId="{5E06A31E-6B10-4167-8200-02E6C0A2F3A4}">
      <dgm:prSet/>
      <dgm:spPr/>
      <dgm:t>
        <a:bodyPr/>
        <a:lstStyle/>
        <a:p>
          <a:r>
            <a:rPr lang="ru-RU" altLang="ru-BY" dirty="0"/>
            <a:t>– более мелкие задачи легче поддаются контролю.</a:t>
          </a:r>
        </a:p>
      </dgm:t>
    </dgm:pt>
    <dgm:pt modelId="{63424F02-A989-48DA-8F26-9B62BE1D7A7D}" type="parTrans" cxnId="{38B66791-60A4-416F-946D-4A379D626F2D}">
      <dgm:prSet/>
      <dgm:spPr/>
      <dgm:t>
        <a:bodyPr/>
        <a:lstStyle/>
        <a:p>
          <a:endParaRPr lang="ru-BY"/>
        </a:p>
      </dgm:t>
    </dgm:pt>
    <dgm:pt modelId="{2520ABB5-3858-4044-8960-B87A0B91B452}" type="sibTrans" cxnId="{38B66791-60A4-416F-946D-4A379D626F2D}">
      <dgm:prSet/>
      <dgm:spPr/>
      <dgm:t>
        <a:bodyPr/>
        <a:lstStyle/>
        <a:p>
          <a:endParaRPr lang="ru-BY"/>
        </a:p>
      </dgm:t>
    </dgm:pt>
    <dgm:pt modelId="{07057E7F-F397-4D0A-B654-2CE78968B5C7}">
      <dgm:prSet/>
      <dgm:spPr/>
      <dgm:t>
        <a:bodyPr/>
        <a:lstStyle/>
        <a:p>
          <a:r>
            <a:rPr lang="ru-RU" altLang="ru-BY" dirty="0"/>
            <a:t>Если же дробление не отвечает этим требованиям, от него следует отказаться.</a:t>
          </a:r>
        </a:p>
      </dgm:t>
    </dgm:pt>
    <dgm:pt modelId="{10E4E190-EF3C-494D-A643-625450B46698}" type="parTrans" cxnId="{079B2A0E-5EF1-455B-8CD7-800B14866248}">
      <dgm:prSet/>
      <dgm:spPr/>
      <dgm:t>
        <a:bodyPr/>
        <a:lstStyle/>
        <a:p>
          <a:endParaRPr lang="ru-BY"/>
        </a:p>
      </dgm:t>
    </dgm:pt>
    <dgm:pt modelId="{104DC27E-B2E1-4CAB-A793-0F2D2AEC0A39}" type="sibTrans" cxnId="{079B2A0E-5EF1-455B-8CD7-800B14866248}">
      <dgm:prSet/>
      <dgm:spPr/>
      <dgm:t>
        <a:bodyPr/>
        <a:lstStyle/>
        <a:p>
          <a:endParaRPr lang="ru-BY"/>
        </a:p>
      </dgm:t>
    </dgm:pt>
    <dgm:pt modelId="{5130F696-4B89-4898-AD09-31CC54DB2BD3}">
      <dgm:prSet phldrT="[Текст]"/>
      <dgm:spPr/>
      <dgm:t>
        <a:bodyPr/>
        <a:lstStyle/>
        <a:p>
          <a:pPr>
            <a:buFontTx/>
            <a:buNone/>
          </a:pPr>
          <a:r>
            <a:rPr lang="ru-RU" altLang="ru-BY"/>
            <a:t>означает, что ни одна из задач не должна иметь объем меньший, чем 8 чел/ч и больший, чем 80 чел/ч (это составляет соответственно от 1 до 10 дней при 8-часовой продолжительности рабочего дня).</a:t>
          </a:r>
          <a:endParaRPr lang="ru-BY" dirty="0"/>
        </a:p>
      </dgm:t>
    </dgm:pt>
    <dgm:pt modelId="{F34AF4D9-CCA4-4443-A974-F9E88C43B875}" type="parTrans" cxnId="{40B942C0-D02E-48EB-8126-C343761CF21E}">
      <dgm:prSet/>
      <dgm:spPr/>
      <dgm:t>
        <a:bodyPr/>
        <a:lstStyle/>
        <a:p>
          <a:endParaRPr lang="ru-BY"/>
        </a:p>
      </dgm:t>
    </dgm:pt>
    <dgm:pt modelId="{F30634E5-8618-486A-9316-4F45258C5628}" type="sibTrans" cxnId="{40B942C0-D02E-48EB-8126-C343761CF21E}">
      <dgm:prSet/>
      <dgm:spPr/>
      <dgm:t>
        <a:bodyPr/>
        <a:lstStyle/>
        <a:p>
          <a:endParaRPr lang="ru-BY"/>
        </a:p>
      </dgm:t>
    </dgm:pt>
    <dgm:pt modelId="{EB35F4A6-66E4-44A0-8806-595C9EC7BA25}">
      <dgm:prSet/>
      <dgm:spPr/>
      <dgm:t>
        <a:bodyPr/>
        <a:lstStyle/>
        <a:p>
          <a:r>
            <a:rPr lang="ru-RU" altLang="ru-BY" dirty="0"/>
            <a:t>продолжительность каждой задачи не должна быть больше периода, через который проводятся совещания, посвященные рассмотрению хода проекта. То есть, если такие совещания проводятся еженедельно, выполнение каждой задачи не должно превышать одной недели.</a:t>
          </a:r>
        </a:p>
      </dgm:t>
    </dgm:pt>
    <dgm:pt modelId="{58820AB4-BB72-41AF-B417-E25C77766A17}" type="parTrans" cxnId="{2A3FE13C-C66C-4275-8DF4-0C12B67CDD21}">
      <dgm:prSet/>
      <dgm:spPr/>
      <dgm:t>
        <a:bodyPr/>
        <a:lstStyle/>
        <a:p>
          <a:endParaRPr lang="ru-BY"/>
        </a:p>
      </dgm:t>
    </dgm:pt>
    <dgm:pt modelId="{A3695866-FD84-43EB-BF14-C716686E830C}" type="sibTrans" cxnId="{2A3FE13C-C66C-4275-8DF4-0C12B67CDD21}">
      <dgm:prSet/>
      <dgm:spPr/>
      <dgm:t>
        <a:bodyPr/>
        <a:lstStyle/>
        <a:p>
          <a:endParaRPr lang="ru-BY"/>
        </a:p>
      </dgm:t>
    </dgm:pt>
    <dgm:pt modelId="{EFF59244-1722-4ADB-9D54-108C3C9358F1}">
      <dgm:prSet/>
      <dgm:spPr/>
      <dgm:t>
        <a:bodyPr/>
        <a:lstStyle/>
        <a:p>
          <a:r>
            <a:rPr lang="ru-RU" altLang="ru-BY" dirty="0"/>
            <a:t>при дроблении задачи на более мелкие следует учитывать, что существуют три причины, обусловливающие целесообразность такого разделения:</a:t>
          </a:r>
        </a:p>
      </dgm:t>
    </dgm:pt>
    <dgm:pt modelId="{E3623279-2CB8-4C36-B051-51F7867B172E}" type="parTrans" cxnId="{C13A068D-951D-474A-B351-3446804305F5}">
      <dgm:prSet/>
      <dgm:spPr/>
      <dgm:t>
        <a:bodyPr/>
        <a:lstStyle/>
        <a:p>
          <a:endParaRPr lang="ru-BY"/>
        </a:p>
      </dgm:t>
    </dgm:pt>
    <dgm:pt modelId="{0D7CA7BD-B008-4D9B-AB0E-990FCD9ED605}" type="sibTrans" cxnId="{C13A068D-951D-474A-B351-3446804305F5}">
      <dgm:prSet/>
      <dgm:spPr/>
      <dgm:t>
        <a:bodyPr/>
        <a:lstStyle/>
        <a:p>
          <a:endParaRPr lang="ru-BY"/>
        </a:p>
      </dgm:t>
    </dgm:pt>
    <dgm:pt modelId="{01E0F267-6DCF-4F9C-828A-4969C73F9A1A}" type="pres">
      <dgm:prSet presAssocID="{F4C12C83-20C0-4E8D-A1F0-48C45AE155C1}" presName="linear" presStyleCnt="0">
        <dgm:presLayoutVars>
          <dgm:animLvl val="lvl"/>
          <dgm:resizeHandles val="exact"/>
        </dgm:presLayoutVars>
      </dgm:prSet>
      <dgm:spPr/>
    </dgm:pt>
    <dgm:pt modelId="{947DC14B-E1DD-4846-A180-FC36AAAD327A}" type="pres">
      <dgm:prSet presAssocID="{1056A65F-BD62-4614-98A8-F2E43BCB2532}" presName="parentText" presStyleLbl="node1" presStyleIdx="0" presStyleCnt="4">
        <dgm:presLayoutVars>
          <dgm:chMax val="0"/>
          <dgm:bulletEnabled val="1"/>
        </dgm:presLayoutVars>
      </dgm:prSet>
      <dgm:spPr/>
    </dgm:pt>
    <dgm:pt modelId="{E96A2DC3-C4FB-4D88-9ABA-CB9784C90564}" type="pres">
      <dgm:prSet presAssocID="{1056A65F-BD62-4614-98A8-F2E43BCB2532}" presName="childText" presStyleLbl="revTx" presStyleIdx="0" presStyleCnt="3">
        <dgm:presLayoutVars>
          <dgm:bulletEnabled val="1"/>
        </dgm:presLayoutVars>
      </dgm:prSet>
      <dgm:spPr/>
    </dgm:pt>
    <dgm:pt modelId="{649CA9F6-0826-43CD-B64B-B6060F382735}" type="pres">
      <dgm:prSet presAssocID="{14747B07-FE9B-4B93-9998-400D4F0169E3}" presName="parentText" presStyleLbl="node1" presStyleIdx="1" presStyleCnt="4">
        <dgm:presLayoutVars>
          <dgm:chMax val="0"/>
          <dgm:bulletEnabled val="1"/>
        </dgm:presLayoutVars>
      </dgm:prSet>
      <dgm:spPr/>
    </dgm:pt>
    <dgm:pt modelId="{96A21E66-00A6-4D2F-A1D3-27700F26FF7F}" type="pres">
      <dgm:prSet presAssocID="{14747B07-FE9B-4B93-9998-400D4F0169E3}" presName="childText" presStyleLbl="revTx" presStyleIdx="1" presStyleCnt="3">
        <dgm:presLayoutVars>
          <dgm:bulletEnabled val="1"/>
        </dgm:presLayoutVars>
      </dgm:prSet>
      <dgm:spPr/>
    </dgm:pt>
    <dgm:pt modelId="{48FF4F07-B8C3-4B74-A185-9FD664D5F583}" type="pres">
      <dgm:prSet presAssocID="{64111763-E0FB-4A69-8AFE-FE593546816F}" presName="parentText" presStyleLbl="node1" presStyleIdx="2" presStyleCnt="4">
        <dgm:presLayoutVars>
          <dgm:chMax val="0"/>
          <dgm:bulletEnabled val="1"/>
        </dgm:presLayoutVars>
      </dgm:prSet>
      <dgm:spPr/>
    </dgm:pt>
    <dgm:pt modelId="{AF2121C5-EFDD-4B75-BF98-C818C5C5D612}" type="pres">
      <dgm:prSet presAssocID="{64111763-E0FB-4A69-8AFE-FE593546816F}" presName="childText" presStyleLbl="revTx" presStyleIdx="2" presStyleCnt="3">
        <dgm:presLayoutVars>
          <dgm:bulletEnabled val="1"/>
        </dgm:presLayoutVars>
      </dgm:prSet>
      <dgm:spPr/>
    </dgm:pt>
    <dgm:pt modelId="{3F994BAD-405A-40C4-9942-B09DC0663209}" type="pres">
      <dgm:prSet presAssocID="{07057E7F-F397-4D0A-B654-2CE78968B5C7}" presName="parentText" presStyleLbl="node1" presStyleIdx="3" presStyleCnt="4">
        <dgm:presLayoutVars>
          <dgm:chMax val="0"/>
          <dgm:bulletEnabled val="1"/>
        </dgm:presLayoutVars>
      </dgm:prSet>
      <dgm:spPr/>
    </dgm:pt>
  </dgm:ptLst>
  <dgm:cxnLst>
    <dgm:cxn modelId="{21D7DF02-E18F-4EE0-AC77-8F7F5436769F}" type="presOf" srcId="{EFF59244-1722-4ADB-9D54-108C3C9358F1}" destId="{AF2121C5-EFDD-4B75-BF98-C818C5C5D612}" srcOrd="0" destOrd="0" presId="urn:microsoft.com/office/officeart/2005/8/layout/vList2"/>
    <dgm:cxn modelId="{3F6B5404-CB9D-4796-8045-4FFF285E487B}" type="presOf" srcId="{5130F696-4B89-4898-AD09-31CC54DB2BD3}" destId="{E96A2DC3-C4FB-4D88-9ABA-CB9784C90564}" srcOrd="0" destOrd="0" presId="urn:microsoft.com/office/officeart/2005/8/layout/vList2"/>
    <dgm:cxn modelId="{A047AE0B-6058-4BC1-8707-A72D239B42EE}" srcId="{F4C12C83-20C0-4E8D-A1F0-48C45AE155C1}" destId="{1056A65F-BD62-4614-98A8-F2E43BCB2532}" srcOrd="0" destOrd="0" parTransId="{FAB30778-FA72-49D7-A404-2E54D5B4C95A}" sibTransId="{68BABB3B-AD28-4ABA-A970-739277090650}"/>
    <dgm:cxn modelId="{079B2A0E-5EF1-455B-8CD7-800B14866248}" srcId="{F4C12C83-20C0-4E8D-A1F0-48C45AE155C1}" destId="{07057E7F-F397-4D0A-B654-2CE78968B5C7}" srcOrd="3" destOrd="0" parTransId="{10E4E190-EF3C-494D-A643-625450B46698}" sibTransId="{104DC27E-B2E1-4CAB-A793-0F2D2AEC0A39}"/>
    <dgm:cxn modelId="{D4F7ED14-93A5-4F58-B45A-2DC5CD620AC0}" type="presOf" srcId="{C0276EBB-5741-4501-9705-AA637E3C9196}" destId="{AF2121C5-EFDD-4B75-BF98-C818C5C5D612}" srcOrd="0" destOrd="2" presId="urn:microsoft.com/office/officeart/2005/8/layout/vList2"/>
    <dgm:cxn modelId="{FFD13415-B281-4C6C-BE4D-D3990C3D69D3}" type="presOf" srcId="{5E06A31E-6B10-4167-8200-02E6C0A2F3A4}" destId="{AF2121C5-EFDD-4B75-BF98-C818C5C5D612}" srcOrd="0" destOrd="3" presId="urn:microsoft.com/office/officeart/2005/8/layout/vList2"/>
    <dgm:cxn modelId="{2A3FE13C-C66C-4275-8DF4-0C12B67CDD21}" srcId="{14747B07-FE9B-4B93-9998-400D4F0169E3}" destId="{EB35F4A6-66E4-44A0-8806-595C9EC7BA25}" srcOrd="0" destOrd="0" parTransId="{58820AB4-BB72-41AF-B417-E25C77766A17}" sibTransId="{A3695866-FD84-43EB-BF14-C716686E830C}"/>
    <dgm:cxn modelId="{07CE7A5F-5D3B-4E86-A50B-8DF58E5F2F9C}" srcId="{F4C12C83-20C0-4E8D-A1F0-48C45AE155C1}" destId="{64111763-E0FB-4A69-8AFE-FE593546816F}" srcOrd="2" destOrd="0" parTransId="{190BD3B3-9831-45E7-BCA8-94083DB2E5C5}" sibTransId="{BFD79F47-8515-4D7A-AE6C-8562AC9CDD62}"/>
    <dgm:cxn modelId="{3B97AC4B-BDA5-49DE-B90C-43D57E82B678}" type="presOf" srcId="{1056A65F-BD62-4614-98A8-F2E43BCB2532}" destId="{947DC14B-E1DD-4846-A180-FC36AAAD327A}" srcOrd="0" destOrd="0" presId="urn:microsoft.com/office/officeart/2005/8/layout/vList2"/>
    <dgm:cxn modelId="{BE5A5D52-8689-4299-90DD-CDAC6BEC45DB}" srcId="{64111763-E0FB-4A69-8AFE-FE593546816F}" destId="{C0276EBB-5741-4501-9705-AA637E3C9196}" srcOrd="2" destOrd="0" parTransId="{B962FF20-7B64-4492-A3A3-912EBD58198A}" sibTransId="{45B86C33-AB96-484E-BF3E-90E5D8BAF8EA}"/>
    <dgm:cxn modelId="{4964DE83-3D51-4BAE-8262-34EF917BC528}" type="presOf" srcId="{07057E7F-F397-4D0A-B654-2CE78968B5C7}" destId="{3F994BAD-405A-40C4-9942-B09DC0663209}" srcOrd="0" destOrd="0" presId="urn:microsoft.com/office/officeart/2005/8/layout/vList2"/>
    <dgm:cxn modelId="{C13A068D-951D-474A-B351-3446804305F5}" srcId="{64111763-E0FB-4A69-8AFE-FE593546816F}" destId="{EFF59244-1722-4ADB-9D54-108C3C9358F1}" srcOrd="0" destOrd="0" parTransId="{E3623279-2CB8-4C36-B051-51F7867B172E}" sibTransId="{0D7CA7BD-B008-4D9B-AB0E-990FCD9ED605}"/>
    <dgm:cxn modelId="{38B66791-60A4-416F-946D-4A379D626F2D}" srcId="{64111763-E0FB-4A69-8AFE-FE593546816F}" destId="{5E06A31E-6B10-4167-8200-02E6C0A2F3A4}" srcOrd="3" destOrd="0" parTransId="{63424F02-A989-48DA-8F26-9B62BE1D7A7D}" sibTransId="{2520ABB5-3858-4044-8960-B87A0B91B452}"/>
    <dgm:cxn modelId="{98E2949A-A1BB-41B2-8D39-1267CF2CEDD1}" type="presOf" srcId="{64111763-E0FB-4A69-8AFE-FE593546816F}" destId="{48FF4F07-B8C3-4B74-A185-9FD664D5F583}" srcOrd="0" destOrd="0" presId="urn:microsoft.com/office/officeart/2005/8/layout/vList2"/>
    <dgm:cxn modelId="{A69BA7A8-DD93-4D07-8E8B-79C49453B606}" type="presOf" srcId="{14747B07-FE9B-4B93-9998-400D4F0169E3}" destId="{649CA9F6-0826-43CD-B64B-B6060F382735}" srcOrd="0" destOrd="0" presId="urn:microsoft.com/office/officeart/2005/8/layout/vList2"/>
    <dgm:cxn modelId="{E7ACDDB1-ADC3-48EC-930D-165358070B6B}" srcId="{F4C12C83-20C0-4E8D-A1F0-48C45AE155C1}" destId="{14747B07-FE9B-4B93-9998-400D4F0169E3}" srcOrd="1" destOrd="0" parTransId="{91DC2DA1-FED8-43C8-AD57-9032B1A3C7D9}" sibTransId="{A7CF3861-F039-4BE4-A61A-CE4937B81B36}"/>
    <dgm:cxn modelId="{40B942C0-D02E-48EB-8126-C343761CF21E}" srcId="{1056A65F-BD62-4614-98A8-F2E43BCB2532}" destId="{5130F696-4B89-4898-AD09-31CC54DB2BD3}" srcOrd="0" destOrd="0" parTransId="{F34AF4D9-CCA4-4443-A974-F9E88C43B875}" sibTransId="{F30634E5-8618-486A-9316-4F45258C5628}"/>
    <dgm:cxn modelId="{5770F3C8-63BB-476B-840D-097AB4190D17}" type="presOf" srcId="{134A1820-7865-4538-B6D3-03E6AD38EB31}" destId="{AF2121C5-EFDD-4B75-BF98-C818C5C5D612}" srcOrd="0" destOrd="1" presId="urn:microsoft.com/office/officeart/2005/8/layout/vList2"/>
    <dgm:cxn modelId="{80CB8BC9-A1EE-4EAF-9252-0B1314E8EB93}" type="presOf" srcId="{F4C12C83-20C0-4E8D-A1F0-48C45AE155C1}" destId="{01E0F267-6DCF-4F9C-828A-4969C73F9A1A}" srcOrd="0" destOrd="0" presId="urn:microsoft.com/office/officeart/2005/8/layout/vList2"/>
    <dgm:cxn modelId="{2CAC7CEF-65A1-4E88-8EBC-E43D39467A56}" srcId="{64111763-E0FB-4A69-8AFE-FE593546816F}" destId="{134A1820-7865-4538-B6D3-03E6AD38EB31}" srcOrd="1" destOrd="0" parTransId="{99071647-219C-42FD-B3D5-37CE98AA6337}" sibTransId="{84F4E8B8-F231-40CA-94A7-73395DC02A27}"/>
    <dgm:cxn modelId="{B4FA06FE-9A98-470D-95D0-94BA017D1AE7}" type="presOf" srcId="{EB35F4A6-66E4-44A0-8806-595C9EC7BA25}" destId="{96A21E66-00A6-4D2F-A1D3-27700F26FF7F}" srcOrd="0" destOrd="0" presId="urn:microsoft.com/office/officeart/2005/8/layout/vList2"/>
    <dgm:cxn modelId="{D5C85159-BD05-4409-A6BA-83E29B657EE5}" type="presParOf" srcId="{01E0F267-6DCF-4F9C-828A-4969C73F9A1A}" destId="{947DC14B-E1DD-4846-A180-FC36AAAD327A}" srcOrd="0" destOrd="0" presId="urn:microsoft.com/office/officeart/2005/8/layout/vList2"/>
    <dgm:cxn modelId="{40173287-2B57-4BBD-8A42-448F85A137EC}" type="presParOf" srcId="{01E0F267-6DCF-4F9C-828A-4969C73F9A1A}" destId="{E96A2DC3-C4FB-4D88-9ABA-CB9784C90564}" srcOrd="1" destOrd="0" presId="urn:microsoft.com/office/officeart/2005/8/layout/vList2"/>
    <dgm:cxn modelId="{00E51F50-B57E-4FE3-B14D-B56D9E1BDD9D}" type="presParOf" srcId="{01E0F267-6DCF-4F9C-828A-4969C73F9A1A}" destId="{649CA9F6-0826-43CD-B64B-B6060F382735}" srcOrd="2" destOrd="0" presId="urn:microsoft.com/office/officeart/2005/8/layout/vList2"/>
    <dgm:cxn modelId="{00B2BB0F-BEAA-4015-9AA3-3576E8B991EF}" type="presParOf" srcId="{01E0F267-6DCF-4F9C-828A-4969C73F9A1A}" destId="{96A21E66-00A6-4D2F-A1D3-27700F26FF7F}" srcOrd="3" destOrd="0" presId="urn:microsoft.com/office/officeart/2005/8/layout/vList2"/>
    <dgm:cxn modelId="{5D8022FF-2838-4EAD-9919-CF05DF79B61F}" type="presParOf" srcId="{01E0F267-6DCF-4F9C-828A-4969C73F9A1A}" destId="{48FF4F07-B8C3-4B74-A185-9FD664D5F583}" srcOrd="4" destOrd="0" presId="urn:microsoft.com/office/officeart/2005/8/layout/vList2"/>
    <dgm:cxn modelId="{FB7100F4-6CDA-4059-9B51-711B13752646}" type="presParOf" srcId="{01E0F267-6DCF-4F9C-828A-4969C73F9A1A}" destId="{AF2121C5-EFDD-4B75-BF98-C818C5C5D612}" srcOrd="5" destOrd="0" presId="urn:microsoft.com/office/officeart/2005/8/layout/vList2"/>
    <dgm:cxn modelId="{CBE56021-6810-43C9-9AE9-93D557FE4256}" type="presParOf" srcId="{01E0F267-6DCF-4F9C-828A-4969C73F9A1A}" destId="{3F994BAD-405A-40C4-9942-B09DC066320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3CAA29E-ECAB-498D-8320-0FB3BE8AA1C4}" type="doc">
      <dgm:prSet loTypeId="urn:microsoft.com/office/officeart/2009/3/layout/IncreasingArrowsProcess" loCatId="process" qsTypeId="urn:microsoft.com/office/officeart/2005/8/quickstyle/simple3" qsCatId="simple" csTypeId="urn:microsoft.com/office/officeart/2005/8/colors/colorful3" csCatId="colorful" phldr="1"/>
      <dgm:spPr/>
      <dgm:t>
        <a:bodyPr/>
        <a:lstStyle/>
        <a:p>
          <a:endParaRPr lang="ru-BY"/>
        </a:p>
      </dgm:t>
    </dgm:pt>
    <dgm:pt modelId="{D8A4DF1E-7225-41BC-B5AA-FBE9300B832E}">
      <dgm:prSet phldrT="[Текст]" custT="1"/>
      <dgm:spPr/>
      <dgm:t>
        <a:bodyPr/>
        <a:lstStyle/>
        <a:p>
          <a:pPr>
            <a:buFontTx/>
            <a:buAutoNum type="arabicParenR"/>
          </a:pPr>
          <a:r>
            <a:rPr lang="ru-RU" altLang="ru-BY" sz="1100" b="1" dirty="0"/>
            <a:t>Определите главный результат проекта</a:t>
          </a:r>
          <a:endParaRPr lang="ru-BY" sz="1100" b="1" dirty="0"/>
        </a:p>
      </dgm:t>
    </dgm:pt>
    <dgm:pt modelId="{A538678B-E47D-4780-B6C3-18D7C08CD64B}" type="parTrans" cxnId="{564CB09A-432F-4579-97DD-79BFF71268B0}">
      <dgm:prSet/>
      <dgm:spPr/>
      <dgm:t>
        <a:bodyPr/>
        <a:lstStyle/>
        <a:p>
          <a:endParaRPr lang="ru-BY"/>
        </a:p>
      </dgm:t>
    </dgm:pt>
    <dgm:pt modelId="{7404688D-4323-4BF8-970B-D67A2ADC8946}" type="sibTrans" cxnId="{564CB09A-432F-4579-97DD-79BFF71268B0}">
      <dgm:prSet/>
      <dgm:spPr/>
      <dgm:t>
        <a:bodyPr/>
        <a:lstStyle/>
        <a:p>
          <a:endParaRPr lang="ru-BY"/>
        </a:p>
      </dgm:t>
    </dgm:pt>
    <dgm:pt modelId="{84C4BC44-62F9-4222-B5BE-B4F51663FA51}">
      <dgm:prSet custT="1"/>
      <dgm:spPr/>
      <dgm:t>
        <a:bodyPr/>
        <a:lstStyle/>
        <a:p>
          <a:pPr>
            <a:buFontTx/>
            <a:buAutoNum type="arabicParenR"/>
          </a:pPr>
          <a:r>
            <a:rPr lang="ru-RU" altLang="ru-BY" sz="1100" b="1" dirty="0"/>
            <a:t>Четко сформулируйте конечный продукт/услугу, которую должен получить заказчик.</a:t>
          </a:r>
          <a:endParaRPr lang="ru-BY" altLang="ru-BY" sz="1100" b="1" dirty="0"/>
        </a:p>
      </dgm:t>
    </dgm:pt>
    <dgm:pt modelId="{656A2C81-B1D6-40C5-8AFC-3A84486FF29D}" type="parTrans" cxnId="{D2995C13-0112-4A1E-BE7E-FD6A4151242B}">
      <dgm:prSet/>
      <dgm:spPr/>
      <dgm:t>
        <a:bodyPr/>
        <a:lstStyle/>
        <a:p>
          <a:endParaRPr lang="ru-BY"/>
        </a:p>
      </dgm:t>
    </dgm:pt>
    <dgm:pt modelId="{E73A212F-1BAA-4376-A7E1-CFA4CDF7E4DE}" type="sibTrans" cxnId="{D2995C13-0112-4A1E-BE7E-FD6A4151242B}">
      <dgm:prSet/>
      <dgm:spPr/>
      <dgm:t>
        <a:bodyPr/>
        <a:lstStyle/>
        <a:p>
          <a:endParaRPr lang="ru-BY"/>
        </a:p>
      </dgm:t>
    </dgm:pt>
    <dgm:pt modelId="{AB5D25FD-C9C9-4E13-80CC-E735C35440DC}">
      <dgm:prSet custT="1"/>
      <dgm:spPr/>
      <dgm:t>
        <a:bodyPr/>
        <a:lstStyle/>
        <a:p>
          <a:pPr>
            <a:buFontTx/>
            <a:buAutoNum type="arabicParenR"/>
          </a:pPr>
          <a:r>
            <a:rPr lang="ru-RU" altLang="ru-BY" sz="1100" b="1" dirty="0"/>
            <a:t>Выделите основные компоненты</a:t>
          </a:r>
          <a:endParaRPr lang="ru-BY" altLang="ru-BY" sz="1100" b="1" dirty="0"/>
        </a:p>
      </dgm:t>
    </dgm:pt>
    <dgm:pt modelId="{7386D149-4BF1-4271-B9CC-CE56E08148B2}" type="parTrans" cxnId="{E99E38F7-E4C0-4338-A0AB-E17A0C68F0D4}">
      <dgm:prSet/>
      <dgm:spPr/>
      <dgm:t>
        <a:bodyPr/>
        <a:lstStyle/>
        <a:p>
          <a:endParaRPr lang="ru-BY"/>
        </a:p>
      </dgm:t>
    </dgm:pt>
    <dgm:pt modelId="{49D64A0D-E77C-4E67-8031-DD4057A9EA4D}" type="sibTrans" cxnId="{E99E38F7-E4C0-4338-A0AB-E17A0C68F0D4}">
      <dgm:prSet/>
      <dgm:spPr/>
      <dgm:t>
        <a:bodyPr/>
        <a:lstStyle/>
        <a:p>
          <a:endParaRPr lang="ru-BY"/>
        </a:p>
      </dgm:t>
    </dgm:pt>
    <dgm:pt modelId="{781B86A0-AC08-4783-92A4-659EFB20FB4A}">
      <dgm:prSet custT="1"/>
      <dgm:spPr/>
      <dgm:t>
        <a:bodyPr/>
        <a:lstStyle/>
        <a:p>
          <a:pPr>
            <a:buFontTx/>
            <a:buAutoNum type="arabicParenR"/>
          </a:pPr>
          <a:r>
            <a:rPr lang="ru-RU" altLang="ru-BY" sz="1100" b="1" dirty="0"/>
            <a:t>Разбейте проект на 5-9 ключевых результатов первого уровня.</a:t>
          </a:r>
          <a:endParaRPr lang="ru-BY" altLang="ru-BY" sz="1100" b="1" dirty="0"/>
        </a:p>
      </dgm:t>
    </dgm:pt>
    <dgm:pt modelId="{5A504224-2C78-4A65-9001-6954E27A86C6}" type="parTrans" cxnId="{19902913-4F7B-492F-87D0-B48F578CACA9}">
      <dgm:prSet/>
      <dgm:spPr/>
      <dgm:t>
        <a:bodyPr/>
        <a:lstStyle/>
        <a:p>
          <a:endParaRPr lang="ru-BY"/>
        </a:p>
      </dgm:t>
    </dgm:pt>
    <dgm:pt modelId="{ED5915A6-A4C3-4AB3-8A74-B908C7E22182}" type="sibTrans" cxnId="{19902913-4F7B-492F-87D0-B48F578CACA9}">
      <dgm:prSet/>
      <dgm:spPr/>
      <dgm:t>
        <a:bodyPr/>
        <a:lstStyle/>
        <a:p>
          <a:endParaRPr lang="ru-BY"/>
        </a:p>
      </dgm:t>
    </dgm:pt>
    <dgm:pt modelId="{1DD9605A-E4F5-4C38-8E84-0643D63CB6A9}">
      <dgm:prSet custT="1"/>
      <dgm:spPr/>
      <dgm:t>
        <a:bodyPr/>
        <a:lstStyle/>
        <a:p>
          <a:pPr>
            <a:buFontTx/>
            <a:buAutoNum type="arabicParenR"/>
          </a:pPr>
          <a:r>
            <a:rPr lang="ru-RU" altLang="ru-BY" sz="1100" b="1" dirty="0"/>
            <a:t>Детализируйте каждый компонент</a:t>
          </a:r>
          <a:endParaRPr lang="ru-BY" altLang="ru-BY" sz="1100" b="1" dirty="0"/>
        </a:p>
      </dgm:t>
    </dgm:pt>
    <dgm:pt modelId="{3040BBC5-37DF-407E-9B8E-7A8F0642050A}" type="parTrans" cxnId="{3ACB9FE6-D79D-4E16-B3E5-8D68AD7B23F8}">
      <dgm:prSet/>
      <dgm:spPr/>
      <dgm:t>
        <a:bodyPr/>
        <a:lstStyle/>
        <a:p>
          <a:endParaRPr lang="ru-BY"/>
        </a:p>
      </dgm:t>
    </dgm:pt>
    <dgm:pt modelId="{FFE41CD5-6C21-4FCF-B5A8-DA6325B55A1D}" type="sibTrans" cxnId="{3ACB9FE6-D79D-4E16-B3E5-8D68AD7B23F8}">
      <dgm:prSet/>
      <dgm:spPr/>
      <dgm:t>
        <a:bodyPr/>
        <a:lstStyle/>
        <a:p>
          <a:endParaRPr lang="ru-BY"/>
        </a:p>
      </dgm:t>
    </dgm:pt>
    <dgm:pt modelId="{52D69866-7912-4EC6-8EB0-6C1AC823E604}">
      <dgm:prSet custT="1"/>
      <dgm:spPr/>
      <dgm:t>
        <a:bodyPr/>
        <a:lstStyle/>
        <a:p>
          <a:pPr>
            <a:buFontTx/>
            <a:buAutoNum type="arabicParenR"/>
          </a:pPr>
          <a:r>
            <a:rPr lang="ru-RU" altLang="ru-BY" sz="1100" b="1" dirty="0"/>
            <a:t>Разделите крупные элементы на более мелкие и конкретные результаты.</a:t>
          </a:r>
          <a:endParaRPr lang="ru-BY" altLang="ru-BY" sz="1100" b="1" dirty="0"/>
        </a:p>
      </dgm:t>
    </dgm:pt>
    <dgm:pt modelId="{4A1B9D0F-6AF7-4133-927E-1841D9CAA595}" type="parTrans" cxnId="{7A3DF770-FAD1-46BE-84D3-8C37F27F60F9}">
      <dgm:prSet/>
      <dgm:spPr/>
      <dgm:t>
        <a:bodyPr/>
        <a:lstStyle/>
        <a:p>
          <a:endParaRPr lang="ru-BY"/>
        </a:p>
      </dgm:t>
    </dgm:pt>
    <dgm:pt modelId="{84BD34AC-7304-4F19-BF26-0B6BD99A9CA7}" type="sibTrans" cxnId="{7A3DF770-FAD1-46BE-84D3-8C37F27F60F9}">
      <dgm:prSet/>
      <dgm:spPr/>
      <dgm:t>
        <a:bodyPr/>
        <a:lstStyle/>
        <a:p>
          <a:endParaRPr lang="ru-BY"/>
        </a:p>
      </dgm:t>
    </dgm:pt>
    <dgm:pt modelId="{CD0EA109-AB76-4B99-920A-4F3F1DA7E3CD}">
      <dgm:prSet custT="1"/>
      <dgm:spPr/>
      <dgm:t>
        <a:bodyPr/>
        <a:lstStyle/>
        <a:p>
          <a:pPr>
            <a:buFontTx/>
            <a:buAutoNum type="arabicParenR"/>
          </a:pPr>
          <a:r>
            <a:rPr lang="ru-RU" altLang="ru-BY" sz="1100" b="1" dirty="0"/>
            <a:t>Проверьте полноту охвата</a:t>
          </a:r>
          <a:endParaRPr lang="ru-BY" altLang="ru-BY" sz="1100" b="1" dirty="0"/>
        </a:p>
      </dgm:t>
    </dgm:pt>
    <dgm:pt modelId="{1FEDF2B6-7F5B-4749-81F1-64ABB6EF2BD1}" type="parTrans" cxnId="{0D3A15D7-CAD7-41C0-A412-6682BDB86E78}">
      <dgm:prSet/>
      <dgm:spPr/>
      <dgm:t>
        <a:bodyPr/>
        <a:lstStyle/>
        <a:p>
          <a:endParaRPr lang="ru-BY"/>
        </a:p>
      </dgm:t>
    </dgm:pt>
    <dgm:pt modelId="{F5FEA771-C060-4A0A-8852-BAC69BCE8E89}" type="sibTrans" cxnId="{0D3A15D7-CAD7-41C0-A412-6682BDB86E78}">
      <dgm:prSet/>
      <dgm:spPr/>
      <dgm:t>
        <a:bodyPr/>
        <a:lstStyle/>
        <a:p>
          <a:endParaRPr lang="ru-BY"/>
        </a:p>
      </dgm:t>
    </dgm:pt>
    <dgm:pt modelId="{21F9656A-DB15-422D-8098-5EF0E86D13B3}">
      <dgm:prSet custT="1"/>
      <dgm:spPr/>
      <dgm:t>
        <a:bodyPr/>
        <a:lstStyle/>
        <a:p>
          <a:pPr>
            <a:buFontTx/>
            <a:buAutoNum type="arabicParenR"/>
          </a:pPr>
          <a:r>
            <a:rPr lang="ru-RU" altLang="ru-BY" sz="1100" b="1" dirty="0"/>
            <a:t>Убедитесь, что WBS включает 100% работ (правило 100%).</a:t>
          </a:r>
          <a:endParaRPr lang="ru-BY" altLang="ru-BY" sz="1100" b="1" dirty="0"/>
        </a:p>
      </dgm:t>
    </dgm:pt>
    <dgm:pt modelId="{E670E6F4-5E8F-49EE-BCE7-AA2D47416429}" type="parTrans" cxnId="{D7FF0FE5-C44C-4434-9551-C4EE9CA031ED}">
      <dgm:prSet/>
      <dgm:spPr/>
      <dgm:t>
        <a:bodyPr/>
        <a:lstStyle/>
        <a:p>
          <a:endParaRPr lang="ru-BY"/>
        </a:p>
      </dgm:t>
    </dgm:pt>
    <dgm:pt modelId="{0A99E40C-52AE-4633-9D6F-13A4CB31F88B}" type="sibTrans" cxnId="{D7FF0FE5-C44C-4434-9551-C4EE9CA031ED}">
      <dgm:prSet/>
      <dgm:spPr/>
      <dgm:t>
        <a:bodyPr/>
        <a:lstStyle/>
        <a:p>
          <a:endParaRPr lang="ru-BY"/>
        </a:p>
      </dgm:t>
    </dgm:pt>
    <dgm:pt modelId="{2A1BE56D-E2CF-4E09-ABA9-FB94B47189F4}">
      <dgm:prSet custT="1"/>
      <dgm:spPr/>
      <dgm:t>
        <a:bodyPr/>
        <a:lstStyle/>
        <a:p>
          <a:pPr>
            <a:buFontTx/>
            <a:buAutoNum type="arabicParenR"/>
          </a:pPr>
          <a:r>
            <a:rPr lang="ru-RU" altLang="ru-BY" sz="1100" b="1" dirty="0"/>
            <a:t>Определите пакеты работ</a:t>
          </a:r>
          <a:endParaRPr lang="ru-BY" altLang="ru-BY" sz="1100" b="1" dirty="0"/>
        </a:p>
      </dgm:t>
    </dgm:pt>
    <dgm:pt modelId="{25682F97-D1D1-4F5F-9976-81EBCB5FD249}" type="parTrans" cxnId="{157E228F-1C2B-4466-A778-A72C488EDA36}">
      <dgm:prSet/>
      <dgm:spPr/>
      <dgm:t>
        <a:bodyPr/>
        <a:lstStyle/>
        <a:p>
          <a:endParaRPr lang="ru-BY"/>
        </a:p>
      </dgm:t>
    </dgm:pt>
    <dgm:pt modelId="{C896A170-5A32-4EF7-89F5-C82F99BC0AEA}" type="sibTrans" cxnId="{157E228F-1C2B-4466-A778-A72C488EDA36}">
      <dgm:prSet/>
      <dgm:spPr/>
      <dgm:t>
        <a:bodyPr/>
        <a:lstStyle/>
        <a:p>
          <a:endParaRPr lang="ru-BY"/>
        </a:p>
      </dgm:t>
    </dgm:pt>
    <dgm:pt modelId="{8F3ACD36-2E85-4C8B-85CA-13F59258B0FC}">
      <dgm:prSet custT="1"/>
      <dgm:spPr/>
      <dgm:t>
        <a:bodyPr/>
        <a:lstStyle/>
        <a:p>
          <a:pPr>
            <a:buFontTx/>
            <a:buAutoNum type="arabicParenR"/>
          </a:pPr>
          <a:r>
            <a:rPr lang="ru-RU" altLang="ru-BY" sz="1100" b="1" dirty="0"/>
            <a:t>Выделите нижнеуровневые элементы, которые можно оценить и назначить исполнителям.</a:t>
          </a:r>
          <a:endParaRPr lang="ru-BY" altLang="ru-BY" sz="1100" b="1" dirty="0"/>
        </a:p>
      </dgm:t>
    </dgm:pt>
    <dgm:pt modelId="{CE582652-8BC1-479D-8206-FDCB0AD1AA50}" type="parTrans" cxnId="{446AD2CD-F786-45C6-B5E0-DDB727A8BC2E}">
      <dgm:prSet/>
      <dgm:spPr/>
      <dgm:t>
        <a:bodyPr/>
        <a:lstStyle/>
        <a:p>
          <a:endParaRPr lang="ru-BY"/>
        </a:p>
      </dgm:t>
    </dgm:pt>
    <dgm:pt modelId="{43C16B96-A00B-4499-8923-A03DCB91D9EF}" type="sibTrans" cxnId="{446AD2CD-F786-45C6-B5E0-DDB727A8BC2E}">
      <dgm:prSet/>
      <dgm:spPr/>
      <dgm:t>
        <a:bodyPr/>
        <a:lstStyle/>
        <a:p>
          <a:endParaRPr lang="ru-BY"/>
        </a:p>
      </dgm:t>
    </dgm:pt>
    <dgm:pt modelId="{92822046-14CD-4FAB-92FD-6DF4A60D985F}">
      <dgm:prSet custT="1"/>
      <dgm:spPr/>
    </dgm:pt>
    <dgm:pt modelId="{56655D4C-0310-4131-BD73-94CAC48A7475}" type="parTrans" cxnId="{5A48BEC2-8705-4F0D-A82D-D69645964EED}">
      <dgm:prSet/>
      <dgm:spPr/>
      <dgm:t>
        <a:bodyPr/>
        <a:lstStyle/>
        <a:p>
          <a:endParaRPr lang="ru-BY"/>
        </a:p>
      </dgm:t>
    </dgm:pt>
    <dgm:pt modelId="{61965378-8622-4359-B141-89A110C40FBE}" type="sibTrans" cxnId="{5A48BEC2-8705-4F0D-A82D-D69645964EED}">
      <dgm:prSet/>
      <dgm:spPr/>
      <dgm:t>
        <a:bodyPr/>
        <a:lstStyle/>
        <a:p>
          <a:endParaRPr lang="ru-BY"/>
        </a:p>
      </dgm:t>
    </dgm:pt>
    <dgm:pt modelId="{F267B59B-A9BE-4AED-B2FF-A91B542436AE}">
      <dgm:prSet custT="1"/>
      <dgm:spPr/>
    </dgm:pt>
    <dgm:pt modelId="{5B2116B2-238F-4CFB-959F-D3B9031E24F2}" type="parTrans" cxnId="{FFD2371D-B95E-4E5B-BBCD-3B7355C74D57}">
      <dgm:prSet/>
      <dgm:spPr/>
      <dgm:t>
        <a:bodyPr/>
        <a:lstStyle/>
        <a:p>
          <a:endParaRPr lang="ru-BY"/>
        </a:p>
      </dgm:t>
    </dgm:pt>
    <dgm:pt modelId="{3D4C3B4E-356A-4CAB-9670-C5A8104B97E2}" type="sibTrans" cxnId="{FFD2371D-B95E-4E5B-BBCD-3B7355C74D57}">
      <dgm:prSet/>
      <dgm:spPr/>
      <dgm:t>
        <a:bodyPr/>
        <a:lstStyle/>
        <a:p>
          <a:endParaRPr lang="ru-BY"/>
        </a:p>
      </dgm:t>
    </dgm:pt>
    <dgm:pt modelId="{A3E261C5-EDFB-430E-89B7-5C406E0B2EEB}">
      <dgm:prSet custT="1"/>
      <dgm:spPr/>
    </dgm:pt>
    <dgm:pt modelId="{76E13CDF-13AE-4907-9A69-8FB995A5F145}" type="parTrans" cxnId="{D9918AF7-8E89-441F-BDF2-9162D7CA0AB3}">
      <dgm:prSet/>
      <dgm:spPr/>
      <dgm:t>
        <a:bodyPr/>
        <a:lstStyle/>
        <a:p>
          <a:endParaRPr lang="ru-BY"/>
        </a:p>
      </dgm:t>
    </dgm:pt>
    <dgm:pt modelId="{2CD71987-2450-4B58-831F-F2412465A26A}" type="sibTrans" cxnId="{D9918AF7-8E89-441F-BDF2-9162D7CA0AB3}">
      <dgm:prSet/>
      <dgm:spPr/>
      <dgm:t>
        <a:bodyPr/>
        <a:lstStyle/>
        <a:p>
          <a:endParaRPr lang="ru-BY"/>
        </a:p>
      </dgm:t>
    </dgm:pt>
    <dgm:pt modelId="{5766CEE8-8BAB-498D-9D0A-04ACC38140D9}">
      <dgm:prSet custT="1"/>
      <dgm:spPr/>
    </dgm:pt>
    <dgm:pt modelId="{6746BE8D-0F37-48E1-9AC2-691230632928}" type="parTrans" cxnId="{5E732618-8741-4E4B-BEDB-B7A31A202589}">
      <dgm:prSet/>
      <dgm:spPr/>
      <dgm:t>
        <a:bodyPr/>
        <a:lstStyle/>
        <a:p>
          <a:endParaRPr lang="ru-BY"/>
        </a:p>
      </dgm:t>
    </dgm:pt>
    <dgm:pt modelId="{27A7C45E-8147-4524-8031-80D7F6148945}" type="sibTrans" cxnId="{5E732618-8741-4E4B-BEDB-B7A31A202589}">
      <dgm:prSet/>
      <dgm:spPr/>
      <dgm:t>
        <a:bodyPr/>
        <a:lstStyle/>
        <a:p>
          <a:endParaRPr lang="ru-BY"/>
        </a:p>
      </dgm:t>
    </dgm:pt>
    <dgm:pt modelId="{8B6D3321-D68D-414F-A7CA-D10B5E4F1614}">
      <dgm:prSet custT="1"/>
      <dgm:spPr/>
    </dgm:pt>
    <dgm:pt modelId="{E873E2A5-2398-4166-9F08-B4FA2BF1FB70}" type="parTrans" cxnId="{EE803C12-B2D3-41E9-8F16-0E5F131C5353}">
      <dgm:prSet/>
      <dgm:spPr/>
      <dgm:t>
        <a:bodyPr/>
        <a:lstStyle/>
        <a:p>
          <a:endParaRPr lang="ru-BY"/>
        </a:p>
      </dgm:t>
    </dgm:pt>
    <dgm:pt modelId="{35974BAE-DCD8-4D68-9B99-7BE4A7B1BD5B}" type="sibTrans" cxnId="{EE803C12-B2D3-41E9-8F16-0E5F131C5353}">
      <dgm:prSet/>
      <dgm:spPr/>
      <dgm:t>
        <a:bodyPr/>
        <a:lstStyle/>
        <a:p>
          <a:endParaRPr lang="ru-BY"/>
        </a:p>
      </dgm:t>
    </dgm:pt>
    <dgm:pt modelId="{6DF2ED4D-A9A0-4FAE-ABA7-73A967E1F602}">
      <dgm:prSet custT="1"/>
      <dgm:spPr/>
    </dgm:pt>
    <dgm:pt modelId="{86F416A4-75BA-4BEF-8D09-F21EF9101E8F}" type="parTrans" cxnId="{AEE35612-91DA-4258-862A-A376B4C8A34F}">
      <dgm:prSet/>
      <dgm:spPr/>
      <dgm:t>
        <a:bodyPr/>
        <a:lstStyle/>
        <a:p>
          <a:endParaRPr lang="ru-BY"/>
        </a:p>
      </dgm:t>
    </dgm:pt>
    <dgm:pt modelId="{D0441CD1-0E3E-4C00-8904-8837B0C31123}" type="sibTrans" cxnId="{AEE35612-91DA-4258-862A-A376B4C8A34F}">
      <dgm:prSet/>
      <dgm:spPr/>
      <dgm:t>
        <a:bodyPr/>
        <a:lstStyle/>
        <a:p>
          <a:endParaRPr lang="ru-BY"/>
        </a:p>
      </dgm:t>
    </dgm:pt>
    <dgm:pt modelId="{91B04E00-9F28-405A-A23C-48EE378B1AD2}" type="pres">
      <dgm:prSet presAssocID="{23CAA29E-ECAB-498D-8320-0FB3BE8AA1C4}" presName="Name0" presStyleCnt="0">
        <dgm:presLayoutVars>
          <dgm:chMax val="5"/>
          <dgm:chPref val="5"/>
          <dgm:dir/>
          <dgm:animLvl val="lvl"/>
        </dgm:presLayoutVars>
      </dgm:prSet>
      <dgm:spPr/>
    </dgm:pt>
    <dgm:pt modelId="{259E751A-B1DD-4FE7-8A8C-D6C825117086}" type="pres">
      <dgm:prSet presAssocID="{D8A4DF1E-7225-41BC-B5AA-FBE9300B832E}" presName="parentText1" presStyleLbl="node1" presStyleIdx="0" presStyleCnt="5">
        <dgm:presLayoutVars>
          <dgm:chMax/>
          <dgm:chPref val="3"/>
          <dgm:bulletEnabled val="1"/>
        </dgm:presLayoutVars>
      </dgm:prSet>
      <dgm:spPr/>
    </dgm:pt>
    <dgm:pt modelId="{4012A21A-8AA8-4648-A9B7-F998F78B4A45}" type="pres">
      <dgm:prSet presAssocID="{D8A4DF1E-7225-41BC-B5AA-FBE9300B832E}" presName="childText1" presStyleLbl="solidAlignAcc1" presStyleIdx="0" presStyleCnt="5">
        <dgm:presLayoutVars>
          <dgm:chMax val="0"/>
          <dgm:chPref val="0"/>
          <dgm:bulletEnabled val="1"/>
        </dgm:presLayoutVars>
      </dgm:prSet>
      <dgm:spPr/>
    </dgm:pt>
    <dgm:pt modelId="{90B7504C-8C4E-44E3-BD1B-C7FD0FB432A3}" type="pres">
      <dgm:prSet presAssocID="{AB5D25FD-C9C9-4E13-80CC-E735C35440DC}" presName="parentText2" presStyleLbl="node1" presStyleIdx="1" presStyleCnt="5">
        <dgm:presLayoutVars>
          <dgm:chMax/>
          <dgm:chPref val="3"/>
          <dgm:bulletEnabled val="1"/>
        </dgm:presLayoutVars>
      </dgm:prSet>
      <dgm:spPr/>
    </dgm:pt>
    <dgm:pt modelId="{AC690529-E7E6-4186-915E-41C772700593}" type="pres">
      <dgm:prSet presAssocID="{AB5D25FD-C9C9-4E13-80CC-E735C35440DC}" presName="childText2" presStyleLbl="solidAlignAcc1" presStyleIdx="1" presStyleCnt="5">
        <dgm:presLayoutVars>
          <dgm:chMax val="0"/>
          <dgm:chPref val="0"/>
          <dgm:bulletEnabled val="1"/>
        </dgm:presLayoutVars>
      </dgm:prSet>
      <dgm:spPr/>
    </dgm:pt>
    <dgm:pt modelId="{4C58B2E5-2E6D-4403-8C03-E9A48E27FFEA}" type="pres">
      <dgm:prSet presAssocID="{1DD9605A-E4F5-4C38-8E84-0643D63CB6A9}" presName="parentText3" presStyleLbl="node1" presStyleIdx="2" presStyleCnt="5">
        <dgm:presLayoutVars>
          <dgm:chMax/>
          <dgm:chPref val="3"/>
          <dgm:bulletEnabled val="1"/>
        </dgm:presLayoutVars>
      </dgm:prSet>
      <dgm:spPr/>
    </dgm:pt>
    <dgm:pt modelId="{E9BCF0C2-A332-4D90-8933-1B5A27774143}" type="pres">
      <dgm:prSet presAssocID="{1DD9605A-E4F5-4C38-8E84-0643D63CB6A9}" presName="childText3" presStyleLbl="solidAlignAcc1" presStyleIdx="2" presStyleCnt="5">
        <dgm:presLayoutVars>
          <dgm:chMax val="0"/>
          <dgm:chPref val="0"/>
          <dgm:bulletEnabled val="1"/>
        </dgm:presLayoutVars>
      </dgm:prSet>
      <dgm:spPr/>
    </dgm:pt>
    <dgm:pt modelId="{9D39486B-A70D-4E84-99EB-A8DEF939C966}" type="pres">
      <dgm:prSet presAssocID="{CD0EA109-AB76-4B99-920A-4F3F1DA7E3CD}" presName="parentText4" presStyleLbl="node1" presStyleIdx="3" presStyleCnt="5">
        <dgm:presLayoutVars>
          <dgm:chMax/>
          <dgm:chPref val="3"/>
          <dgm:bulletEnabled val="1"/>
        </dgm:presLayoutVars>
      </dgm:prSet>
      <dgm:spPr/>
    </dgm:pt>
    <dgm:pt modelId="{FD2E3B00-BBA7-4FB3-AAC7-596968D5497E}" type="pres">
      <dgm:prSet presAssocID="{CD0EA109-AB76-4B99-920A-4F3F1DA7E3CD}" presName="childText4" presStyleLbl="solidAlignAcc1" presStyleIdx="3" presStyleCnt="5">
        <dgm:presLayoutVars>
          <dgm:chMax val="0"/>
          <dgm:chPref val="0"/>
          <dgm:bulletEnabled val="1"/>
        </dgm:presLayoutVars>
      </dgm:prSet>
      <dgm:spPr/>
    </dgm:pt>
    <dgm:pt modelId="{DBCA3DB9-EBC3-4023-8735-F6D77C12FDC8}" type="pres">
      <dgm:prSet presAssocID="{2A1BE56D-E2CF-4E09-ABA9-FB94B47189F4}" presName="parentText5" presStyleLbl="node1" presStyleIdx="4" presStyleCnt="5">
        <dgm:presLayoutVars>
          <dgm:chMax/>
          <dgm:chPref val="3"/>
          <dgm:bulletEnabled val="1"/>
        </dgm:presLayoutVars>
      </dgm:prSet>
      <dgm:spPr/>
    </dgm:pt>
    <dgm:pt modelId="{05B4EF51-40B7-4D60-A7E5-6EEA5F17CFAF}" type="pres">
      <dgm:prSet presAssocID="{2A1BE56D-E2CF-4E09-ABA9-FB94B47189F4}" presName="childText5" presStyleLbl="solidAlignAcc1" presStyleIdx="4" presStyleCnt="5">
        <dgm:presLayoutVars>
          <dgm:chMax val="0"/>
          <dgm:chPref val="0"/>
          <dgm:bulletEnabled val="1"/>
        </dgm:presLayoutVars>
      </dgm:prSet>
      <dgm:spPr/>
    </dgm:pt>
  </dgm:ptLst>
  <dgm:cxnLst>
    <dgm:cxn modelId="{767C1409-37EA-49AD-BCC9-74135EB0B6F7}" type="presOf" srcId="{23CAA29E-ECAB-498D-8320-0FB3BE8AA1C4}" destId="{91B04E00-9F28-405A-A23C-48EE378B1AD2}" srcOrd="0" destOrd="0" presId="urn:microsoft.com/office/officeart/2009/3/layout/IncreasingArrowsProcess"/>
    <dgm:cxn modelId="{EE803C12-B2D3-41E9-8F16-0E5F131C5353}" srcId="{23CAA29E-ECAB-498D-8320-0FB3BE8AA1C4}" destId="{8B6D3321-D68D-414F-A7CA-D10B5E4F1614}" srcOrd="7" destOrd="0" parTransId="{E873E2A5-2398-4166-9F08-B4FA2BF1FB70}" sibTransId="{35974BAE-DCD8-4D68-9B99-7BE4A7B1BD5B}"/>
    <dgm:cxn modelId="{AEE35612-91DA-4258-862A-A376B4C8A34F}" srcId="{8B6D3321-D68D-414F-A7CA-D10B5E4F1614}" destId="{6DF2ED4D-A9A0-4FAE-ABA7-73A967E1F602}" srcOrd="0" destOrd="0" parTransId="{86F416A4-75BA-4BEF-8D09-F21EF9101E8F}" sibTransId="{D0441CD1-0E3E-4C00-8904-8837B0C31123}"/>
    <dgm:cxn modelId="{19902913-4F7B-492F-87D0-B48F578CACA9}" srcId="{AB5D25FD-C9C9-4E13-80CC-E735C35440DC}" destId="{781B86A0-AC08-4783-92A4-659EFB20FB4A}" srcOrd="0" destOrd="0" parTransId="{5A504224-2C78-4A65-9001-6954E27A86C6}" sibTransId="{ED5915A6-A4C3-4AB3-8A74-B908C7E22182}"/>
    <dgm:cxn modelId="{D2995C13-0112-4A1E-BE7E-FD6A4151242B}" srcId="{D8A4DF1E-7225-41BC-B5AA-FBE9300B832E}" destId="{84C4BC44-62F9-4222-B5BE-B4F51663FA51}" srcOrd="0" destOrd="0" parTransId="{656A2C81-B1D6-40C5-8AFC-3A84486FF29D}" sibTransId="{E73A212F-1BAA-4376-A7E1-CFA4CDF7E4DE}"/>
    <dgm:cxn modelId="{5E732618-8741-4E4B-BEDB-B7A31A202589}" srcId="{A3E261C5-EDFB-430E-89B7-5C406E0B2EEB}" destId="{5766CEE8-8BAB-498D-9D0A-04ACC38140D9}" srcOrd="0" destOrd="0" parTransId="{6746BE8D-0F37-48E1-9AC2-691230632928}" sibTransId="{27A7C45E-8147-4524-8031-80D7F6148945}"/>
    <dgm:cxn modelId="{FFD2371D-B95E-4E5B-BBCD-3B7355C74D57}" srcId="{92822046-14CD-4FAB-92FD-6DF4A60D985F}" destId="{F267B59B-A9BE-4AED-B2FF-A91B542436AE}" srcOrd="0" destOrd="0" parTransId="{5B2116B2-238F-4CFB-959F-D3B9031E24F2}" sibTransId="{3D4C3B4E-356A-4CAB-9670-C5A8104B97E2}"/>
    <dgm:cxn modelId="{90E93927-E3DF-457D-B366-09CFA5EFAFE8}" type="presOf" srcId="{2A1BE56D-E2CF-4E09-ABA9-FB94B47189F4}" destId="{DBCA3DB9-EBC3-4023-8735-F6D77C12FDC8}" srcOrd="0" destOrd="0" presId="urn:microsoft.com/office/officeart/2009/3/layout/IncreasingArrowsProcess"/>
    <dgm:cxn modelId="{3A1CC12F-7D2E-4EA5-95B5-7D4BFA9178A1}" type="presOf" srcId="{84C4BC44-62F9-4222-B5BE-B4F51663FA51}" destId="{4012A21A-8AA8-4648-A9B7-F998F78B4A45}" srcOrd="0" destOrd="0" presId="urn:microsoft.com/office/officeart/2009/3/layout/IncreasingArrowsProcess"/>
    <dgm:cxn modelId="{8F389936-B46C-4033-8C84-B456A672CB6A}" type="presOf" srcId="{21F9656A-DB15-422D-8098-5EF0E86D13B3}" destId="{FD2E3B00-BBA7-4FB3-AAC7-596968D5497E}" srcOrd="0" destOrd="0" presId="urn:microsoft.com/office/officeart/2009/3/layout/IncreasingArrowsProcess"/>
    <dgm:cxn modelId="{5D00C24A-B471-42F4-B42E-15EDCAD7323E}" type="presOf" srcId="{781B86A0-AC08-4783-92A4-659EFB20FB4A}" destId="{AC690529-E7E6-4186-915E-41C772700593}" srcOrd="0" destOrd="0" presId="urn:microsoft.com/office/officeart/2009/3/layout/IncreasingArrowsProcess"/>
    <dgm:cxn modelId="{7A3DF770-FAD1-46BE-84D3-8C37F27F60F9}" srcId="{1DD9605A-E4F5-4C38-8E84-0643D63CB6A9}" destId="{52D69866-7912-4EC6-8EB0-6C1AC823E604}" srcOrd="0" destOrd="0" parTransId="{4A1B9D0F-6AF7-4133-927E-1841D9CAA595}" sibTransId="{84BD34AC-7304-4F19-BF26-0B6BD99A9CA7}"/>
    <dgm:cxn modelId="{157E228F-1C2B-4466-A778-A72C488EDA36}" srcId="{23CAA29E-ECAB-498D-8320-0FB3BE8AA1C4}" destId="{2A1BE56D-E2CF-4E09-ABA9-FB94B47189F4}" srcOrd="4" destOrd="0" parTransId="{25682F97-D1D1-4F5F-9976-81EBCB5FD249}" sibTransId="{C896A170-5A32-4EF7-89F5-C82F99BC0AEA}"/>
    <dgm:cxn modelId="{B81A9299-0B45-4E12-840E-6BA01484E6A0}" type="presOf" srcId="{AB5D25FD-C9C9-4E13-80CC-E735C35440DC}" destId="{90B7504C-8C4E-44E3-BD1B-C7FD0FB432A3}" srcOrd="0" destOrd="0" presId="urn:microsoft.com/office/officeart/2009/3/layout/IncreasingArrowsProcess"/>
    <dgm:cxn modelId="{564CB09A-432F-4579-97DD-79BFF71268B0}" srcId="{23CAA29E-ECAB-498D-8320-0FB3BE8AA1C4}" destId="{D8A4DF1E-7225-41BC-B5AA-FBE9300B832E}" srcOrd="0" destOrd="0" parTransId="{A538678B-E47D-4780-B6C3-18D7C08CD64B}" sibTransId="{7404688D-4323-4BF8-970B-D67A2ADC8946}"/>
    <dgm:cxn modelId="{CD9CDCBD-C940-4E8E-8074-9F82CAC89FF1}" type="presOf" srcId="{8F3ACD36-2E85-4C8B-85CA-13F59258B0FC}" destId="{05B4EF51-40B7-4D60-A7E5-6EEA5F17CFAF}" srcOrd="0" destOrd="0" presId="urn:microsoft.com/office/officeart/2009/3/layout/IncreasingArrowsProcess"/>
    <dgm:cxn modelId="{028979C0-2F55-40B8-B450-9B066FCF585C}" type="presOf" srcId="{CD0EA109-AB76-4B99-920A-4F3F1DA7E3CD}" destId="{9D39486B-A70D-4E84-99EB-A8DEF939C966}" srcOrd="0" destOrd="0" presId="urn:microsoft.com/office/officeart/2009/3/layout/IncreasingArrowsProcess"/>
    <dgm:cxn modelId="{5A48BEC2-8705-4F0D-A82D-D69645964EED}" srcId="{23CAA29E-ECAB-498D-8320-0FB3BE8AA1C4}" destId="{92822046-14CD-4FAB-92FD-6DF4A60D985F}" srcOrd="5" destOrd="0" parTransId="{56655D4C-0310-4131-BD73-94CAC48A7475}" sibTransId="{61965378-8622-4359-B141-89A110C40FBE}"/>
    <dgm:cxn modelId="{44A1BDCA-575B-4442-B079-DAD36D68E91A}" type="presOf" srcId="{D8A4DF1E-7225-41BC-B5AA-FBE9300B832E}" destId="{259E751A-B1DD-4FE7-8A8C-D6C825117086}" srcOrd="0" destOrd="0" presId="urn:microsoft.com/office/officeart/2009/3/layout/IncreasingArrowsProcess"/>
    <dgm:cxn modelId="{446AD2CD-F786-45C6-B5E0-DDB727A8BC2E}" srcId="{2A1BE56D-E2CF-4E09-ABA9-FB94B47189F4}" destId="{8F3ACD36-2E85-4C8B-85CA-13F59258B0FC}" srcOrd="0" destOrd="0" parTransId="{CE582652-8BC1-479D-8206-FDCB0AD1AA50}" sibTransId="{43C16B96-A00B-4499-8923-A03DCB91D9EF}"/>
    <dgm:cxn modelId="{0D3A15D7-CAD7-41C0-A412-6682BDB86E78}" srcId="{23CAA29E-ECAB-498D-8320-0FB3BE8AA1C4}" destId="{CD0EA109-AB76-4B99-920A-4F3F1DA7E3CD}" srcOrd="3" destOrd="0" parTransId="{1FEDF2B6-7F5B-4749-81F1-64ABB6EF2BD1}" sibTransId="{F5FEA771-C060-4A0A-8852-BAC69BCE8E89}"/>
    <dgm:cxn modelId="{EC823BE2-A38C-4545-8FB8-56145E7E8FC5}" type="presOf" srcId="{52D69866-7912-4EC6-8EB0-6C1AC823E604}" destId="{E9BCF0C2-A332-4D90-8933-1B5A27774143}" srcOrd="0" destOrd="0" presId="urn:microsoft.com/office/officeart/2009/3/layout/IncreasingArrowsProcess"/>
    <dgm:cxn modelId="{D7FF0FE5-C44C-4434-9551-C4EE9CA031ED}" srcId="{CD0EA109-AB76-4B99-920A-4F3F1DA7E3CD}" destId="{21F9656A-DB15-422D-8098-5EF0E86D13B3}" srcOrd="0" destOrd="0" parTransId="{E670E6F4-5E8F-49EE-BCE7-AA2D47416429}" sibTransId="{0A99E40C-52AE-4633-9D6F-13A4CB31F88B}"/>
    <dgm:cxn modelId="{3ACB9FE6-D79D-4E16-B3E5-8D68AD7B23F8}" srcId="{23CAA29E-ECAB-498D-8320-0FB3BE8AA1C4}" destId="{1DD9605A-E4F5-4C38-8E84-0643D63CB6A9}" srcOrd="2" destOrd="0" parTransId="{3040BBC5-37DF-407E-9B8E-7A8F0642050A}" sibTransId="{FFE41CD5-6C21-4FCF-B5A8-DA6325B55A1D}"/>
    <dgm:cxn modelId="{FA43B1F6-83DA-485B-99FD-EB083783D07A}" type="presOf" srcId="{1DD9605A-E4F5-4C38-8E84-0643D63CB6A9}" destId="{4C58B2E5-2E6D-4403-8C03-E9A48E27FFEA}" srcOrd="0" destOrd="0" presId="urn:microsoft.com/office/officeart/2009/3/layout/IncreasingArrowsProcess"/>
    <dgm:cxn modelId="{E99E38F7-E4C0-4338-A0AB-E17A0C68F0D4}" srcId="{23CAA29E-ECAB-498D-8320-0FB3BE8AA1C4}" destId="{AB5D25FD-C9C9-4E13-80CC-E735C35440DC}" srcOrd="1" destOrd="0" parTransId="{7386D149-4BF1-4271-B9CC-CE56E08148B2}" sibTransId="{49D64A0D-E77C-4E67-8031-DD4057A9EA4D}"/>
    <dgm:cxn modelId="{D9918AF7-8E89-441F-BDF2-9162D7CA0AB3}" srcId="{23CAA29E-ECAB-498D-8320-0FB3BE8AA1C4}" destId="{A3E261C5-EDFB-430E-89B7-5C406E0B2EEB}" srcOrd="6" destOrd="0" parTransId="{76E13CDF-13AE-4907-9A69-8FB995A5F145}" sibTransId="{2CD71987-2450-4B58-831F-F2412465A26A}"/>
    <dgm:cxn modelId="{38EF2914-2F86-4F74-9BEB-926DB2376031}" type="presParOf" srcId="{91B04E00-9F28-405A-A23C-48EE378B1AD2}" destId="{259E751A-B1DD-4FE7-8A8C-D6C825117086}" srcOrd="0" destOrd="0" presId="urn:microsoft.com/office/officeart/2009/3/layout/IncreasingArrowsProcess"/>
    <dgm:cxn modelId="{BE789897-6FC7-4FA9-A151-4A05B2A41669}" type="presParOf" srcId="{91B04E00-9F28-405A-A23C-48EE378B1AD2}" destId="{4012A21A-8AA8-4648-A9B7-F998F78B4A45}" srcOrd="1" destOrd="0" presId="urn:microsoft.com/office/officeart/2009/3/layout/IncreasingArrowsProcess"/>
    <dgm:cxn modelId="{F9AD3363-A981-4966-A55E-6CA1754BA3CB}" type="presParOf" srcId="{91B04E00-9F28-405A-A23C-48EE378B1AD2}" destId="{90B7504C-8C4E-44E3-BD1B-C7FD0FB432A3}" srcOrd="2" destOrd="0" presId="urn:microsoft.com/office/officeart/2009/3/layout/IncreasingArrowsProcess"/>
    <dgm:cxn modelId="{F1BDD147-0AA5-41B0-82E9-BCBE9E64BBFF}" type="presParOf" srcId="{91B04E00-9F28-405A-A23C-48EE378B1AD2}" destId="{AC690529-E7E6-4186-915E-41C772700593}" srcOrd="3" destOrd="0" presId="urn:microsoft.com/office/officeart/2009/3/layout/IncreasingArrowsProcess"/>
    <dgm:cxn modelId="{BB2800A4-2B7B-4467-9195-A5FBC896C753}" type="presParOf" srcId="{91B04E00-9F28-405A-A23C-48EE378B1AD2}" destId="{4C58B2E5-2E6D-4403-8C03-E9A48E27FFEA}" srcOrd="4" destOrd="0" presId="urn:microsoft.com/office/officeart/2009/3/layout/IncreasingArrowsProcess"/>
    <dgm:cxn modelId="{7B83D164-2C1C-4DC4-9658-56EAE18946CE}" type="presParOf" srcId="{91B04E00-9F28-405A-A23C-48EE378B1AD2}" destId="{E9BCF0C2-A332-4D90-8933-1B5A27774143}" srcOrd="5" destOrd="0" presId="urn:microsoft.com/office/officeart/2009/3/layout/IncreasingArrowsProcess"/>
    <dgm:cxn modelId="{AD3F26C6-6C33-4FC0-B17E-111446CA8967}" type="presParOf" srcId="{91B04E00-9F28-405A-A23C-48EE378B1AD2}" destId="{9D39486B-A70D-4E84-99EB-A8DEF939C966}" srcOrd="6" destOrd="0" presId="urn:microsoft.com/office/officeart/2009/3/layout/IncreasingArrowsProcess"/>
    <dgm:cxn modelId="{420285C7-836E-407B-AF18-BC67D01715E1}" type="presParOf" srcId="{91B04E00-9F28-405A-A23C-48EE378B1AD2}" destId="{FD2E3B00-BBA7-4FB3-AAC7-596968D5497E}" srcOrd="7" destOrd="0" presId="urn:microsoft.com/office/officeart/2009/3/layout/IncreasingArrowsProcess"/>
    <dgm:cxn modelId="{D9AE839D-43F6-427D-B5DB-687BC04814AE}" type="presParOf" srcId="{91B04E00-9F28-405A-A23C-48EE378B1AD2}" destId="{DBCA3DB9-EBC3-4023-8735-F6D77C12FDC8}" srcOrd="8" destOrd="0" presId="urn:microsoft.com/office/officeart/2009/3/layout/IncreasingArrowsProcess"/>
    <dgm:cxn modelId="{95CF3FCD-3AAF-4571-A82B-D041531F9B94}" type="presParOf" srcId="{91B04E00-9F28-405A-A23C-48EE378B1AD2}" destId="{05B4EF51-40B7-4D60-A7E5-6EEA5F17CFAF}" srcOrd="9" destOrd="0" presId="urn:microsoft.com/office/officeart/2009/3/layout/IncreasingArrows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85A1450-FA81-4EC7-A31F-1C4783A69BE8}" type="doc">
      <dgm:prSet loTypeId="urn:microsoft.com/office/officeart/2005/8/layout/list1" loCatId="list" qsTypeId="urn:microsoft.com/office/officeart/2005/8/quickstyle/simple1" qsCatId="simple" csTypeId="urn:microsoft.com/office/officeart/2005/8/colors/accent0_1" csCatId="mainScheme" phldr="1"/>
      <dgm:spPr/>
      <dgm:t>
        <a:bodyPr/>
        <a:lstStyle/>
        <a:p>
          <a:endParaRPr lang="ru-BY"/>
        </a:p>
      </dgm:t>
    </dgm:pt>
    <dgm:pt modelId="{1067534C-530B-44B7-B7D4-71AC6EBDE397}">
      <dgm:prSet phldrT="[Текст]" custT="1"/>
      <dgm:spPr/>
      <dgm:t>
        <a:bodyPr/>
        <a:lstStyle/>
        <a:p>
          <a:r>
            <a:rPr lang="ru-RU" sz="1400" dirty="0"/>
            <a:t>1. Определение объема доступных трудовых ресурсов.</a:t>
          </a:r>
          <a:endParaRPr lang="ru-BY" sz="1400" dirty="0"/>
        </a:p>
      </dgm:t>
    </dgm:pt>
    <dgm:pt modelId="{CF17E12E-3A99-4D82-8AB0-4F39D0A0896E}" type="parTrans" cxnId="{5C9A6700-6413-471B-951F-C2519D3A1415}">
      <dgm:prSet/>
      <dgm:spPr/>
      <dgm:t>
        <a:bodyPr/>
        <a:lstStyle/>
        <a:p>
          <a:endParaRPr lang="ru-BY"/>
        </a:p>
      </dgm:t>
    </dgm:pt>
    <dgm:pt modelId="{87D365EE-2FAD-4747-A1DA-DCA7A456E519}" type="sibTrans" cxnId="{5C9A6700-6413-471B-951F-C2519D3A1415}">
      <dgm:prSet/>
      <dgm:spPr/>
      <dgm:t>
        <a:bodyPr/>
        <a:lstStyle/>
        <a:p>
          <a:endParaRPr lang="ru-BY"/>
        </a:p>
      </dgm:t>
    </dgm:pt>
    <dgm:pt modelId="{8E3F0BA2-713D-480D-93D9-6CB37C8ACF94}">
      <dgm:prSet custT="1"/>
      <dgm:spPr/>
      <dgm:t>
        <a:bodyPr/>
        <a:lstStyle/>
        <a:p>
          <a:r>
            <a:rPr lang="ru-RU" sz="1400" dirty="0"/>
            <a:t>3.  Анализ и разрешение возникших противоречий в календарном плане. </a:t>
          </a:r>
          <a:endParaRPr lang="ru-BY" sz="1400" dirty="0"/>
        </a:p>
      </dgm:t>
    </dgm:pt>
    <dgm:pt modelId="{0D81C91A-72F7-4606-9142-AAE7459D1961}" type="parTrans" cxnId="{89EAAB80-2DB6-45BF-80FF-0602F312A140}">
      <dgm:prSet/>
      <dgm:spPr/>
      <dgm:t>
        <a:bodyPr/>
        <a:lstStyle/>
        <a:p>
          <a:endParaRPr lang="ru-BY"/>
        </a:p>
      </dgm:t>
    </dgm:pt>
    <dgm:pt modelId="{EB3DBC98-2E0A-4D71-A126-16049A87B8D3}" type="sibTrans" cxnId="{89EAAB80-2DB6-45BF-80FF-0602F312A140}">
      <dgm:prSet/>
      <dgm:spPr/>
      <dgm:t>
        <a:bodyPr/>
        <a:lstStyle/>
        <a:p>
          <a:endParaRPr lang="ru-BY"/>
        </a:p>
      </dgm:t>
    </dgm:pt>
    <dgm:pt modelId="{C48FCE52-7F5A-4970-9FA9-23DCD8E467DF}">
      <dgm:prSet phldrT="[Текст]" custT="1"/>
      <dgm:spPr/>
      <dgm:t>
        <a:bodyPr/>
        <a:lstStyle/>
        <a:p>
          <a:r>
            <a:rPr lang="ru-RU" sz="1400"/>
            <a:t>2.  </a:t>
          </a:r>
          <a:r>
            <a:rPr lang="ru-RU" sz="1400" dirty="0"/>
            <a:t>Назначение исполнителей для каждой работы проекта. </a:t>
          </a:r>
          <a:endParaRPr lang="ru-BY" sz="1400" dirty="0"/>
        </a:p>
      </dgm:t>
    </dgm:pt>
    <dgm:pt modelId="{AA3C4293-AF8F-46BE-A85B-2CC419914897}" type="parTrans" cxnId="{B827FD0A-61AB-4668-A902-B7F3C55F9DE0}">
      <dgm:prSet/>
      <dgm:spPr/>
      <dgm:t>
        <a:bodyPr/>
        <a:lstStyle/>
        <a:p>
          <a:endParaRPr lang="ru-BY"/>
        </a:p>
      </dgm:t>
    </dgm:pt>
    <dgm:pt modelId="{37C53831-187B-4A69-AB83-BC7926B38DF2}" type="sibTrans" cxnId="{B827FD0A-61AB-4668-A902-B7F3C55F9DE0}">
      <dgm:prSet/>
      <dgm:spPr/>
      <dgm:t>
        <a:bodyPr/>
        <a:lstStyle/>
        <a:p>
          <a:endParaRPr lang="ru-BY"/>
        </a:p>
      </dgm:t>
    </dgm:pt>
    <dgm:pt modelId="{5D72A06E-69B6-4EB0-8F77-EE8DCD5B753F}" type="pres">
      <dgm:prSet presAssocID="{F85A1450-FA81-4EC7-A31F-1C4783A69BE8}" presName="linear" presStyleCnt="0">
        <dgm:presLayoutVars>
          <dgm:dir/>
          <dgm:animLvl val="lvl"/>
          <dgm:resizeHandles val="exact"/>
        </dgm:presLayoutVars>
      </dgm:prSet>
      <dgm:spPr/>
    </dgm:pt>
    <dgm:pt modelId="{2D4399AD-5266-4883-BBB1-FD1EE123B408}" type="pres">
      <dgm:prSet presAssocID="{1067534C-530B-44B7-B7D4-71AC6EBDE397}" presName="parentLin" presStyleCnt="0"/>
      <dgm:spPr/>
    </dgm:pt>
    <dgm:pt modelId="{32F30864-9C9B-4748-AD90-6826CB88AA6E}" type="pres">
      <dgm:prSet presAssocID="{1067534C-530B-44B7-B7D4-71AC6EBDE397}" presName="parentLeftMargin" presStyleLbl="node1" presStyleIdx="0" presStyleCnt="3"/>
      <dgm:spPr/>
    </dgm:pt>
    <dgm:pt modelId="{C463D969-92BB-40B5-9F31-4CBAC9655A66}" type="pres">
      <dgm:prSet presAssocID="{1067534C-530B-44B7-B7D4-71AC6EBDE397}" presName="parentText" presStyleLbl="node1" presStyleIdx="0" presStyleCnt="3">
        <dgm:presLayoutVars>
          <dgm:chMax val="0"/>
          <dgm:bulletEnabled val="1"/>
        </dgm:presLayoutVars>
      </dgm:prSet>
      <dgm:spPr/>
    </dgm:pt>
    <dgm:pt modelId="{1EFD602A-E86A-4937-961E-62523256412B}" type="pres">
      <dgm:prSet presAssocID="{1067534C-530B-44B7-B7D4-71AC6EBDE397}" presName="negativeSpace" presStyleCnt="0"/>
      <dgm:spPr/>
    </dgm:pt>
    <dgm:pt modelId="{4329D61A-A0E3-4DDE-BB7E-0F06F8080215}" type="pres">
      <dgm:prSet presAssocID="{1067534C-530B-44B7-B7D4-71AC6EBDE397}" presName="childText" presStyleLbl="conFgAcc1" presStyleIdx="0" presStyleCnt="3">
        <dgm:presLayoutVars>
          <dgm:bulletEnabled val="1"/>
        </dgm:presLayoutVars>
      </dgm:prSet>
      <dgm:spPr/>
    </dgm:pt>
    <dgm:pt modelId="{0AE627A6-AE7B-43A8-B9CA-738E66D8C98A}" type="pres">
      <dgm:prSet presAssocID="{87D365EE-2FAD-4747-A1DA-DCA7A456E519}" presName="spaceBetweenRectangles" presStyleCnt="0"/>
      <dgm:spPr/>
    </dgm:pt>
    <dgm:pt modelId="{6BD4D280-D770-4EC8-8769-8C6681D71DA1}" type="pres">
      <dgm:prSet presAssocID="{C48FCE52-7F5A-4970-9FA9-23DCD8E467DF}" presName="parentLin" presStyleCnt="0"/>
      <dgm:spPr/>
    </dgm:pt>
    <dgm:pt modelId="{271F8174-564F-4219-988B-CF260DCA89CD}" type="pres">
      <dgm:prSet presAssocID="{C48FCE52-7F5A-4970-9FA9-23DCD8E467DF}" presName="parentLeftMargin" presStyleLbl="node1" presStyleIdx="0" presStyleCnt="3"/>
      <dgm:spPr/>
    </dgm:pt>
    <dgm:pt modelId="{9FB6ACA8-F525-4221-ACF4-2E29DC563903}" type="pres">
      <dgm:prSet presAssocID="{C48FCE52-7F5A-4970-9FA9-23DCD8E467DF}" presName="parentText" presStyleLbl="node1" presStyleIdx="1" presStyleCnt="3">
        <dgm:presLayoutVars>
          <dgm:chMax val="0"/>
          <dgm:bulletEnabled val="1"/>
        </dgm:presLayoutVars>
      </dgm:prSet>
      <dgm:spPr/>
    </dgm:pt>
    <dgm:pt modelId="{668BD3C3-FBA9-4FE6-89AE-87F16D28B54E}" type="pres">
      <dgm:prSet presAssocID="{C48FCE52-7F5A-4970-9FA9-23DCD8E467DF}" presName="negativeSpace" presStyleCnt="0"/>
      <dgm:spPr/>
    </dgm:pt>
    <dgm:pt modelId="{035BA185-B53A-4002-8271-712BC3500282}" type="pres">
      <dgm:prSet presAssocID="{C48FCE52-7F5A-4970-9FA9-23DCD8E467DF}" presName="childText" presStyleLbl="conFgAcc1" presStyleIdx="1" presStyleCnt="3">
        <dgm:presLayoutVars>
          <dgm:bulletEnabled val="1"/>
        </dgm:presLayoutVars>
      </dgm:prSet>
      <dgm:spPr/>
    </dgm:pt>
    <dgm:pt modelId="{307F4EFE-F2D5-4BC5-8050-BE2C27AFE32E}" type="pres">
      <dgm:prSet presAssocID="{37C53831-187B-4A69-AB83-BC7926B38DF2}" presName="spaceBetweenRectangles" presStyleCnt="0"/>
      <dgm:spPr/>
    </dgm:pt>
    <dgm:pt modelId="{A4BF1C1C-E71A-478A-B2D5-EFBAFC7D7592}" type="pres">
      <dgm:prSet presAssocID="{8E3F0BA2-713D-480D-93D9-6CB37C8ACF94}" presName="parentLin" presStyleCnt="0"/>
      <dgm:spPr/>
    </dgm:pt>
    <dgm:pt modelId="{A81839AB-2E1D-4BF9-A5D7-C7290F3D9573}" type="pres">
      <dgm:prSet presAssocID="{8E3F0BA2-713D-480D-93D9-6CB37C8ACF94}" presName="parentLeftMargin" presStyleLbl="node1" presStyleIdx="1" presStyleCnt="3"/>
      <dgm:spPr/>
    </dgm:pt>
    <dgm:pt modelId="{8F6470B2-3BDB-40A8-B79B-0164D5961EA8}" type="pres">
      <dgm:prSet presAssocID="{8E3F0BA2-713D-480D-93D9-6CB37C8ACF94}" presName="parentText" presStyleLbl="node1" presStyleIdx="2" presStyleCnt="3">
        <dgm:presLayoutVars>
          <dgm:chMax val="0"/>
          <dgm:bulletEnabled val="1"/>
        </dgm:presLayoutVars>
      </dgm:prSet>
      <dgm:spPr/>
    </dgm:pt>
    <dgm:pt modelId="{279153A2-4E5A-4F35-9397-CE7287B54347}" type="pres">
      <dgm:prSet presAssocID="{8E3F0BA2-713D-480D-93D9-6CB37C8ACF94}" presName="negativeSpace" presStyleCnt="0"/>
      <dgm:spPr/>
    </dgm:pt>
    <dgm:pt modelId="{C40AEDCD-70C4-4A98-B71F-CCF19AF0F3CE}" type="pres">
      <dgm:prSet presAssocID="{8E3F0BA2-713D-480D-93D9-6CB37C8ACF94}" presName="childText" presStyleLbl="conFgAcc1" presStyleIdx="2" presStyleCnt="3" custLinFactNeighborY="9928">
        <dgm:presLayoutVars>
          <dgm:bulletEnabled val="1"/>
        </dgm:presLayoutVars>
      </dgm:prSet>
      <dgm:spPr/>
    </dgm:pt>
  </dgm:ptLst>
  <dgm:cxnLst>
    <dgm:cxn modelId="{5C9A6700-6413-471B-951F-C2519D3A1415}" srcId="{F85A1450-FA81-4EC7-A31F-1C4783A69BE8}" destId="{1067534C-530B-44B7-B7D4-71AC6EBDE397}" srcOrd="0" destOrd="0" parTransId="{CF17E12E-3A99-4D82-8AB0-4F39D0A0896E}" sibTransId="{87D365EE-2FAD-4747-A1DA-DCA7A456E519}"/>
    <dgm:cxn modelId="{B827FD0A-61AB-4668-A902-B7F3C55F9DE0}" srcId="{F85A1450-FA81-4EC7-A31F-1C4783A69BE8}" destId="{C48FCE52-7F5A-4970-9FA9-23DCD8E467DF}" srcOrd="1" destOrd="0" parTransId="{AA3C4293-AF8F-46BE-A85B-2CC419914897}" sibTransId="{37C53831-187B-4A69-AB83-BC7926B38DF2}"/>
    <dgm:cxn modelId="{EF282F19-E4B3-4AD9-B587-F01ADE554A59}" type="presOf" srcId="{C48FCE52-7F5A-4970-9FA9-23DCD8E467DF}" destId="{271F8174-564F-4219-988B-CF260DCA89CD}" srcOrd="0" destOrd="0" presId="urn:microsoft.com/office/officeart/2005/8/layout/list1"/>
    <dgm:cxn modelId="{E78F2C2A-2A4C-401A-A842-B29A5CFF3082}" type="presOf" srcId="{C48FCE52-7F5A-4970-9FA9-23DCD8E467DF}" destId="{9FB6ACA8-F525-4221-ACF4-2E29DC563903}" srcOrd="1" destOrd="0" presId="urn:microsoft.com/office/officeart/2005/8/layout/list1"/>
    <dgm:cxn modelId="{3C4D9931-07A1-4408-8787-D675430408C3}" type="presOf" srcId="{8E3F0BA2-713D-480D-93D9-6CB37C8ACF94}" destId="{A81839AB-2E1D-4BF9-A5D7-C7290F3D9573}" srcOrd="0" destOrd="0" presId="urn:microsoft.com/office/officeart/2005/8/layout/list1"/>
    <dgm:cxn modelId="{B27F226D-55EE-4EEB-8EB7-A254E2DB3C2B}" type="presOf" srcId="{8E3F0BA2-713D-480D-93D9-6CB37C8ACF94}" destId="{8F6470B2-3BDB-40A8-B79B-0164D5961EA8}" srcOrd="1" destOrd="0" presId="urn:microsoft.com/office/officeart/2005/8/layout/list1"/>
    <dgm:cxn modelId="{0E185456-4E26-440D-9E06-73A3E5FC8093}" type="presOf" srcId="{F85A1450-FA81-4EC7-A31F-1C4783A69BE8}" destId="{5D72A06E-69B6-4EB0-8F77-EE8DCD5B753F}" srcOrd="0" destOrd="0" presId="urn:microsoft.com/office/officeart/2005/8/layout/list1"/>
    <dgm:cxn modelId="{89EAAB80-2DB6-45BF-80FF-0602F312A140}" srcId="{F85A1450-FA81-4EC7-A31F-1C4783A69BE8}" destId="{8E3F0BA2-713D-480D-93D9-6CB37C8ACF94}" srcOrd="2" destOrd="0" parTransId="{0D81C91A-72F7-4606-9142-AAE7459D1961}" sibTransId="{EB3DBC98-2E0A-4D71-A126-16049A87B8D3}"/>
    <dgm:cxn modelId="{C0122B9B-B23F-472B-AACF-B50DA46CC1EB}" type="presOf" srcId="{1067534C-530B-44B7-B7D4-71AC6EBDE397}" destId="{C463D969-92BB-40B5-9F31-4CBAC9655A66}" srcOrd="1" destOrd="0" presId="urn:microsoft.com/office/officeart/2005/8/layout/list1"/>
    <dgm:cxn modelId="{A9E56F9F-BF48-4C1D-B3A4-A1509A4E1D0F}" type="presOf" srcId="{1067534C-530B-44B7-B7D4-71AC6EBDE397}" destId="{32F30864-9C9B-4748-AD90-6826CB88AA6E}" srcOrd="0" destOrd="0" presId="urn:microsoft.com/office/officeart/2005/8/layout/list1"/>
    <dgm:cxn modelId="{08C63B81-E85D-41CB-B70A-C83072E0BDB3}" type="presParOf" srcId="{5D72A06E-69B6-4EB0-8F77-EE8DCD5B753F}" destId="{2D4399AD-5266-4883-BBB1-FD1EE123B408}" srcOrd="0" destOrd="0" presId="urn:microsoft.com/office/officeart/2005/8/layout/list1"/>
    <dgm:cxn modelId="{C5A758D9-A5FC-4914-B3A3-F81D95CB6C79}" type="presParOf" srcId="{2D4399AD-5266-4883-BBB1-FD1EE123B408}" destId="{32F30864-9C9B-4748-AD90-6826CB88AA6E}" srcOrd="0" destOrd="0" presId="urn:microsoft.com/office/officeart/2005/8/layout/list1"/>
    <dgm:cxn modelId="{C3C501EE-7D5A-4273-8C46-1D36E4B6D38C}" type="presParOf" srcId="{2D4399AD-5266-4883-BBB1-FD1EE123B408}" destId="{C463D969-92BB-40B5-9F31-4CBAC9655A66}" srcOrd="1" destOrd="0" presId="urn:microsoft.com/office/officeart/2005/8/layout/list1"/>
    <dgm:cxn modelId="{BB8FC360-AD14-4232-A2CB-F52AFC141482}" type="presParOf" srcId="{5D72A06E-69B6-4EB0-8F77-EE8DCD5B753F}" destId="{1EFD602A-E86A-4937-961E-62523256412B}" srcOrd="1" destOrd="0" presId="urn:microsoft.com/office/officeart/2005/8/layout/list1"/>
    <dgm:cxn modelId="{CC6756B5-6A10-46CF-9B9B-B6FF8ED3FE6E}" type="presParOf" srcId="{5D72A06E-69B6-4EB0-8F77-EE8DCD5B753F}" destId="{4329D61A-A0E3-4DDE-BB7E-0F06F8080215}" srcOrd="2" destOrd="0" presId="urn:microsoft.com/office/officeart/2005/8/layout/list1"/>
    <dgm:cxn modelId="{1773BAD4-51BB-4783-8111-087DCCCF8B02}" type="presParOf" srcId="{5D72A06E-69B6-4EB0-8F77-EE8DCD5B753F}" destId="{0AE627A6-AE7B-43A8-B9CA-738E66D8C98A}" srcOrd="3" destOrd="0" presId="urn:microsoft.com/office/officeart/2005/8/layout/list1"/>
    <dgm:cxn modelId="{FB4F0414-3C53-4008-A997-3BD12E826BAB}" type="presParOf" srcId="{5D72A06E-69B6-4EB0-8F77-EE8DCD5B753F}" destId="{6BD4D280-D770-4EC8-8769-8C6681D71DA1}" srcOrd="4" destOrd="0" presId="urn:microsoft.com/office/officeart/2005/8/layout/list1"/>
    <dgm:cxn modelId="{57214481-7D8B-437F-9B03-45704E17AF18}" type="presParOf" srcId="{6BD4D280-D770-4EC8-8769-8C6681D71DA1}" destId="{271F8174-564F-4219-988B-CF260DCA89CD}" srcOrd="0" destOrd="0" presId="urn:microsoft.com/office/officeart/2005/8/layout/list1"/>
    <dgm:cxn modelId="{5C0F7B9D-1100-438E-B96E-B873710D49FF}" type="presParOf" srcId="{6BD4D280-D770-4EC8-8769-8C6681D71DA1}" destId="{9FB6ACA8-F525-4221-ACF4-2E29DC563903}" srcOrd="1" destOrd="0" presId="urn:microsoft.com/office/officeart/2005/8/layout/list1"/>
    <dgm:cxn modelId="{05E64D7C-A8F5-4564-ACDF-F5114091BA39}" type="presParOf" srcId="{5D72A06E-69B6-4EB0-8F77-EE8DCD5B753F}" destId="{668BD3C3-FBA9-4FE6-89AE-87F16D28B54E}" srcOrd="5" destOrd="0" presId="urn:microsoft.com/office/officeart/2005/8/layout/list1"/>
    <dgm:cxn modelId="{49429B77-7EE3-473C-994A-FAC809D1F400}" type="presParOf" srcId="{5D72A06E-69B6-4EB0-8F77-EE8DCD5B753F}" destId="{035BA185-B53A-4002-8271-712BC3500282}" srcOrd="6" destOrd="0" presId="urn:microsoft.com/office/officeart/2005/8/layout/list1"/>
    <dgm:cxn modelId="{CD88E0BD-B46C-4FEF-A1FF-320BE8DB3BCC}" type="presParOf" srcId="{5D72A06E-69B6-4EB0-8F77-EE8DCD5B753F}" destId="{307F4EFE-F2D5-4BC5-8050-BE2C27AFE32E}" srcOrd="7" destOrd="0" presId="urn:microsoft.com/office/officeart/2005/8/layout/list1"/>
    <dgm:cxn modelId="{8AD4A658-147D-481B-9FD4-526F2B3FCFBF}" type="presParOf" srcId="{5D72A06E-69B6-4EB0-8F77-EE8DCD5B753F}" destId="{A4BF1C1C-E71A-478A-B2D5-EFBAFC7D7592}" srcOrd="8" destOrd="0" presId="urn:microsoft.com/office/officeart/2005/8/layout/list1"/>
    <dgm:cxn modelId="{9E96DFCA-F32B-403A-A165-6A99C3A5E495}" type="presParOf" srcId="{A4BF1C1C-E71A-478A-B2D5-EFBAFC7D7592}" destId="{A81839AB-2E1D-4BF9-A5D7-C7290F3D9573}" srcOrd="0" destOrd="0" presId="urn:microsoft.com/office/officeart/2005/8/layout/list1"/>
    <dgm:cxn modelId="{9072FF4D-65B7-4928-83FF-05652FEB5A00}" type="presParOf" srcId="{A4BF1C1C-E71A-478A-B2D5-EFBAFC7D7592}" destId="{8F6470B2-3BDB-40A8-B79B-0164D5961EA8}" srcOrd="1" destOrd="0" presId="urn:microsoft.com/office/officeart/2005/8/layout/list1"/>
    <dgm:cxn modelId="{F1915D6A-6D98-47D9-9147-2B29F490A35B}" type="presParOf" srcId="{5D72A06E-69B6-4EB0-8F77-EE8DCD5B753F}" destId="{279153A2-4E5A-4F35-9397-CE7287B54347}" srcOrd="9" destOrd="0" presId="urn:microsoft.com/office/officeart/2005/8/layout/list1"/>
    <dgm:cxn modelId="{8544DC94-E1D8-4F61-903A-2D5544FF8909}" type="presParOf" srcId="{5D72A06E-69B6-4EB0-8F77-EE8DCD5B753F}" destId="{C40AEDCD-70C4-4A98-B71F-CCF19AF0F3CE}"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02C6FAA-824A-48DA-8C58-7B3A7FE1F4E9}" type="doc">
      <dgm:prSet loTypeId="urn:microsoft.com/office/officeart/2008/layout/VerticalCurvedList" loCatId="list" qsTypeId="urn:microsoft.com/office/officeart/2005/8/quickstyle/simple3" qsCatId="simple" csTypeId="urn:microsoft.com/office/officeart/2005/8/colors/colorful3" csCatId="colorful" phldr="1"/>
      <dgm:spPr/>
      <dgm:t>
        <a:bodyPr/>
        <a:lstStyle/>
        <a:p>
          <a:endParaRPr lang="ru-BY"/>
        </a:p>
      </dgm:t>
    </dgm:pt>
    <dgm:pt modelId="{58F8A824-E931-4388-A646-95077D45D24E}">
      <dgm:prSet phldrT="[Текст]"/>
      <dgm:spPr/>
      <dgm:t>
        <a:bodyPr/>
        <a:lstStyle/>
        <a:p>
          <a:r>
            <a:rPr lang="ru-RU" dirty="0"/>
            <a:t>Аппаратное обеспечение</a:t>
          </a:r>
          <a:endParaRPr lang="ru-BY" dirty="0"/>
        </a:p>
      </dgm:t>
    </dgm:pt>
    <dgm:pt modelId="{102724BE-D5B1-4D06-BDD1-94A9C5324EEB}" type="parTrans" cxnId="{911708EF-A3DC-47C5-B33B-7798E01F53AE}">
      <dgm:prSet/>
      <dgm:spPr/>
      <dgm:t>
        <a:bodyPr/>
        <a:lstStyle/>
        <a:p>
          <a:endParaRPr lang="ru-BY"/>
        </a:p>
      </dgm:t>
    </dgm:pt>
    <dgm:pt modelId="{B242D20E-9436-429B-A344-D13C8F1D043A}" type="sibTrans" cxnId="{911708EF-A3DC-47C5-B33B-7798E01F53AE}">
      <dgm:prSet/>
      <dgm:spPr/>
      <dgm:t>
        <a:bodyPr/>
        <a:lstStyle/>
        <a:p>
          <a:endParaRPr lang="ru-BY"/>
        </a:p>
      </dgm:t>
    </dgm:pt>
    <dgm:pt modelId="{E5776011-1FA6-4236-AE1A-366C782E091B}">
      <dgm:prSet/>
      <dgm:spPr/>
      <dgm:t>
        <a:bodyPr/>
        <a:lstStyle/>
        <a:p>
          <a:r>
            <a:rPr lang="ru-RU" dirty="0"/>
            <a:t> Программное обеспечение</a:t>
          </a:r>
          <a:endParaRPr lang="ru-BY" dirty="0"/>
        </a:p>
      </dgm:t>
    </dgm:pt>
    <dgm:pt modelId="{4243CEF7-4D06-44B4-9ACB-12AE34F0E4A1}" type="parTrans" cxnId="{E5A615CB-3257-47C1-A11D-C9829E1DDEBB}">
      <dgm:prSet/>
      <dgm:spPr/>
      <dgm:t>
        <a:bodyPr/>
        <a:lstStyle/>
        <a:p>
          <a:endParaRPr lang="ru-BY"/>
        </a:p>
      </dgm:t>
    </dgm:pt>
    <dgm:pt modelId="{0B9A11D3-2671-4D96-82E5-3005625A8DF5}" type="sibTrans" cxnId="{E5A615CB-3257-47C1-A11D-C9829E1DDEBB}">
      <dgm:prSet/>
      <dgm:spPr/>
      <dgm:t>
        <a:bodyPr/>
        <a:lstStyle/>
        <a:p>
          <a:endParaRPr lang="ru-BY"/>
        </a:p>
      </dgm:t>
    </dgm:pt>
    <dgm:pt modelId="{91F325EB-27D7-43C0-8806-A7B4742D3AA4}">
      <dgm:prSet/>
      <dgm:spPr/>
      <dgm:t>
        <a:bodyPr/>
        <a:lstStyle/>
        <a:p>
          <a:r>
            <a:rPr lang="ru-RU" dirty="0"/>
            <a:t>Трудовые ресурсы</a:t>
          </a:r>
          <a:endParaRPr lang="ru-BY" dirty="0"/>
        </a:p>
      </dgm:t>
    </dgm:pt>
    <dgm:pt modelId="{1F8A5BFF-BB53-440E-BE3C-49B4E839DB20}" type="parTrans" cxnId="{8AF3A42B-5EDC-4DFC-B994-295CFEF8F591}">
      <dgm:prSet/>
      <dgm:spPr/>
      <dgm:t>
        <a:bodyPr/>
        <a:lstStyle/>
        <a:p>
          <a:endParaRPr lang="ru-BY"/>
        </a:p>
      </dgm:t>
    </dgm:pt>
    <dgm:pt modelId="{C4A752DD-68AD-4716-8217-15B6E846FEED}" type="sibTrans" cxnId="{8AF3A42B-5EDC-4DFC-B994-295CFEF8F591}">
      <dgm:prSet/>
      <dgm:spPr/>
      <dgm:t>
        <a:bodyPr/>
        <a:lstStyle/>
        <a:p>
          <a:endParaRPr lang="ru-BY"/>
        </a:p>
      </dgm:t>
    </dgm:pt>
    <dgm:pt modelId="{3E485B8B-347C-4809-A969-404B9AB61EE9}">
      <dgm:prSet/>
      <dgm:spPr/>
      <dgm:t>
        <a:bodyPr/>
        <a:lstStyle/>
        <a:p>
          <a:r>
            <a:rPr lang="ru-RU" dirty="0"/>
            <a:t>Инфраструктурные расходы</a:t>
          </a:r>
          <a:endParaRPr lang="ru-BY" dirty="0"/>
        </a:p>
      </dgm:t>
    </dgm:pt>
    <dgm:pt modelId="{D51B2A85-A24D-4BE6-BDF8-358177F11FFF}" type="parTrans" cxnId="{585C0097-8B8B-4073-9A2B-9BF6137AD1D3}">
      <dgm:prSet/>
      <dgm:spPr/>
      <dgm:t>
        <a:bodyPr/>
        <a:lstStyle/>
        <a:p>
          <a:endParaRPr lang="ru-BY"/>
        </a:p>
      </dgm:t>
    </dgm:pt>
    <dgm:pt modelId="{38B2CDF9-14E3-4094-9607-F6475E9007AE}" type="sibTrans" cxnId="{585C0097-8B8B-4073-9A2B-9BF6137AD1D3}">
      <dgm:prSet/>
      <dgm:spPr/>
      <dgm:t>
        <a:bodyPr/>
        <a:lstStyle/>
        <a:p>
          <a:endParaRPr lang="ru-BY"/>
        </a:p>
      </dgm:t>
    </dgm:pt>
    <dgm:pt modelId="{2284D646-F500-4DCF-AE92-F29B0EDC2134}">
      <dgm:prSet/>
      <dgm:spPr/>
      <dgm:t>
        <a:bodyPr/>
        <a:lstStyle/>
        <a:p>
          <a:r>
            <a:rPr lang="ru-RU" dirty="0"/>
            <a:t>Обучение и сертификация</a:t>
          </a:r>
          <a:endParaRPr lang="ru-BY" dirty="0"/>
        </a:p>
      </dgm:t>
    </dgm:pt>
    <dgm:pt modelId="{6900BD42-001B-4F25-BF03-CBC908CB3B6F}" type="parTrans" cxnId="{8BDF7C89-3D62-475C-842E-13984E80523F}">
      <dgm:prSet/>
      <dgm:spPr/>
      <dgm:t>
        <a:bodyPr/>
        <a:lstStyle/>
        <a:p>
          <a:endParaRPr lang="ru-BY"/>
        </a:p>
      </dgm:t>
    </dgm:pt>
    <dgm:pt modelId="{19C107CE-23CB-409C-A88B-5527A2AE4E3A}" type="sibTrans" cxnId="{8BDF7C89-3D62-475C-842E-13984E80523F}">
      <dgm:prSet/>
      <dgm:spPr/>
      <dgm:t>
        <a:bodyPr/>
        <a:lstStyle/>
        <a:p>
          <a:endParaRPr lang="ru-BY"/>
        </a:p>
      </dgm:t>
    </dgm:pt>
    <dgm:pt modelId="{48C6DDA0-DFEC-4625-9C28-1262C773F794}">
      <dgm:prSet/>
      <dgm:spPr/>
      <dgm:t>
        <a:bodyPr/>
        <a:lstStyle/>
        <a:p>
          <a:r>
            <a:rPr lang="ru-RU"/>
            <a:t>Юридическое сопровождение</a:t>
          </a:r>
          <a:endParaRPr lang="ru-BY" dirty="0"/>
        </a:p>
      </dgm:t>
    </dgm:pt>
    <dgm:pt modelId="{861A9B44-EDF7-4172-AA9E-6020A5BB9B0A}" type="parTrans" cxnId="{DF60B902-69DE-4130-80BD-F2E8D9BC1BAF}">
      <dgm:prSet/>
      <dgm:spPr/>
      <dgm:t>
        <a:bodyPr/>
        <a:lstStyle/>
        <a:p>
          <a:endParaRPr lang="ru-BY"/>
        </a:p>
      </dgm:t>
    </dgm:pt>
    <dgm:pt modelId="{86D684AF-E359-40D7-817C-991121FB3757}" type="sibTrans" cxnId="{DF60B902-69DE-4130-80BD-F2E8D9BC1BAF}">
      <dgm:prSet/>
      <dgm:spPr/>
      <dgm:t>
        <a:bodyPr/>
        <a:lstStyle/>
        <a:p>
          <a:endParaRPr lang="ru-BY"/>
        </a:p>
      </dgm:t>
    </dgm:pt>
    <dgm:pt modelId="{03A97595-8392-4F87-95C8-B6C6D83930C4}">
      <dgm:prSet/>
      <dgm:spPr/>
      <dgm:t>
        <a:bodyPr/>
        <a:lstStyle/>
        <a:p>
          <a:r>
            <a:rPr lang="ru-RU" dirty="0"/>
            <a:t>Непредвиденные расходы</a:t>
          </a:r>
          <a:endParaRPr lang="ru-BY" dirty="0"/>
        </a:p>
      </dgm:t>
    </dgm:pt>
    <dgm:pt modelId="{A4613265-D5F3-4DEF-A167-93F408FC5229}" type="parTrans" cxnId="{B98508AC-DF61-4AD0-BF5C-BBC037592B55}">
      <dgm:prSet/>
      <dgm:spPr/>
      <dgm:t>
        <a:bodyPr/>
        <a:lstStyle/>
        <a:p>
          <a:endParaRPr lang="ru-BY"/>
        </a:p>
      </dgm:t>
    </dgm:pt>
    <dgm:pt modelId="{BA553EF1-FF5D-45F7-8A0B-25E6AE187E7D}" type="sibTrans" cxnId="{B98508AC-DF61-4AD0-BF5C-BBC037592B55}">
      <dgm:prSet/>
      <dgm:spPr/>
      <dgm:t>
        <a:bodyPr/>
        <a:lstStyle/>
        <a:p>
          <a:endParaRPr lang="ru-BY"/>
        </a:p>
      </dgm:t>
    </dgm:pt>
    <dgm:pt modelId="{921A2D59-979D-461F-B985-BBB3345AB32B}" type="pres">
      <dgm:prSet presAssocID="{602C6FAA-824A-48DA-8C58-7B3A7FE1F4E9}" presName="Name0" presStyleCnt="0">
        <dgm:presLayoutVars>
          <dgm:chMax val="7"/>
          <dgm:chPref val="7"/>
          <dgm:dir/>
        </dgm:presLayoutVars>
      </dgm:prSet>
      <dgm:spPr/>
    </dgm:pt>
    <dgm:pt modelId="{DD8062B2-15B4-4779-9FF8-5A489730B40A}" type="pres">
      <dgm:prSet presAssocID="{602C6FAA-824A-48DA-8C58-7B3A7FE1F4E9}" presName="Name1" presStyleCnt="0"/>
      <dgm:spPr/>
    </dgm:pt>
    <dgm:pt modelId="{53433BCF-1C18-4B23-890B-C0D5E8B87E7D}" type="pres">
      <dgm:prSet presAssocID="{602C6FAA-824A-48DA-8C58-7B3A7FE1F4E9}" presName="cycle" presStyleCnt="0"/>
      <dgm:spPr/>
    </dgm:pt>
    <dgm:pt modelId="{1D53F863-7EE5-4883-89DA-7C8EB6441A28}" type="pres">
      <dgm:prSet presAssocID="{602C6FAA-824A-48DA-8C58-7B3A7FE1F4E9}" presName="srcNode" presStyleLbl="node1" presStyleIdx="0" presStyleCnt="7"/>
      <dgm:spPr/>
    </dgm:pt>
    <dgm:pt modelId="{3FE0DB8D-A881-475E-9772-50766989A30C}" type="pres">
      <dgm:prSet presAssocID="{602C6FAA-824A-48DA-8C58-7B3A7FE1F4E9}" presName="conn" presStyleLbl="parChTrans1D2" presStyleIdx="0" presStyleCnt="1"/>
      <dgm:spPr/>
    </dgm:pt>
    <dgm:pt modelId="{B5C070B2-1790-4FE4-A7DE-EECD4A72809D}" type="pres">
      <dgm:prSet presAssocID="{602C6FAA-824A-48DA-8C58-7B3A7FE1F4E9}" presName="extraNode" presStyleLbl="node1" presStyleIdx="0" presStyleCnt="7"/>
      <dgm:spPr/>
    </dgm:pt>
    <dgm:pt modelId="{EA0A8056-1EE3-4E5D-AFC0-170BFAF0169D}" type="pres">
      <dgm:prSet presAssocID="{602C6FAA-824A-48DA-8C58-7B3A7FE1F4E9}" presName="dstNode" presStyleLbl="node1" presStyleIdx="0" presStyleCnt="7"/>
      <dgm:spPr/>
    </dgm:pt>
    <dgm:pt modelId="{04AF6435-B140-43FD-8A75-14B040D99750}" type="pres">
      <dgm:prSet presAssocID="{58F8A824-E931-4388-A646-95077D45D24E}" presName="text_1" presStyleLbl="node1" presStyleIdx="0" presStyleCnt="7">
        <dgm:presLayoutVars>
          <dgm:bulletEnabled val="1"/>
        </dgm:presLayoutVars>
      </dgm:prSet>
      <dgm:spPr/>
    </dgm:pt>
    <dgm:pt modelId="{416F7276-8E4C-480E-9F1D-51186AA384CC}" type="pres">
      <dgm:prSet presAssocID="{58F8A824-E931-4388-A646-95077D45D24E}" presName="accent_1" presStyleCnt="0"/>
      <dgm:spPr/>
    </dgm:pt>
    <dgm:pt modelId="{B5F238A3-4013-44EA-BCDD-DE1B135E7A2A}" type="pres">
      <dgm:prSet presAssocID="{58F8A824-E931-4388-A646-95077D45D24E}" presName="accentRepeatNode" presStyleLbl="solidFgAcc1" presStyleIdx="0" presStyleCnt="7"/>
      <dgm:spPr/>
    </dgm:pt>
    <dgm:pt modelId="{F1535E2B-193F-4FE7-BDAE-0354E73EB6EF}" type="pres">
      <dgm:prSet presAssocID="{E5776011-1FA6-4236-AE1A-366C782E091B}" presName="text_2" presStyleLbl="node1" presStyleIdx="1" presStyleCnt="7">
        <dgm:presLayoutVars>
          <dgm:bulletEnabled val="1"/>
        </dgm:presLayoutVars>
      </dgm:prSet>
      <dgm:spPr/>
    </dgm:pt>
    <dgm:pt modelId="{BBCA031B-6ED4-41F0-BD4A-69CACE37390C}" type="pres">
      <dgm:prSet presAssocID="{E5776011-1FA6-4236-AE1A-366C782E091B}" presName="accent_2" presStyleCnt="0"/>
      <dgm:spPr/>
    </dgm:pt>
    <dgm:pt modelId="{06B4DE74-450D-49B5-A930-C39E6392467A}" type="pres">
      <dgm:prSet presAssocID="{E5776011-1FA6-4236-AE1A-366C782E091B}" presName="accentRepeatNode" presStyleLbl="solidFgAcc1" presStyleIdx="1" presStyleCnt="7"/>
      <dgm:spPr/>
    </dgm:pt>
    <dgm:pt modelId="{034096B0-567D-4E29-B987-EADD8C5B292D}" type="pres">
      <dgm:prSet presAssocID="{91F325EB-27D7-43C0-8806-A7B4742D3AA4}" presName="text_3" presStyleLbl="node1" presStyleIdx="2" presStyleCnt="7">
        <dgm:presLayoutVars>
          <dgm:bulletEnabled val="1"/>
        </dgm:presLayoutVars>
      </dgm:prSet>
      <dgm:spPr/>
    </dgm:pt>
    <dgm:pt modelId="{6A5EA53C-A4CA-4574-9E7B-FA0314BEC88F}" type="pres">
      <dgm:prSet presAssocID="{91F325EB-27D7-43C0-8806-A7B4742D3AA4}" presName="accent_3" presStyleCnt="0"/>
      <dgm:spPr/>
    </dgm:pt>
    <dgm:pt modelId="{455C2719-F51A-46B3-A445-943B0ED704B6}" type="pres">
      <dgm:prSet presAssocID="{91F325EB-27D7-43C0-8806-A7B4742D3AA4}" presName="accentRepeatNode" presStyleLbl="solidFgAcc1" presStyleIdx="2" presStyleCnt="7"/>
      <dgm:spPr/>
    </dgm:pt>
    <dgm:pt modelId="{096E8221-7532-44FA-90C1-32D5CA4BF01D}" type="pres">
      <dgm:prSet presAssocID="{3E485B8B-347C-4809-A969-404B9AB61EE9}" presName="text_4" presStyleLbl="node1" presStyleIdx="3" presStyleCnt="7">
        <dgm:presLayoutVars>
          <dgm:bulletEnabled val="1"/>
        </dgm:presLayoutVars>
      </dgm:prSet>
      <dgm:spPr/>
    </dgm:pt>
    <dgm:pt modelId="{50F46895-0CC9-454F-B1FC-29E309F951AD}" type="pres">
      <dgm:prSet presAssocID="{3E485B8B-347C-4809-A969-404B9AB61EE9}" presName="accent_4" presStyleCnt="0"/>
      <dgm:spPr/>
    </dgm:pt>
    <dgm:pt modelId="{5157C524-5306-4E66-8E53-8FF845EB3FE0}" type="pres">
      <dgm:prSet presAssocID="{3E485B8B-347C-4809-A969-404B9AB61EE9}" presName="accentRepeatNode" presStyleLbl="solidFgAcc1" presStyleIdx="3" presStyleCnt="7"/>
      <dgm:spPr/>
    </dgm:pt>
    <dgm:pt modelId="{66EC7960-CF7F-40CA-B951-E7443BB268EC}" type="pres">
      <dgm:prSet presAssocID="{2284D646-F500-4DCF-AE92-F29B0EDC2134}" presName="text_5" presStyleLbl="node1" presStyleIdx="4" presStyleCnt="7">
        <dgm:presLayoutVars>
          <dgm:bulletEnabled val="1"/>
        </dgm:presLayoutVars>
      </dgm:prSet>
      <dgm:spPr/>
    </dgm:pt>
    <dgm:pt modelId="{2C6BA4A1-3B2C-40C7-A184-F6CDCEC9FB8D}" type="pres">
      <dgm:prSet presAssocID="{2284D646-F500-4DCF-AE92-F29B0EDC2134}" presName="accent_5" presStyleCnt="0"/>
      <dgm:spPr/>
    </dgm:pt>
    <dgm:pt modelId="{0D3CC916-C3D9-4B23-A8E8-3B0FE2FC8D37}" type="pres">
      <dgm:prSet presAssocID="{2284D646-F500-4DCF-AE92-F29B0EDC2134}" presName="accentRepeatNode" presStyleLbl="solidFgAcc1" presStyleIdx="4" presStyleCnt="7"/>
      <dgm:spPr/>
    </dgm:pt>
    <dgm:pt modelId="{37E7DEDC-9764-4EC9-8E1C-EB0E6FA4702B}" type="pres">
      <dgm:prSet presAssocID="{48C6DDA0-DFEC-4625-9C28-1262C773F794}" presName="text_6" presStyleLbl="node1" presStyleIdx="5" presStyleCnt="7">
        <dgm:presLayoutVars>
          <dgm:bulletEnabled val="1"/>
        </dgm:presLayoutVars>
      </dgm:prSet>
      <dgm:spPr/>
    </dgm:pt>
    <dgm:pt modelId="{7A2C2C09-B293-4006-8806-D985D4CA847C}" type="pres">
      <dgm:prSet presAssocID="{48C6DDA0-DFEC-4625-9C28-1262C773F794}" presName="accent_6" presStyleCnt="0"/>
      <dgm:spPr/>
    </dgm:pt>
    <dgm:pt modelId="{DF9AE26D-587E-4278-8170-5A7BF84397BF}" type="pres">
      <dgm:prSet presAssocID="{48C6DDA0-DFEC-4625-9C28-1262C773F794}" presName="accentRepeatNode" presStyleLbl="solidFgAcc1" presStyleIdx="5" presStyleCnt="7"/>
      <dgm:spPr/>
    </dgm:pt>
    <dgm:pt modelId="{69C33411-00BA-412E-B4D5-F96B16076BE8}" type="pres">
      <dgm:prSet presAssocID="{03A97595-8392-4F87-95C8-B6C6D83930C4}" presName="text_7" presStyleLbl="node1" presStyleIdx="6" presStyleCnt="7">
        <dgm:presLayoutVars>
          <dgm:bulletEnabled val="1"/>
        </dgm:presLayoutVars>
      </dgm:prSet>
      <dgm:spPr/>
    </dgm:pt>
    <dgm:pt modelId="{2DF4BA99-19DE-4230-BD74-E2393E3B4859}" type="pres">
      <dgm:prSet presAssocID="{03A97595-8392-4F87-95C8-B6C6D83930C4}" presName="accent_7" presStyleCnt="0"/>
      <dgm:spPr/>
    </dgm:pt>
    <dgm:pt modelId="{B7B9795E-53EE-4046-BC9C-202FD5700E56}" type="pres">
      <dgm:prSet presAssocID="{03A97595-8392-4F87-95C8-B6C6D83930C4}" presName="accentRepeatNode" presStyleLbl="solidFgAcc1" presStyleIdx="6" presStyleCnt="7"/>
      <dgm:spPr/>
    </dgm:pt>
  </dgm:ptLst>
  <dgm:cxnLst>
    <dgm:cxn modelId="{DF60B902-69DE-4130-80BD-F2E8D9BC1BAF}" srcId="{602C6FAA-824A-48DA-8C58-7B3A7FE1F4E9}" destId="{48C6DDA0-DFEC-4625-9C28-1262C773F794}" srcOrd="5" destOrd="0" parTransId="{861A9B44-EDF7-4172-AA9E-6020A5BB9B0A}" sibTransId="{86D684AF-E359-40D7-817C-991121FB3757}"/>
    <dgm:cxn modelId="{8AF3A42B-5EDC-4DFC-B994-295CFEF8F591}" srcId="{602C6FAA-824A-48DA-8C58-7B3A7FE1F4E9}" destId="{91F325EB-27D7-43C0-8806-A7B4742D3AA4}" srcOrd="2" destOrd="0" parTransId="{1F8A5BFF-BB53-440E-BE3C-49B4E839DB20}" sibTransId="{C4A752DD-68AD-4716-8217-15B6E846FEED}"/>
    <dgm:cxn modelId="{465B592D-B503-4FA4-A0DC-BEFD712B1171}" type="presOf" srcId="{602C6FAA-824A-48DA-8C58-7B3A7FE1F4E9}" destId="{921A2D59-979D-461F-B985-BBB3345AB32B}" srcOrd="0" destOrd="0" presId="urn:microsoft.com/office/officeart/2008/layout/VerticalCurvedList"/>
    <dgm:cxn modelId="{BF0FA569-D0D3-490A-B4F1-BDDFFF1E5FB0}" type="presOf" srcId="{E5776011-1FA6-4236-AE1A-366C782E091B}" destId="{F1535E2B-193F-4FE7-BDAE-0354E73EB6EF}" srcOrd="0" destOrd="0" presId="urn:microsoft.com/office/officeart/2008/layout/VerticalCurvedList"/>
    <dgm:cxn modelId="{2D2E7052-E98F-43C0-9277-6C52BBF624AB}" type="presOf" srcId="{B242D20E-9436-429B-A344-D13C8F1D043A}" destId="{3FE0DB8D-A881-475E-9772-50766989A30C}" srcOrd="0" destOrd="0" presId="urn:microsoft.com/office/officeart/2008/layout/VerticalCurvedList"/>
    <dgm:cxn modelId="{59068B72-812E-44C8-B81A-B6B6F2783A7E}" type="presOf" srcId="{2284D646-F500-4DCF-AE92-F29B0EDC2134}" destId="{66EC7960-CF7F-40CA-B951-E7443BB268EC}" srcOrd="0" destOrd="0" presId="urn:microsoft.com/office/officeart/2008/layout/VerticalCurvedList"/>
    <dgm:cxn modelId="{8BDF7C89-3D62-475C-842E-13984E80523F}" srcId="{602C6FAA-824A-48DA-8C58-7B3A7FE1F4E9}" destId="{2284D646-F500-4DCF-AE92-F29B0EDC2134}" srcOrd="4" destOrd="0" parTransId="{6900BD42-001B-4F25-BF03-CBC908CB3B6F}" sibTransId="{19C107CE-23CB-409C-A88B-5527A2AE4E3A}"/>
    <dgm:cxn modelId="{9715CE8C-36F2-46C3-8822-87022685B759}" type="presOf" srcId="{03A97595-8392-4F87-95C8-B6C6D83930C4}" destId="{69C33411-00BA-412E-B4D5-F96B16076BE8}" srcOrd="0" destOrd="0" presId="urn:microsoft.com/office/officeart/2008/layout/VerticalCurvedList"/>
    <dgm:cxn modelId="{0963568F-D5B1-4694-A77F-1FCD746386BA}" type="presOf" srcId="{3E485B8B-347C-4809-A969-404B9AB61EE9}" destId="{096E8221-7532-44FA-90C1-32D5CA4BF01D}" srcOrd="0" destOrd="0" presId="urn:microsoft.com/office/officeart/2008/layout/VerticalCurvedList"/>
    <dgm:cxn modelId="{585C0097-8B8B-4073-9A2B-9BF6137AD1D3}" srcId="{602C6FAA-824A-48DA-8C58-7B3A7FE1F4E9}" destId="{3E485B8B-347C-4809-A969-404B9AB61EE9}" srcOrd="3" destOrd="0" parTransId="{D51B2A85-A24D-4BE6-BDF8-358177F11FFF}" sibTransId="{38B2CDF9-14E3-4094-9607-F6475E9007AE}"/>
    <dgm:cxn modelId="{1C54E599-5F12-40CF-A219-2E243BABA0F6}" type="presOf" srcId="{91F325EB-27D7-43C0-8806-A7B4742D3AA4}" destId="{034096B0-567D-4E29-B987-EADD8C5B292D}" srcOrd="0" destOrd="0" presId="urn:microsoft.com/office/officeart/2008/layout/VerticalCurvedList"/>
    <dgm:cxn modelId="{C51876A9-E6BB-43CB-8E41-92884A822347}" type="presOf" srcId="{48C6DDA0-DFEC-4625-9C28-1262C773F794}" destId="{37E7DEDC-9764-4EC9-8E1C-EB0E6FA4702B}" srcOrd="0" destOrd="0" presId="urn:microsoft.com/office/officeart/2008/layout/VerticalCurvedList"/>
    <dgm:cxn modelId="{B98508AC-DF61-4AD0-BF5C-BBC037592B55}" srcId="{602C6FAA-824A-48DA-8C58-7B3A7FE1F4E9}" destId="{03A97595-8392-4F87-95C8-B6C6D83930C4}" srcOrd="6" destOrd="0" parTransId="{A4613265-D5F3-4DEF-A167-93F408FC5229}" sibTransId="{BA553EF1-FF5D-45F7-8A0B-25E6AE187E7D}"/>
    <dgm:cxn modelId="{E5A615CB-3257-47C1-A11D-C9829E1DDEBB}" srcId="{602C6FAA-824A-48DA-8C58-7B3A7FE1F4E9}" destId="{E5776011-1FA6-4236-AE1A-366C782E091B}" srcOrd="1" destOrd="0" parTransId="{4243CEF7-4D06-44B4-9ACB-12AE34F0E4A1}" sibTransId="{0B9A11D3-2671-4D96-82E5-3005625A8DF5}"/>
    <dgm:cxn modelId="{8454EFE2-F304-41CF-831C-ABB437227882}" type="presOf" srcId="{58F8A824-E931-4388-A646-95077D45D24E}" destId="{04AF6435-B140-43FD-8A75-14B040D99750}" srcOrd="0" destOrd="0" presId="urn:microsoft.com/office/officeart/2008/layout/VerticalCurvedList"/>
    <dgm:cxn modelId="{911708EF-A3DC-47C5-B33B-7798E01F53AE}" srcId="{602C6FAA-824A-48DA-8C58-7B3A7FE1F4E9}" destId="{58F8A824-E931-4388-A646-95077D45D24E}" srcOrd="0" destOrd="0" parTransId="{102724BE-D5B1-4D06-BDD1-94A9C5324EEB}" sibTransId="{B242D20E-9436-429B-A344-D13C8F1D043A}"/>
    <dgm:cxn modelId="{EA6DB465-C017-4147-9242-C2CBA8F27689}" type="presParOf" srcId="{921A2D59-979D-461F-B985-BBB3345AB32B}" destId="{DD8062B2-15B4-4779-9FF8-5A489730B40A}" srcOrd="0" destOrd="0" presId="urn:microsoft.com/office/officeart/2008/layout/VerticalCurvedList"/>
    <dgm:cxn modelId="{891EAC86-7BCA-43D3-916F-17EC2B695E79}" type="presParOf" srcId="{DD8062B2-15B4-4779-9FF8-5A489730B40A}" destId="{53433BCF-1C18-4B23-890B-C0D5E8B87E7D}" srcOrd="0" destOrd="0" presId="urn:microsoft.com/office/officeart/2008/layout/VerticalCurvedList"/>
    <dgm:cxn modelId="{533AA969-9CB6-49AF-BE7B-C2D9AD41513C}" type="presParOf" srcId="{53433BCF-1C18-4B23-890B-C0D5E8B87E7D}" destId="{1D53F863-7EE5-4883-89DA-7C8EB6441A28}" srcOrd="0" destOrd="0" presId="urn:microsoft.com/office/officeart/2008/layout/VerticalCurvedList"/>
    <dgm:cxn modelId="{59DCC684-83EE-4584-8CB9-4C31CF584A2D}" type="presParOf" srcId="{53433BCF-1C18-4B23-890B-C0D5E8B87E7D}" destId="{3FE0DB8D-A881-475E-9772-50766989A30C}" srcOrd="1" destOrd="0" presId="urn:microsoft.com/office/officeart/2008/layout/VerticalCurvedList"/>
    <dgm:cxn modelId="{B6EE5082-D9F6-4A50-B666-C9B6D04A3507}" type="presParOf" srcId="{53433BCF-1C18-4B23-890B-C0D5E8B87E7D}" destId="{B5C070B2-1790-4FE4-A7DE-EECD4A72809D}" srcOrd="2" destOrd="0" presId="urn:microsoft.com/office/officeart/2008/layout/VerticalCurvedList"/>
    <dgm:cxn modelId="{1E0DDF25-6A55-482B-8E28-564DA991C4BB}" type="presParOf" srcId="{53433BCF-1C18-4B23-890B-C0D5E8B87E7D}" destId="{EA0A8056-1EE3-4E5D-AFC0-170BFAF0169D}" srcOrd="3" destOrd="0" presId="urn:microsoft.com/office/officeart/2008/layout/VerticalCurvedList"/>
    <dgm:cxn modelId="{C5FF7042-080D-48C8-9179-66DF10B14985}" type="presParOf" srcId="{DD8062B2-15B4-4779-9FF8-5A489730B40A}" destId="{04AF6435-B140-43FD-8A75-14B040D99750}" srcOrd="1" destOrd="0" presId="urn:microsoft.com/office/officeart/2008/layout/VerticalCurvedList"/>
    <dgm:cxn modelId="{BE863D38-4EB7-407B-A99B-214E5750B224}" type="presParOf" srcId="{DD8062B2-15B4-4779-9FF8-5A489730B40A}" destId="{416F7276-8E4C-480E-9F1D-51186AA384CC}" srcOrd="2" destOrd="0" presId="urn:microsoft.com/office/officeart/2008/layout/VerticalCurvedList"/>
    <dgm:cxn modelId="{2BD8DF0C-F138-4993-943D-47B8A09CB062}" type="presParOf" srcId="{416F7276-8E4C-480E-9F1D-51186AA384CC}" destId="{B5F238A3-4013-44EA-BCDD-DE1B135E7A2A}" srcOrd="0" destOrd="0" presId="urn:microsoft.com/office/officeart/2008/layout/VerticalCurvedList"/>
    <dgm:cxn modelId="{C7BF027D-7108-4051-924F-EAC79F44BB85}" type="presParOf" srcId="{DD8062B2-15B4-4779-9FF8-5A489730B40A}" destId="{F1535E2B-193F-4FE7-BDAE-0354E73EB6EF}" srcOrd="3" destOrd="0" presId="urn:microsoft.com/office/officeart/2008/layout/VerticalCurvedList"/>
    <dgm:cxn modelId="{193C8096-AB17-4711-85E3-B19A733A3E8B}" type="presParOf" srcId="{DD8062B2-15B4-4779-9FF8-5A489730B40A}" destId="{BBCA031B-6ED4-41F0-BD4A-69CACE37390C}" srcOrd="4" destOrd="0" presId="urn:microsoft.com/office/officeart/2008/layout/VerticalCurvedList"/>
    <dgm:cxn modelId="{73D3ADE3-AF32-4A97-AF74-45AAC1FDCA84}" type="presParOf" srcId="{BBCA031B-6ED4-41F0-BD4A-69CACE37390C}" destId="{06B4DE74-450D-49B5-A930-C39E6392467A}" srcOrd="0" destOrd="0" presId="urn:microsoft.com/office/officeart/2008/layout/VerticalCurvedList"/>
    <dgm:cxn modelId="{D7C7E177-2276-486F-8CD9-701D9D3977B5}" type="presParOf" srcId="{DD8062B2-15B4-4779-9FF8-5A489730B40A}" destId="{034096B0-567D-4E29-B987-EADD8C5B292D}" srcOrd="5" destOrd="0" presId="urn:microsoft.com/office/officeart/2008/layout/VerticalCurvedList"/>
    <dgm:cxn modelId="{77687F64-342F-4884-8144-8258AC74A83A}" type="presParOf" srcId="{DD8062B2-15B4-4779-9FF8-5A489730B40A}" destId="{6A5EA53C-A4CA-4574-9E7B-FA0314BEC88F}" srcOrd="6" destOrd="0" presId="urn:microsoft.com/office/officeart/2008/layout/VerticalCurvedList"/>
    <dgm:cxn modelId="{92FD6188-9BA9-40C7-8D9C-CD5D07063E57}" type="presParOf" srcId="{6A5EA53C-A4CA-4574-9E7B-FA0314BEC88F}" destId="{455C2719-F51A-46B3-A445-943B0ED704B6}" srcOrd="0" destOrd="0" presId="urn:microsoft.com/office/officeart/2008/layout/VerticalCurvedList"/>
    <dgm:cxn modelId="{842DC495-F24A-49EE-AE49-83D4BDA35E94}" type="presParOf" srcId="{DD8062B2-15B4-4779-9FF8-5A489730B40A}" destId="{096E8221-7532-44FA-90C1-32D5CA4BF01D}" srcOrd="7" destOrd="0" presId="urn:microsoft.com/office/officeart/2008/layout/VerticalCurvedList"/>
    <dgm:cxn modelId="{CE50EFA2-DD05-42F1-AE3A-864CCF2DFF27}" type="presParOf" srcId="{DD8062B2-15B4-4779-9FF8-5A489730B40A}" destId="{50F46895-0CC9-454F-B1FC-29E309F951AD}" srcOrd="8" destOrd="0" presId="urn:microsoft.com/office/officeart/2008/layout/VerticalCurvedList"/>
    <dgm:cxn modelId="{58A0EBF6-D5C5-4D79-97D6-6A2AAC763901}" type="presParOf" srcId="{50F46895-0CC9-454F-B1FC-29E309F951AD}" destId="{5157C524-5306-4E66-8E53-8FF845EB3FE0}" srcOrd="0" destOrd="0" presId="urn:microsoft.com/office/officeart/2008/layout/VerticalCurvedList"/>
    <dgm:cxn modelId="{EC54E119-9899-4822-94EA-165424B306D9}" type="presParOf" srcId="{DD8062B2-15B4-4779-9FF8-5A489730B40A}" destId="{66EC7960-CF7F-40CA-B951-E7443BB268EC}" srcOrd="9" destOrd="0" presId="urn:microsoft.com/office/officeart/2008/layout/VerticalCurvedList"/>
    <dgm:cxn modelId="{D46EDEA1-6261-476E-8391-4CC14D94D8CF}" type="presParOf" srcId="{DD8062B2-15B4-4779-9FF8-5A489730B40A}" destId="{2C6BA4A1-3B2C-40C7-A184-F6CDCEC9FB8D}" srcOrd="10" destOrd="0" presId="urn:microsoft.com/office/officeart/2008/layout/VerticalCurvedList"/>
    <dgm:cxn modelId="{A80335FD-23E5-4931-82C6-E70DD2D03145}" type="presParOf" srcId="{2C6BA4A1-3B2C-40C7-A184-F6CDCEC9FB8D}" destId="{0D3CC916-C3D9-4B23-A8E8-3B0FE2FC8D37}" srcOrd="0" destOrd="0" presId="urn:microsoft.com/office/officeart/2008/layout/VerticalCurvedList"/>
    <dgm:cxn modelId="{6C055833-467D-4862-838A-E9A5E9C9B78B}" type="presParOf" srcId="{DD8062B2-15B4-4779-9FF8-5A489730B40A}" destId="{37E7DEDC-9764-4EC9-8E1C-EB0E6FA4702B}" srcOrd="11" destOrd="0" presId="urn:microsoft.com/office/officeart/2008/layout/VerticalCurvedList"/>
    <dgm:cxn modelId="{617ADADA-69BB-4365-AF64-B72C5DCD2176}" type="presParOf" srcId="{DD8062B2-15B4-4779-9FF8-5A489730B40A}" destId="{7A2C2C09-B293-4006-8806-D985D4CA847C}" srcOrd="12" destOrd="0" presId="urn:microsoft.com/office/officeart/2008/layout/VerticalCurvedList"/>
    <dgm:cxn modelId="{C81617CF-8E9B-43CB-B0F8-88B986BA678E}" type="presParOf" srcId="{7A2C2C09-B293-4006-8806-D985D4CA847C}" destId="{DF9AE26D-587E-4278-8170-5A7BF84397BF}" srcOrd="0" destOrd="0" presId="urn:microsoft.com/office/officeart/2008/layout/VerticalCurvedList"/>
    <dgm:cxn modelId="{1F293484-4521-4E4E-8080-DD77A6FBD8C7}" type="presParOf" srcId="{DD8062B2-15B4-4779-9FF8-5A489730B40A}" destId="{69C33411-00BA-412E-B4D5-F96B16076BE8}" srcOrd="13" destOrd="0" presId="urn:microsoft.com/office/officeart/2008/layout/VerticalCurvedList"/>
    <dgm:cxn modelId="{327391D3-0475-471C-95EC-9AD55E8AF02E}" type="presParOf" srcId="{DD8062B2-15B4-4779-9FF8-5A489730B40A}" destId="{2DF4BA99-19DE-4230-BD74-E2393E3B4859}" srcOrd="14" destOrd="0" presId="urn:microsoft.com/office/officeart/2008/layout/VerticalCurvedList"/>
    <dgm:cxn modelId="{0E0AE788-95AE-4D21-8C38-266377C0596C}" type="presParOf" srcId="{2DF4BA99-19DE-4230-BD74-E2393E3B4859}" destId="{B7B9795E-53EE-4046-BC9C-202FD5700E56}"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DE07F21E-54E6-450D-952D-863DC6A22481}" type="doc">
      <dgm:prSet loTypeId="urn:microsoft.com/office/officeart/2005/8/layout/process2" loCatId="process" qsTypeId="urn:microsoft.com/office/officeart/2005/8/quickstyle/simple1" qsCatId="simple" csTypeId="urn:microsoft.com/office/officeart/2005/8/colors/colorful2" csCatId="colorful" phldr="1"/>
      <dgm:spPr/>
    </dgm:pt>
    <dgm:pt modelId="{C3FA284A-7928-4BEB-A5E6-28059976128B}">
      <dgm:prSet phldrT="[Текст]"/>
      <dgm:spPr/>
      <dgm:t>
        <a:bodyPr/>
        <a:lstStyle/>
        <a:p>
          <a:r>
            <a:rPr lang="ru-RU" dirty="0"/>
            <a:t>Анализ и сбор требований</a:t>
          </a:r>
          <a:endParaRPr lang="ru-BY" dirty="0"/>
        </a:p>
      </dgm:t>
    </dgm:pt>
    <dgm:pt modelId="{0219250C-014E-420A-B5EC-8A2D32C1377D}" type="parTrans" cxnId="{24C8EC21-000B-4206-B0E0-43DE5F408D73}">
      <dgm:prSet/>
      <dgm:spPr/>
      <dgm:t>
        <a:bodyPr/>
        <a:lstStyle/>
        <a:p>
          <a:endParaRPr lang="ru-BY"/>
        </a:p>
      </dgm:t>
    </dgm:pt>
    <dgm:pt modelId="{1D972621-7855-4F63-91EF-F25AA97DBB2E}" type="sibTrans" cxnId="{24C8EC21-000B-4206-B0E0-43DE5F408D73}">
      <dgm:prSet/>
      <dgm:spPr/>
      <dgm:t>
        <a:bodyPr/>
        <a:lstStyle/>
        <a:p>
          <a:endParaRPr lang="ru-BY"/>
        </a:p>
      </dgm:t>
    </dgm:pt>
    <dgm:pt modelId="{7F7194D5-9478-477F-A284-343ABF02ABF1}">
      <dgm:prSet phldrT="[Текст]"/>
      <dgm:spPr/>
      <dgm:t>
        <a:bodyPr/>
        <a:lstStyle/>
        <a:p>
          <a:r>
            <a:rPr lang="ru-RU" dirty="0"/>
            <a:t>кодирование</a:t>
          </a:r>
          <a:endParaRPr lang="ru-BY" dirty="0"/>
        </a:p>
      </dgm:t>
    </dgm:pt>
    <dgm:pt modelId="{7794EA63-6257-402B-9FE6-493D2960FAD1}" type="parTrans" cxnId="{845BC854-7B0B-49E6-88F8-90919A9CF0FC}">
      <dgm:prSet/>
      <dgm:spPr/>
      <dgm:t>
        <a:bodyPr/>
        <a:lstStyle/>
        <a:p>
          <a:endParaRPr lang="ru-BY"/>
        </a:p>
      </dgm:t>
    </dgm:pt>
    <dgm:pt modelId="{A09A06B2-B825-494E-9666-90C36140C61C}" type="sibTrans" cxnId="{845BC854-7B0B-49E6-88F8-90919A9CF0FC}">
      <dgm:prSet/>
      <dgm:spPr/>
      <dgm:t>
        <a:bodyPr/>
        <a:lstStyle/>
        <a:p>
          <a:endParaRPr lang="ru-BY"/>
        </a:p>
      </dgm:t>
    </dgm:pt>
    <dgm:pt modelId="{5096D9FE-A011-448D-B6EA-2E641D21AD53}">
      <dgm:prSet phldrT="[Текст]"/>
      <dgm:spPr/>
      <dgm:t>
        <a:bodyPr/>
        <a:lstStyle/>
        <a:p>
          <a:r>
            <a:rPr lang="ru-RU" dirty="0"/>
            <a:t>Тестирование и проверка</a:t>
          </a:r>
          <a:endParaRPr lang="ru-BY" dirty="0"/>
        </a:p>
      </dgm:t>
    </dgm:pt>
    <dgm:pt modelId="{24AFD0E8-EC72-4400-8923-10280D226E61}" type="parTrans" cxnId="{6EE1E195-5974-42CE-9C31-BB9616514959}">
      <dgm:prSet/>
      <dgm:spPr/>
      <dgm:t>
        <a:bodyPr/>
        <a:lstStyle/>
        <a:p>
          <a:endParaRPr lang="ru-BY"/>
        </a:p>
      </dgm:t>
    </dgm:pt>
    <dgm:pt modelId="{6CBE9495-3E2C-4219-8F3E-3126ED26B496}" type="sibTrans" cxnId="{6EE1E195-5974-42CE-9C31-BB9616514959}">
      <dgm:prSet/>
      <dgm:spPr/>
      <dgm:t>
        <a:bodyPr/>
        <a:lstStyle/>
        <a:p>
          <a:endParaRPr lang="ru-BY"/>
        </a:p>
      </dgm:t>
    </dgm:pt>
    <dgm:pt modelId="{38E6CCBD-0B38-4F0B-B927-912C1E599C64}">
      <dgm:prSet phldrT="[Текст]"/>
      <dgm:spPr/>
      <dgm:t>
        <a:bodyPr/>
        <a:lstStyle/>
        <a:p>
          <a:r>
            <a:rPr lang="ru-RU" dirty="0"/>
            <a:t>проектирование</a:t>
          </a:r>
          <a:endParaRPr lang="ru-BY" dirty="0"/>
        </a:p>
      </dgm:t>
    </dgm:pt>
    <dgm:pt modelId="{640D5950-FAD9-4CDC-AA7A-CE5B94D6ED15}" type="parTrans" cxnId="{B129AE26-6657-4FE9-B715-BE79474E4C0A}">
      <dgm:prSet/>
      <dgm:spPr/>
      <dgm:t>
        <a:bodyPr/>
        <a:lstStyle/>
        <a:p>
          <a:endParaRPr lang="ru-BY"/>
        </a:p>
      </dgm:t>
    </dgm:pt>
    <dgm:pt modelId="{DACF1DA2-697F-4BA5-91FA-7A4A808DEB2B}" type="sibTrans" cxnId="{B129AE26-6657-4FE9-B715-BE79474E4C0A}">
      <dgm:prSet/>
      <dgm:spPr/>
      <dgm:t>
        <a:bodyPr/>
        <a:lstStyle/>
        <a:p>
          <a:endParaRPr lang="ru-BY"/>
        </a:p>
      </dgm:t>
    </dgm:pt>
    <dgm:pt modelId="{83B017D6-0ABC-4F7B-8BCB-1870E3A6D32C}" type="pres">
      <dgm:prSet presAssocID="{DE07F21E-54E6-450D-952D-863DC6A22481}" presName="linearFlow" presStyleCnt="0">
        <dgm:presLayoutVars>
          <dgm:resizeHandles val="exact"/>
        </dgm:presLayoutVars>
      </dgm:prSet>
      <dgm:spPr/>
    </dgm:pt>
    <dgm:pt modelId="{B35F57D9-DBBF-4F21-BCAF-6057EF4E3B53}" type="pres">
      <dgm:prSet presAssocID="{C3FA284A-7928-4BEB-A5E6-28059976128B}" presName="node" presStyleLbl="node1" presStyleIdx="0" presStyleCnt="4">
        <dgm:presLayoutVars>
          <dgm:bulletEnabled val="1"/>
        </dgm:presLayoutVars>
      </dgm:prSet>
      <dgm:spPr/>
    </dgm:pt>
    <dgm:pt modelId="{E57DBC93-6F8A-4A20-A958-3245F44051EB}" type="pres">
      <dgm:prSet presAssocID="{1D972621-7855-4F63-91EF-F25AA97DBB2E}" presName="sibTrans" presStyleLbl="sibTrans2D1" presStyleIdx="0" presStyleCnt="3"/>
      <dgm:spPr/>
    </dgm:pt>
    <dgm:pt modelId="{E9ABEDA3-A750-435A-BDF9-193BB162D3B8}" type="pres">
      <dgm:prSet presAssocID="{1D972621-7855-4F63-91EF-F25AA97DBB2E}" presName="connectorText" presStyleLbl="sibTrans2D1" presStyleIdx="0" presStyleCnt="3"/>
      <dgm:spPr/>
    </dgm:pt>
    <dgm:pt modelId="{EC4C3233-1FFD-4606-BBAA-EF00A6E53AD2}" type="pres">
      <dgm:prSet presAssocID="{38E6CCBD-0B38-4F0B-B927-912C1E599C64}" presName="node" presStyleLbl="node1" presStyleIdx="1" presStyleCnt="4">
        <dgm:presLayoutVars>
          <dgm:bulletEnabled val="1"/>
        </dgm:presLayoutVars>
      </dgm:prSet>
      <dgm:spPr/>
    </dgm:pt>
    <dgm:pt modelId="{8599A508-13F9-4E6B-AA96-46AF5EC1A546}" type="pres">
      <dgm:prSet presAssocID="{DACF1DA2-697F-4BA5-91FA-7A4A808DEB2B}" presName="sibTrans" presStyleLbl="sibTrans2D1" presStyleIdx="1" presStyleCnt="3"/>
      <dgm:spPr/>
    </dgm:pt>
    <dgm:pt modelId="{FDAB5338-DD2D-4333-A9A4-7E0320981A8E}" type="pres">
      <dgm:prSet presAssocID="{DACF1DA2-697F-4BA5-91FA-7A4A808DEB2B}" presName="connectorText" presStyleLbl="sibTrans2D1" presStyleIdx="1" presStyleCnt="3"/>
      <dgm:spPr/>
    </dgm:pt>
    <dgm:pt modelId="{1B33B17F-12E0-4756-A4C3-414E81265479}" type="pres">
      <dgm:prSet presAssocID="{7F7194D5-9478-477F-A284-343ABF02ABF1}" presName="node" presStyleLbl="node1" presStyleIdx="2" presStyleCnt="4">
        <dgm:presLayoutVars>
          <dgm:bulletEnabled val="1"/>
        </dgm:presLayoutVars>
      </dgm:prSet>
      <dgm:spPr/>
    </dgm:pt>
    <dgm:pt modelId="{9AA24681-98B4-4D1A-A913-532E7C324CF2}" type="pres">
      <dgm:prSet presAssocID="{A09A06B2-B825-494E-9666-90C36140C61C}" presName="sibTrans" presStyleLbl="sibTrans2D1" presStyleIdx="2" presStyleCnt="3"/>
      <dgm:spPr/>
    </dgm:pt>
    <dgm:pt modelId="{3248D684-3442-492A-BA56-801051C4B599}" type="pres">
      <dgm:prSet presAssocID="{A09A06B2-B825-494E-9666-90C36140C61C}" presName="connectorText" presStyleLbl="sibTrans2D1" presStyleIdx="2" presStyleCnt="3"/>
      <dgm:spPr/>
    </dgm:pt>
    <dgm:pt modelId="{4DE8B2C0-1A99-4CFB-B302-F9C79AF55F52}" type="pres">
      <dgm:prSet presAssocID="{5096D9FE-A011-448D-B6EA-2E641D21AD53}" presName="node" presStyleLbl="node1" presStyleIdx="3" presStyleCnt="4">
        <dgm:presLayoutVars>
          <dgm:bulletEnabled val="1"/>
        </dgm:presLayoutVars>
      </dgm:prSet>
      <dgm:spPr/>
    </dgm:pt>
  </dgm:ptLst>
  <dgm:cxnLst>
    <dgm:cxn modelId="{5F67311A-C1FF-479A-873C-35671333D1B9}" type="presOf" srcId="{1D972621-7855-4F63-91EF-F25AA97DBB2E}" destId="{E57DBC93-6F8A-4A20-A958-3245F44051EB}" srcOrd="0" destOrd="0" presId="urn:microsoft.com/office/officeart/2005/8/layout/process2"/>
    <dgm:cxn modelId="{24C8EC21-000B-4206-B0E0-43DE5F408D73}" srcId="{DE07F21E-54E6-450D-952D-863DC6A22481}" destId="{C3FA284A-7928-4BEB-A5E6-28059976128B}" srcOrd="0" destOrd="0" parTransId="{0219250C-014E-420A-B5EC-8A2D32C1377D}" sibTransId="{1D972621-7855-4F63-91EF-F25AA97DBB2E}"/>
    <dgm:cxn modelId="{3C0A6522-D071-42A6-90C2-3DD72F4F055F}" type="presOf" srcId="{1D972621-7855-4F63-91EF-F25AA97DBB2E}" destId="{E9ABEDA3-A750-435A-BDF9-193BB162D3B8}" srcOrd="1" destOrd="0" presId="urn:microsoft.com/office/officeart/2005/8/layout/process2"/>
    <dgm:cxn modelId="{B129AE26-6657-4FE9-B715-BE79474E4C0A}" srcId="{DE07F21E-54E6-450D-952D-863DC6A22481}" destId="{38E6CCBD-0B38-4F0B-B927-912C1E599C64}" srcOrd="1" destOrd="0" parTransId="{640D5950-FAD9-4CDC-AA7A-CE5B94D6ED15}" sibTransId="{DACF1DA2-697F-4BA5-91FA-7A4A808DEB2B}"/>
    <dgm:cxn modelId="{AD65F82B-DF13-42F5-9A71-92906B8055AA}" type="presOf" srcId="{C3FA284A-7928-4BEB-A5E6-28059976128B}" destId="{B35F57D9-DBBF-4F21-BCAF-6057EF4E3B53}" srcOrd="0" destOrd="0" presId="urn:microsoft.com/office/officeart/2005/8/layout/process2"/>
    <dgm:cxn modelId="{86D84130-7EE9-4300-AEE8-24D0D09F9E78}" type="presOf" srcId="{7F7194D5-9478-477F-A284-343ABF02ABF1}" destId="{1B33B17F-12E0-4756-A4C3-414E81265479}" srcOrd="0" destOrd="0" presId="urn:microsoft.com/office/officeart/2005/8/layout/process2"/>
    <dgm:cxn modelId="{D19A3E64-EF50-4ED0-96FB-B16FA11EA546}" type="presOf" srcId="{A09A06B2-B825-494E-9666-90C36140C61C}" destId="{3248D684-3442-492A-BA56-801051C4B599}" srcOrd="1" destOrd="0" presId="urn:microsoft.com/office/officeart/2005/8/layout/process2"/>
    <dgm:cxn modelId="{6729F34C-7DC4-4310-9AD7-733CAD69EDB8}" type="presOf" srcId="{5096D9FE-A011-448D-B6EA-2E641D21AD53}" destId="{4DE8B2C0-1A99-4CFB-B302-F9C79AF55F52}" srcOrd="0" destOrd="0" presId="urn:microsoft.com/office/officeart/2005/8/layout/process2"/>
    <dgm:cxn modelId="{845BC854-7B0B-49E6-88F8-90919A9CF0FC}" srcId="{DE07F21E-54E6-450D-952D-863DC6A22481}" destId="{7F7194D5-9478-477F-A284-343ABF02ABF1}" srcOrd="2" destOrd="0" parTransId="{7794EA63-6257-402B-9FE6-493D2960FAD1}" sibTransId="{A09A06B2-B825-494E-9666-90C36140C61C}"/>
    <dgm:cxn modelId="{914BE685-DEF3-444B-B7C1-646458C6C2C8}" type="presOf" srcId="{DACF1DA2-697F-4BA5-91FA-7A4A808DEB2B}" destId="{8599A508-13F9-4E6B-AA96-46AF5EC1A546}" srcOrd="0" destOrd="0" presId="urn:microsoft.com/office/officeart/2005/8/layout/process2"/>
    <dgm:cxn modelId="{C83ED688-C7B2-4F78-A694-EDDCEBA7A0C9}" type="presOf" srcId="{DE07F21E-54E6-450D-952D-863DC6A22481}" destId="{83B017D6-0ABC-4F7B-8BCB-1870E3A6D32C}" srcOrd="0" destOrd="0" presId="urn:microsoft.com/office/officeart/2005/8/layout/process2"/>
    <dgm:cxn modelId="{A96D8E92-2022-4E63-BFEB-691C4C65904B}" type="presOf" srcId="{DACF1DA2-697F-4BA5-91FA-7A4A808DEB2B}" destId="{FDAB5338-DD2D-4333-A9A4-7E0320981A8E}" srcOrd="1" destOrd="0" presId="urn:microsoft.com/office/officeart/2005/8/layout/process2"/>
    <dgm:cxn modelId="{6EE1E195-5974-42CE-9C31-BB9616514959}" srcId="{DE07F21E-54E6-450D-952D-863DC6A22481}" destId="{5096D9FE-A011-448D-B6EA-2E641D21AD53}" srcOrd="3" destOrd="0" parTransId="{24AFD0E8-EC72-4400-8923-10280D226E61}" sibTransId="{6CBE9495-3E2C-4219-8F3E-3126ED26B496}"/>
    <dgm:cxn modelId="{572D3FB0-56B6-4D6D-9FA8-0B915A181073}" type="presOf" srcId="{A09A06B2-B825-494E-9666-90C36140C61C}" destId="{9AA24681-98B4-4D1A-A913-532E7C324CF2}" srcOrd="0" destOrd="0" presId="urn:microsoft.com/office/officeart/2005/8/layout/process2"/>
    <dgm:cxn modelId="{D9F1EDBF-3D44-4FB4-9416-E8A2767DCA5B}" type="presOf" srcId="{38E6CCBD-0B38-4F0B-B927-912C1E599C64}" destId="{EC4C3233-1FFD-4606-BBAA-EF00A6E53AD2}" srcOrd="0" destOrd="0" presId="urn:microsoft.com/office/officeart/2005/8/layout/process2"/>
    <dgm:cxn modelId="{05A4F4E7-20FC-43F0-BE5D-48935BC760EA}" type="presParOf" srcId="{83B017D6-0ABC-4F7B-8BCB-1870E3A6D32C}" destId="{B35F57D9-DBBF-4F21-BCAF-6057EF4E3B53}" srcOrd="0" destOrd="0" presId="urn:microsoft.com/office/officeart/2005/8/layout/process2"/>
    <dgm:cxn modelId="{448419B8-FF21-43AC-A79E-18AA726334B4}" type="presParOf" srcId="{83B017D6-0ABC-4F7B-8BCB-1870E3A6D32C}" destId="{E57DBC93-6F8A-4A20-A958-3245F44051EB}" srcOrd="1" destOrd="0" presId="urn:microsoft.com/office/officeart/2005/8/layout/process2"/>
    <dgm:cxn modelId="{FF7379E1-8467-4E95-ABF9-7501C941BFDB}" type="presParOf" srcId="{E57DBC93-6F8A-4A20-A958-3245F44051EB}" destId="{E9ABEDA3-A750-435A-BDF9-193BB162D3B8}" srcOrd="0" destOrd="0" presId="urn:microsoft.com/office/officeart/2005/8/layout/process2"/>
    <dgm:cxn modelId="{BBBB11E1-5AE1-4DF4-B292-FF0E51747840}" type="presParOf" srcId="{83B017D6-0ABC-4F7B-8BCB-1870E3A6D32C}" destId="{EC4C3233-1FFD-4606-BBAA-EF00A6E53AD2}" srcOrd="2" destOrd="0" presId="urn:microsoft.com/office/officeart/2005/8/layout/process2"/>
    <dgm:cxn modelId="{A045A973-A662-44D7-8498-DE36EBF28B6D}" type="presParOf" srcId="{83B017D6-0ABC-4F7B-8BCB-1870E3A6D32C}" destId="{8599A508-13F9-4E6B-AA96-46AF5EC1A546}" srcOrd="3" destOrd="0" presId="urn:microsoft.com/office/officeart/2005/8/layout/process2"/>
    <dgm:cxn modelId="{8CD32EDB-03B7-40EE-980D-93F03C7307E0}" type="presParOf" srcId="{8599A508-13F9-4E6B-AA96-46AF5EC1A546}" destId="{FDAB5338-DD2D-4333-A9A4-7E0320981A8E}" srcOrd="0" destOrd="0" presId="urn:microsoft.com/office/officeart/2005/8/layout/process2"/>
    <dgm:cxn modelId="{43EA4E06-6A71-44E2-AD5C-04E89211B9B4}" type="presParOf" srcId="{83B017D6-0ABC-4F7B-8BCB-1870E3A6D32C}" destId="{1B33B17F-12E0-4756-A4C3-414E81265479}" srcOrd="4" destOrd="0" presId="urn:microsoft.com/office/officeart/2005/8/layout/process2"/>
    <dgm:cxn modelId="{8607139E-2BF5-4E8C-B947-6C56E4DE138B}" type="presParOf" srcId="{83B017D6-0ABC-4F7B-8BCB-1870E3A6D32C}" destId="{9AA24681-98B4-4D1A-A913-532E7C324CF2}" srcOrd="5" destOrd="0" presId="urn:microsoft.com/office/officeart/2005/8/layout/process2"/>
    <dgm:cxn modelId="{7D75CD27-24A7-4390-90E3-72BCABA12998}" type="presParOf" srcId="{9AA24681-98B4-4D1A-A913-532E7C324CF2}" destId="{3248D684-3442-492A-BA56-801051C4B599}" srcOrd="0" destOrd="0" presId="urn:microsoft.com/office/officeart/2005/8/layout/process2"/>
    <dgm:cxn modelId="{81CD94DD-AA29-4CF8-A9CD-B1BD2DC4E3F9}" type="presParOf" srcId="{83B017D6-0ABC-4F7B-8BCB-1870E3A6D32C}" destId="{4DE8B2C0-1A99-4CFB-B302-F9C79AF55F52}" srcOrd="6"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6B091AF0-337B-491B-BD18-21A348B76529}" type="doc">
      <dgm:prSet loTypeId="urn:microsoft.com/office/officeart/2005/8/layout/hList6" loCatId="list" qsTypeId="urn:microsoft.com/office/officeart/2005/8/quickstyle/simple3" qsCatId="simple" csTypeId="urn:microsoft.com/office/officeart/2005/8/colors/colorful2" csCatId="colorful" phldr="1"/>
      <dgm:spPr/>
      <dgm:t>
        <a:bodyPr/>
        <a:lstStyle/>
        <a:p>
          <a:endParaRPr lang="ru-BY"/>
        </a:p>
      </dgm:t>
    </dgm:pt>
    <dgm:pt modelId="{73E14147-16CC-4FA5-AB08-DE7CCF6AE894}">
      <dgm:prSet phldrT="[Текст]" custT="1"/>
      <dgm:spPr/>
      <dgm:t>
        <a:bodyPr/>
        <a:lstStyle/>
        <a:p>
          <a:r>
            <a:rPr lang="ru-RU" sz="1400" dirty="0"/>
            <a:t>Формирование архитектуры</a:t>
          </a:r>
          <a:endParaRPr lang="ru-BY" sz="1400" dirty="0"/>
        </a:p>
      </dgm:t>
    </dgm:pt>
    <dgm:pt modelId="{1EA6948C-7EAB-4435-874A-F281CB4C3A63}" type="parTrans" cxnId="{23A1A461-1B7E-42EA-8CBD-36A5B2205328}">
      <dgm:prSet/>
      <dgm:spPr/>
      <dgm:t>
        <a:bodyPr/>
        <a:lstStyle/>
        <a:p>
          <a:endParaRPr lang="ru-BY" sz="1400"/>
        </a:p>
      </dgm:t>
    </dgm:pt>
    <dgm:pt modelId="{9A2A81A6-EE45-49FB-84B4-94C2F8BFBD52}" type="sibTrans" cxnId="{23A1A461-1B7E-42EA-8CBD-36A5B2205328}">
      <dgm:prSet/>
      <dgm:spPr/>
      <dgm:t>
        <a:bodyPr/>
        <a:lstStyle/>
        <a:p>
          <a:endParaRPr lang="ru-BY" sz="1400"/>
        </a:p>
      </dgm:t>
    </dgm:pt>
    <dgm:pt modelId="{EABFCE2B-3E00-4BB0-B095-0F27F6987DA3}">
      <dgm:prSet custT="1"/>
      <dgm:spPr/>
      <dgm:t>
        <a:bodyPr/>
        <a:lstStyle/>
        <a:p>
          <a:r>
            <a:rPr lang="ru-RU" sz="1400" dirty="0"/>
            <a:t>Определение основных компонентов и их структурное взаимодействие.</a:t>
          </a:r>
          <a:endParaRPr lang="ru-BY" sz="1400" dirty="0"/>
        </a:p>
      </dgm:t>
    </dgm:pt>
    <dgm:pt modelId="{187E4E6F-C4BB-4D74-86DB-B8885AAE2CC0}" type="parTrans" cxnId="{5D6C95E7-96CA-4095-BFC6-4DD525D0715F}">
      <dgm:prSet/>
      <dgm:spPr/>
      <dgm:t>
        <a:bodyPr/>
        <a:lstStyle/>
        <a:p>
          <a:endParaRPr lang="ru-BY" sz="1400"/>
        </a:p>
      </dgm:t>
    </dgm:pt>
    <dgm:pt modelId="{E5B4DA6D-A21D-433C-88B2-8704DBD434BE}" type="sibTrans" cxnId="{5D6C95E7-96CA-4095-BFC6-4DD525D0715F}">
      <dgm:prSet/>
      <dgm:spPr/>
      <dgm:t>
        <a:bodyPr/>
        <a:lstStyle/>
        <a:p>
          <a:endParaRPr lang="ru-BY" sz="1400"/>
        </a:p>
      </dgm:t>
    </dgm:pt>
    <dgm:pt modelId="{280BB2B5-227A-4D85-B20A-6EFAD2C8F22A}">
      <dgm:prSet custT="1"/>
      <dgm:spPr/>
      <dgm:t>
        <a:bodyPr/>
        <a:lstStyle/>
        <a:p>
          <a:r>
            <a:rPr lang="ru-RU" sz="1400" dirty="0"/>
            <a:t>Разработка логики взаимодействия</a:t>
          </a:r>
          <a:endParaRPr lang="ru-BY" sz="1400" dirty="0"/>
        </a:p>
      </dgm:t>
    </dgm:pt>
    <dgm:pt modelId="{57060DBE-D741-40EE-B8C8-374BEDE75CFE}" type="parTrans" cxnId="{E32C590F-91A2-4D48-A7F5-4206EED267A2}">
      <dgm:prSet/>
      <dgm:spPr/>
      <dgm:t>
        <a:bodyPr/>
        <a:lstStyle/>
        <a:p>
          <a:endParaRPr lang="ru-BY" sz="1400"/>
        </a:p>
      </dgm:t>
    </dgm:pt>
    <dgm:pt modelId="{0768A0DD-BE4C-4B9A-8547-2F156A4D42F3}" type="sibTrans" cxnId="{E32C590F-91A2-4D48-A7F5-4206EED267A2}">
      <dgm:prSet/>
      <dgm:spPr/>
      <dgm:t>
        <a:bodyPr/>
        <a:lstStyle/>
        <a:p>
          <a:endParaRPr lang="ru-BY" sz="1400"/>
        </a:p>
      </dgm:t>
    </dgm:pt>
    <dgm:pt modelId="{7FEF256A-A64A-4193-9364-EA016726B3EC}">
      <dgm:prSet custT="1"/>
      <dgm:spPr/>
      <dgm:t>
        <a:bodyPr/>
        <a:lstStyle/>
        <a:p>
          <a:r>
            <a:rPr lang="ru-RU" sz="1400" dirty="0"/>
            <a:t>Проектирование механизмов взаимодействия между элементами системы.</a:t>
          </a:r>
          <a:endParaRPr lang="ru-BY" sz="1400" dirty="0"/>
        </a:p>
      </dgm:t>
    </dgm:pt>
    <dgm:pt modelId="{547469B0-D1E4-4793-8897-8E6F1D9EC670}" type="parTrans" cxnId="{C791762E-A6C7-410D-924B-D27E63BC1E29}">
      <dgm:prSet/>
      <dgm:spPr/>
      <dgm:t>
        <a:bodyPr/>
        <a:lstStyle/>
        <a:p>
          <a:endParaRPr lang="ru-BY" sz="1400"/>
        </a:p>
      </dgm:t>
    </dgm:pt>
    <dgm:pt modelId="{DE7E22C1-5237-425C-B479-3D184FB6F97D}" type="sibTrans" cxnId="{C791762E-A6C7-410D-924B-D27E63BC1E29}">
      <dgm:prSet/>
      <dgm:spPr/>
      <dgm:t>
        <a:bodyPr/>
        <a:lstStyle/>
        <a:p>
          <a:endParaRPr lang="ru-BY" sz="1400"/>
        </a:p>
      </dgm:t>
    </dgm:pt>
    <dgm:pt modelId="{D511CE58-D737-4ABA-BA36-B364107D4F63}">
      <dgm:prSet custT="1"/>
      <dgm:spPr/>
      <dgm:t>
        <a:bodyPr/>
        <a:lstStyle/>
        <a:p>
          <a:r>
            <a:rPr lang="ru-RU" sz="1400" dirty="0"/>
            <a:t>Выбор технологий разработки</a:t>
          </a:r>
          <a:endParaRPr lang="ru-BY" sz="1400" dirty="0"/>
        </a:p>
      </dgm:t>
    </dgm:pt>
    <dgm:pt modelId="{4F4ED53E-2157-4CAA-9781-340C1E640B61}" type="parTrans" cxnId="{FB979267-16E5-4E2D-8EEE-384823A937E2}">
      <dgm:prSet/>
      <dgm:spPr/>
      <dgm:t>
        <a:bodyPr/>
        <a:lstStyle/>
        <a:p>
          <a:endParaRPr lang="ru-BY" sz="1400"/>
        </a:p>
      </dgm:t>
    </dgm:pt>
    <dgm:pt modelId="{3A58D14B-8966-49D9-AC99-2F4FD621EE2C}" type="sibTrans" cxnId="{FB979267-16E5-4E2D-8EEE-384823A937E2}">
      <dgm:prSet/>
      <dgm:spPr/>
      <dgm:t>
        <a:bodyPr/>
        <a:lstStyle/>
        <a:p>
          <a:endParaRPr lang="ru-BY" sz="1400"/>
        </a:p>
      </dgm:t>
    </dgm:pt>
    <dgm:pt modelId="{0007D424-C771-407F-A156-AD9A39B37BAD}">
      <dgm:prSet custT="1"/>
      <dgm:spPr/>
      <dgm:t>
        <a:bodyPr/>
        <a:lstStyle/>
        <a:p>
          <a:r>
            <a:rPr lang="ru-RU" sz="1400" dirty="0"/>
            <a:t>Определение инструментов и платформ, необходимых для реализации проекта.</a:t>
          </a:r>
          <a:endParaRPr lang="ru-BY" sz="1400" dirty="0"/>
        </a:p>
      </dgm:t>
    </dgm:pt>
    <dgm:pt modelId="{BD4B8717-46B6-4D4D-91E2-9A2FFB08B30B}" type="parTrans" cxnId="{251C7A2B-0020-4270-842C-D43A530630F9}">
      <dgm:prSet/>
      <dgm:spPr/>
      <dgm:t>
        <a:bodyPr/>
        <a:lstStyle/>
        <a:p>
          <a:endParaRPr lang="ru-BY" sz="1400"/>
        </a:p>
      </dgm:t>
    </dgm:pt>
    <dgm:pt modelId="{2A789523-A815-42C8-AE23-C6C4C3F20116}" type="sibTrans" cxnId="{251C7A2B-0020-4270-842C-D43A530630F9}">
      <dgm:prSet/>
      <dgm:spPr/>
      <dgm:t>
        <a:bodyPr/>
        <a:lstStyle/>
        <a:p>
          <a:endParaRPr lang="ru-BY" sz="1400"/>
        </a:p>
      </dgm:t>
    </dgm:pt>
    <dgm:pt modelId="{497952C5-66BE-47CD-9522-41D8158484BD}">
      <dgm:prSet custT="1"/>
      <dgm:spPr/>
      <dgm:t>
        <a:bodyPr/>
        <a:lstStyle/>
        <a:p>
          <a:r>
            <a:rPr lang="ru-RU" sz="1400" dirty="0"/>
            <a:t>Проектирование пользовательских интерфейсов</a:t>
          </a:r>
          <a:endParaRPr lang="ru-BY" sz="1400" dirty="0"/>
        </a:p>
      </dgm:t>
    </dgm:pt>
    <dgm:pt modelId="{4AB891FC-7D0E-4B78-9AEC-70A15D794744}" type="parTrans" cxnId="{12F0EDF5-753D-466B-88FD-BC526FF607B5}">
      <dgm:prSet/>
      <dgm:spPr/>
      <dgm:t>
        <a:bodyPr/>
        <a:lstStyle/>
        <a:p>
          <a:endParaRPr lang="ru-BY" sz="1400"/>
        </a:p>
      </dgm:t>
    </dgm:pt>
    <dgm:pt modelId="{DADC1E54-B814-4D72-8861-F4886AF698F7}" type="sibTrans" cxnId="{12F0EDF5-753D-466B-88FD-BC526FF607B5}">
      <dgm:prSet/>
      <dgm:spPr/>
      <dgm:t>
        <a:bodyPr/>
        <a:lstStyle/>
        <a:p>
          <a:endParaRPr lang="ru-BY" sz="1400"/>
        </a:p>
      </dgm:t>
    </dgm:pt>
    <dgm:pt modelId="{CBA756CA-DEDA-48FA-94D0-6FEA5247BBD8}">
      <dgm:prSet custT="1"/>
      <dgm:spPr/>
      <dgm:t>
        <a:bodyPr/>
        <a:lstStyle/>
        <a:p>
          <a:r>
            <a:rPr lang="ru-RU" sz="1400" dirty="0"/>
            <a:t>Создание интуитивно понятных и функциональных интерфейсов для пользователей.</a:t>
          </a:r>
          <a:endParaRPr lang="ru-BY" sz="1400" dirty="0"/>
        </a:p>
      </dgm:t>
    </dgm:pt>
    <dgm:pt modelId="{02167A3E-227C-4931-B4C9-2970BB021D1E}" type="parTrans" cxnId="{66F96203-12F2-455A-9D1F-C7AAAF02AB5E}">
      <dgm:prSet/>
      <dgm:spPr/>
      <dgm:t>
        <a:bodyPr/>
        <a:lstStyle/>
        <a:p>
          <a:endParaRPr lang="ru-BY" sz="1400"/>
        </a:p>
      </dgm:t>
    </dgm:pt>
    <dgm:pt modelId="{85BA6805-78E8-4AE8-8900-41C0FAB86AEA}" type="sibTrans" cxnId="{66F96203-12F2-455A-9D1F-C7AAAF02AB5E}">
      <dgm:prSet/>
      <dgm:spPr/>
      <dgm:t>
        <a:bodyPr/>
        <a:lstStyle/>
        <a:p>
          <a:endParaRPr lang="ru-BY" sz="1400"/>
        </a:p>
      </dgm:t>
    </dgm:pt>
    <dgm:pt modelId="{5EBCB4AC-89CB-41FE-A738-3441C1EAFD47}">
      <dgm:prSet custT="1"/>
      <dgm:spPr/>
      <dgm:t>
        <a:bodyPr/>
        <a:lstStyle/>
        <a:p>
          <a:r>
            <a:rPr lang="ru-RU" sz="1400" dirty="0"/>
            <a:t>Определение структуры данных</a:t>
          </a:r>
          <a:endParaRPr lang="ru-BY" sz="1400" dirty="0"/>
        </a:p>
      </dgm:t>
    </dgm:pt>
    <dgm:pt modelId="{EE3CDC02-FBF8-4586-8676-34049D931223}" type="parTrans" cxnId="{25DD29CE-B880-4202-A30F-6B605961E3D3}">
      <dgm:prSet/>
      <dgm:spPr/>
      <dgm:t>
        <a:bodyPr/>
        <a:lstStyle/>
        <a:p>
          <a:endParaRPr lang="ru-BY" sz="1400"/>
        </a:p>
      </dgm:t>
    </dgm:pt>
    <dgm:pt modelId="{82543C5F-1EEA-4866-BD13-A2BE48DD8751}" type="sibTrans" cxnId="{25DD29CE-B880-4202-A30F-6B605961E3D3}">
      <dgm:prSet/>
      <dgm:spPr/>
      <dgm:t>
        <a:bodyPr/>
        <a:lstStyle/>
        <a:p>
          <a:endParaRPr lang="ru-BY" sz="1400"/>
        </a:p>
      </dgm:t>
    </dgm:pt>
    <dgm:pt modelId="{E93E04C4-A92A-4792-8DDF-ED571679EEF3}">
      <dgm:prSet custT="1"/>
      <dgm:spPr/>
      <dgm:t>
        <a:bodyPr/>
        <a:lstStyle/>
        <a:p>
          <a:r>
            <a:rPr lang="ru-RU" sz="1400" dirty="0"/>
            <a:t>Установление порядка хранения, обработки и управления данными в системе.</a:t>
          </a:r>
          <a:endParaRPr lang="ru-BY" sz="1400" dirty="0"/>
        </a:p>
      </dgm:t>
    </dgm:pt>
    <dgm:pt modelId="{B1A06957-2998-4B38-B8B3-B193FACD66DB}" type="parTrans" cxnId="{6CA28FC4-C95B-419B-AA89-7CBA67370AF2}">
      <dgm:prSet/>
      <dgm:spPr/>
      <dgm:t>
        <a:bodyPr/>
        <a:lstStyle/>
        <a:p>
          <a:endParaRPr lang="ru-BY" sz="1400"/>
        </a:p>
      </dgm:t>
    </dgm:pt>
    <dgm:pt modelId="{F48B73CF-0219-4F3F-908F-139D434FC05E}" type="sibTrans" cxnId="{6CA28FC4-C95B-419B-AA89-7CBA67370AF2}">
      <dgm:prSet/>
      <dgm:spPr/>
      <dgm:t>
        <a:bodyPr/>
        <a:lstStyle/>
        <a:p>
          <a:endParaRPr lang="ru-BY" sz="1400"/>
        </a:p>
      </dgm:t>
    </dgm:pt>
    <dgm:pt modelId="{D5AB5329-0B25-4112-9BC0-572BBFA6CACF}" type="pres">
      <dgm:prSet presAssocID="{6B091AF0-337B-491B-BD18-21A348B76529}" presName="Name0" presStyleCnt="0">
        <dgm:presLayoutVars>
          <dgm:dir/>
          <dgm:resizeHandles val="exact"/>
        </dgm:presLayoutVars>
      </dgm:prSet>
      <dgm:spPr/>
    </dgm:pt>
    <dgm:pt modelId="{F4A0A4AC-C515-42FD-88BC-1DF8D651EEBF}" type="pres">
      <dgm:prSet presAssocID="{73E14147-16CC-4FA5-AB08-DE7CCF6AE894}" presName="node" presStyleLbl="node1" presStyleIdx="0" presStyleCnt="5">
        <dgm:presLayoutVars>
          <dgm:bulletEnabled val="1"/>
        </dgm:presLayoutVars>
      </dgm:prSet>
      <dgm:spPr/>
    </dgm:pt>
    <dgm:pt modelId="{65CCB0C4-8AA9-4CB2-9A44-F18D6EBD8BE5}" type="pres">
      <dgm:prSet presAssocID="{9A2A81A6-EE45-49FB-84B4-94C2F8BFBD52}" presName="sibTrans" presStyleCnt="0"/>
      <dgm:spPr/>
    </dgm:pt>
    <dgm:pt modelId="{50A2975A-CF76-456A-B9DB-76509185D15A}" type="pres">
      <dgm:prSet presAssocID="{280BB2B5-227A-4D85-B20A-6EFAD2C8F22A}" presName="node" presStyleLbl="node1" presStyleIdx="1" presStyleCnt="5">
        <dgm:presLayoutVars>
          <dgm:bulletEnabled val="1"/>
        </dgm:presLayoutVars>
      </dgm:prSet>
      <dgm:spPr/>
    </dgm:pt>
    <dgm:pt modelId="{38BB9D72-74DE-4985-BEEF-2C57FC1C6CD7}" type="pres">
      <dgm:prSet presAssocID="{0768A0DD-BE4C-4B9A-8547-2F156A4D42F3}" presName="sibTrans" presStyleCnt="0"/>
      <dgm:spPr/>
    </dgm:pt>
    <dgm:pt modelId="{7DA3352F-21C8-4533-AE6F-5606B24A949E}" type="pres">
      <dgm:prSet presAssocID="{D511CE58-D737-4ABA-BA36-B364107D4F63}" presName="node" presStyleLbl="node1" presStyleIdx="2" presStyleCnt="5">
        <dgm:presLayoutVars>
          <dgm:bulletEnabled val="1"/>
        </dgm:presLayoutVars>
      </dgm:prSet>
      <dgm:spPr/>
    </dgm:pt>
    <dgm:pt modelId="{1B2BE5B2-EC1A-4951-99FE-F7BAE0F670B3}" type="pres">
      <dgm:prSet presAssocID="{3A58D14B-8966-49D9-AC99-2F4FD621EE2C}" presName="sibTrans" presStyleCnt="0"/>
      <dgm:spPr/>
    </dgm:pt>
    <dgm:pt modelId="{ED147592-F9A9-425F-B6CC-86EED843E20B}" type="pres">
      <dgm:prSet presAssocID="{497952C5-66BE-47CD-9522-41D8158484BD}" presName="node" presStyleLbl="node1" presStyleIdx="3" presStyleCnt="5">
        <dgm:presLayoutVars>
          <dgm:bulletEnabled val="1"/>
        </dgm:presLayoutVars>
      </dgm:prSet>
      <dgm:spPr/>
    </dgm:pt>
    <dgm:pt modelId="{CC6E5ACE-8E40-4777-B0CE-6B5A9A35C504}" type="pres">
      <dgm:prSet presAssocID="{DADC1E54-B814-4D72-8861-F4886AF698F7}" presName="sibTrans" presStyleCnt="0"/>
      <dgm:spPr/>
    </dgm:pt>
    <dgm:pt modelId="{E54B8A64-6F60-47AF-AE18-38C8E39374F6}" type="pres">
      <dgm:prSet presAssocID="{5EBCB4AC-89CB-41FE-A738-3441C1EAFD47}" presName="node" presStyleLbl="node1" presStyleIdx="4" presStyleCnt="5">
        <dgm:presLayoutVars>
          <dgm:bulletEnabled val="1"/>
        </dgm:presLayoutVars>
      </dgm:prSet>
      <dgm:spPr/>
    </dgm:pt>
  </dgm:ptLst>
  <dgm:cxnLst>
    <dgm:cxn modelId="{66F96203-12F2-455A-9D1F-C7AAAF02AB5E}" srcId="{497952C5-66BE-47CD-9522-41D8158484BD}" destId="{CBA756CA-DEDA-48FA-94D0-6FEA5247BBD8}" srcOrd="0" destOrd="0" parTransId="{02167A3E-227C-4931-B4C9-2970BB021D1E}" sibTransId="{85BA6805-78E8-4AE8-8900-41C0FAB86AEA}"/>
    <dgm:cxn modelId="{E50F6F06-9690-4420-A27C-16EC4F3C40BE}" type="presOf" srcId="{0007D424-C771-407F-A156-AD9A39B37BAD}" destId="{7DA3352F-21C8-4533-AE6F-5606B24A949E}" srcOrd="0" destOrd="1" presId="urn:microsoft.com/office/officeart/2005/8/layout/hList6"/>
    <dgm:cxn modelId="{B4E7C607-E5A8-4C02-94A4-7B28651EF075}" type="presOf" srcId="{7FEF256A-A64A-4193-9364-EA016726B3EC}" destId="{50A2975A-CF76-456A-B9DB-76509185D15A}" srcOrd="0" destOrd="1" presId="urn:microsoft.com/office/officeart/2005/8/layout/hList6"/>
    <dgm:cxn modelId="{E32C590F-91A2-4D48-A7F5-4206EED267A2}" srcId="{6B091AF0-337B-491B-BD18-21A348B76529}" destId="{280BB2B5-227A-4D85-B20A-6EFAD2C8F22A}" srcOrd="1" destOrd="0" parTransId="{57060DBE-D741-40EE-B8C8-374BEDE75CFE}" sibTransId="{0768A0DD-BE4C-4B9A-8547-2F156A4D42F3}"/>
    <dgm:cxn modelId="{251C7A2B-0020-4270-842C-D43A530630F9}" srcId="{D511CE58-D737-4ABA-BA36-B364107D4F63}" destId="{0007D424-C771-407F-A156-AD9A39B37BAD}" srcOrd="0" destOrd="0" parTransId="{BD4B8717-46B6-4D4D-91E2-9A2FFB08B30B}" sibTransId="{2A789523-A815-42C8-AE23-C6C4C3F20116}"/>
    <dgm:cxn modelId="{C791762E-A6C7-410D-924B-D27E63BC1E29}" srcId="{280BB2B5-227A-4D85-B20A-6EFAD2C8F22A}" destId="{7FEF256A-A64A-4193-9364-EA016726B3EC}" srcOrd="0" destOrd="0" parTransId="{547469B0-D1E4-4793-8897-8E6F1D9EC670}" sibTransId="{DE7E22C1-5237-425C-B479-3D184FB6F97D}"/>
    <dgm:cxn modelId="{94CAC65E-9F05-47AB-92A5-3FE0C7CD86C2}" type="presOf" srcId="{CBA756CA-DEDA-48FA-94D0-6FEA5247BBD8}" destId="{ED147592-F9A9-425F-B6CC-86EED843E20B}" srcOrd="0" destOrd="1" presId="urn:microsoft.com/office/officeart/2005/8/layout/hList6"/>
    <dgm:cxn modelId="{23A1A461-1B7E-42EA-8CBD-36A5B2205328}" srcId="{6B091AF0-337B-491B-BD18-21A348B76529}" destId="{73E14147-16CC-4FA5-AB08-DE7CCF6AE894}" srcOrd="0" destOrd="0" parTransId="{1EA6948C-7EAB-4435-874A-F281CB4C3A63}" sibTransId="{9A2A81A6-EE45-49FB-84B4-94C2F8BFBD52}"/>
    <dgm:cxn modelId="{FB979267-16E5-4E2D-8EEE-384823A937E2}" srcId="{6B091AF0-337B-491B-BD18-21A348B76529}" destId="{D511CE58-D737-4ABA-BA36-B364107D4F63}" srcOrd="2" destOrd="0" parTransId="{4F4ED53E-2157-4CAA-9781-340C1E640B61}" sibTransId="{3A58D14B-8966-49D9-AC99-2F4FD621EE2C}"/>
    <dgm:cxn modelId="{FE000053-C24B-4221-A91E-2C07B046E667}" type="presOf" srcId="{73E14147-16CC-4FA5-AB08-DE7CCF6AE894}" destId="{F4A0A4AC-C515-42FD-88BC-1DF8D651EEBF}" srcOrd="0" destOrd="0" presId="urn:microsoft.com/office/officeart/2005/8/layout/hList6"/>
    <dgm:cxn modelId="{51886F7C-315D-4875-9F42-8B4E6B2EA77D}" type="presOf" srcId="{497952C5-66BE-47CD-9522-41D8158484BD}" destId="{ED147592-F9A9-425F-B6CC-86EED843E20B}" srcOrd="0" destOrd="0" presId="urn:microsoft.com/office/officeart/2005/8/layout/hList6"/>
    <dgm:cxn modelId="{F214AC7F-2277-4086-BFCC-FD986070C88B}" type="presOf" srcId="{5EBCB4AC-89CB-41FE-A738-3441C1EAFD47}" destId="{E54B8A64-6F60-47AF-AE18-38C8E39374F6}" srcOrd="0" destOrd="0" presId="urn:microsoft.com/office/officeart/2005/8/layout/hList6"/>
    <dgm:cxn modelId="{5603E99A-E26E-4A22-8575-BCC024AE2F1F}" type="presOf" srcId="{280BB2B5-227A-4D85-B20A-6EFAD2C8F22A}" destId="{50A2975A-CF76-456A-B9DB-76509185D15A}" srcOrd="0" destOrd="0" presId="urn:microsoft.com/office/officeart/2005/8/layout/hList6"/>
    <dgm:cxn modelId="{D1D8779E-11B8-4B26-8EBE-D288B11A3779}" type="presOf" srcId="{D511CE58-D737-4ABA-BA36-B364107D4F63}" destId="{7DA3352F-21C8-4533-AE6F-5606B24A949E}" srcOrd="0" destOrd="0" presId="urn:microsoft.com/office/officeart/2005/8/layout/hList6"/>
    <dgm:cxn modelId="{6CA28FC4-C95B-419B-AA89-7CBA67370AF2}" srcId="{5EBCB4AC-89CB-41FE-A738-3441C1EAFD47}" destId="{E93E04C4-A92A-4792-8DDF-ED571679EEF3}" srcOrd="0" destOrd="0" parTransId="{B1A06957-2998-4B38-B8B3-B193FACD66DB}" sibTransId="{F48B73CF-0219-4F3F-908F-139D434FC05E}"/>
    <dgm:cxn modelId="{2C9829C7-1C4B-449D-9277-1E301672A4B8}" type="presOf" srcId="{E93E04C4-A92A-4792-8DDF-ED571679EEF3}" destId="{E54B8A64-6F60-47AF-AE18-38C8E39374F6}" srcOrd="0" destOrd="1" presId="urn:microsoft.com/office/officeart/2005/8/layout/hList6"/>
    <dgm:cxn modelId="{63AEDCC7-AD54-49BD-BBF5-9A6B976F7E18}" type="presOf" srcId="{6B091AF0-337B-491B-BD18-21A348B76529}" destId="{D5AB5329-0B25-4112-9BC0-572BBFA6CACF}" srcOrd="0" destOrd="0" presId="urn:microsoft.com/office/officeart/2005/8/layout/hList6"/>
    <dgm:cxn modelId="{25DD29CE-B880-4202-A30F-6B605961E3D3}" srcId="{6B091AF0-337B-491B-BD18-21A348B76529}" destId="{5EBCB4AC-89CB-41FE-A738-3441C1EAFD47}" srcOrd="4" destOrd="0" parTransId="{EE3CDC02-FBF8-4586-8676-34049D931223}" sibTransId="{82543C5F-1EEA-4866-BD13-A2BE48DD8751}"/>
    <dgm:cxn modelId="{5D6C95E7-96CA-4095-BFC6-4DD525D0715F}" srcId="{73E14147-16CC-4FA5-AB08-DE7CCF6AE894}" destId="{EABFCE2B-3E00-4BB0-B095-0F27F6987DA3}" srcOrd="0" destOrd="0" parTransId="{187E4E6F-C4BB-4D74-86DB-B8885AAE2CC0}" sibTransId="{E5B4DA6D-A21D-433C-88B2-8704DBD434BE}"/>
    <dgm:cxn modelId="{76D7F6F2-6D5A-42A2-BAE1-227B3E42749E}" type="presOf" srcId="{EABFCE2B-3E00-4BB0-B095-0F27F6987DA3}" destId="{F4A0A4AC-C515-42FD-88BC-1DF8D651EEBF}" srcOrd="0" destOrd="1" presId="urn:microsoft.com/office/officeart/2005/8/layout/hList6"/>
    <dgm:cxn modelId="{12F0EDF5-753D-466B-88FD-BC526FF607B5}" srcId="{6B091AF0-337B-491B-BD18-21A348B76529}" destId="{497952C5-66BE-47CD-9522-41D8158484BD}" srcOrd="3" destOrd="0" parTransId="{4AB891FC-7D0E-4B78-9AEC-70A15D794744}" sibTransId="{DADC1E54-B814-4D72-8861-F4886AF698F7}"/>
    <dgm:cxn modelId="{9FE5BAFA-E525-4CAC-B343-EA1448438E56}" type="presParOf" srcId="{D5AB5329-0B25-4112-9BC0-572BBFA6CACF}" destId="{F4A0A4AC-C515-42FD-88BC-1DF8D651EEBF}" srcOrd="0" destOrd="0" presId="urn:microsoft.com/office/officeart/2005/8/layout/hList6"/>
    <dgm:cxn modelId="{A6AF7947-3E89-44CD-97D8-37BD74CD526B}" type="presParOf" srcId="{D5AB5329-0B25-4112-9BC0-572BBFA6CACF}" destId="{65CCB0C4-8AA9-4CB2-9A44-F18D6EBD8BE5}" srcOrd="1" destOrd="0" presId="urn:microsoft.com/office/officeart/2005/8/layout/hList6"/>
    <dgm:cxn modelId="{865FA46A-48A4-497B-B935-F800FCD95F9E}" type="presParOf" srcId="{D5AB5329-0B25-4112-9BC0-572BBFA6CACF}" destId="{50A2975A-CF76-456A-B9DB-76509185D15A}" srcOrd="2" destOrd="0" presId="urn:microsoft.com/office/officeart/2005/8/layout/hList6"/>
    <dgm:cxn modelId="{388D7318-EA70-4520-B3F8-68DB75EBF465}" type="presParOf" srcId="{D5AB5329-0B25-4112-9BC0-572BBFA6CACF}" destId="{38BB9D72-74DE-4985-BEEF-2C57FC1C6CD7}" srcOrd="3" destOrd="0" presId="urn:microsoft.com/office/officeart/2005/8/layout/hList6"/>
    <dgm:cxn modelId="{F6B3EE3B-9515-4ED1-963D-AC01324ECDB9}" type="presParOf" srcId="{D5AB5329-0B25-4112-9BC0-572BBFA6CACF}" destId="{7DA3352F-21C8-4533-AE6F-5606B24A949E}" srcOrd="4" destOrd="0" presId="urn:microsoft.com/office/officeart/2005/8/layout/hList6"/>
    <dgm:cxn modelId="{6008B06C-BBC8-4053-877F-486BFF247C96}" type="presParOf" srcId="{D5AB5329-0B25-4112-9BC0-572BBFA6CACF}" destId="{1B2BE5B2-EC1A-4951-99FE-F7BAE0F670B3}" srcOrd="5" destOrd="0" presId="urn:microsoft.com/office/officeart/2005/8/layout/hList6"/>
    <dgm:cxn modelId="{D1E0EBBA-9F23-4B8C-8F1F-ED20ED98D60C}" type="presParOf" srcId="{D5AB5329-0B25-4112-9BC0-572BBFA6CACF}" destId="{ED147592-F9A9-425F-B6CC-86EED843E20B}" srcOrd="6" destOrd="0" presId="urn:microsoft.com/office/officeart/2005/8/layout/hList6"/>
    <dgm:cxn modelId="{8C60F270-355A-4374-B8A2-B9DD03B2492C}" type="presParOf" srcId="{D5AB5329-0B25-4112-9BC0-572BBFA6CACF}" destId="{CC6E5ACE-8E40-4777-B0CE-6B5A9A35C504}" srcOrd="7" destOrd="0" presId="urn:microsoft.com/office/officeart/2005/8/layout/hList6"/>
    <dgm:cxn modelId="{EBFF9766-215D-42D1-AC09-15A4BC2BAEC9}" type="presParOf" srcId="{D5AB5329-0B25-4112-9BC0-572BBFA6CACF}" destId="{E54B8A64-6F60-47AF-AE18-38C8E39374F6}" srcOrd="8"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8B394C04-8A1E-46A9-B443-5AB81DB9649C}" type="doc">
      <dgm:prSet loTypeId="urn:microsoft.com/office/officeart/2005/8/layout/list1" loCatId="list" qsTypeId="urn:microsoft.com/office/officeart/2005/8/quickstyle/simple3" qsCatId="simple" csTypeId="urn:microsoft.com/office/officeart/2005/8/colors/colorful3" csCatId="colorful" phldr="1"/>
      <dgm:spPr/>
      <dgm:t>
        <a:bodyPr/>
        <a:lstStyle/>
        <a:p>
          <a:endParaRPr lang="ru-BY"/>
        </a:p>
      </dgm:t>
    </dgm:pt>
    <dgm:pt modelId="{3455CD81-FF60-4E58-B77C-36B475F5A59A}">
      <dgm:prSet phldrT="[Текст]" custT="1"/>
      <dgm:spPr/>
      <dgm:t>
        <a:bodyPr/>
        <a:lstStyle/>
        <a:p>
          <a:r>
            <a:rPr lang="ru-RU" sz="1400" dirty="0"/>
            <a:t>Эффективность системы. </a:t>
          </a:r>
          <a:endParaRPr lang="ru-BY" sz="1400" dirty="0"/>
        </a:p>
      </dgm:t>
    </dgm:pt>
    <dgm:pt modelId="{CCE629BC-FAAE-4219-AA77-54E81F4AE667}" type="parTrans" cxnId="{0C538AF3-E664-457B-A190-3E5A5A573491}">
      <dgm:prSet/>
      <dgm:spPr/>
      <dgm:t>
        <a:bodyPr/>
        <a:lstStyle/>
        <a:p>
          <a:endParaRPr lang="ru-BY"/>
        </a:p>
      </dgm:t>
    </dgm:pt>
    <dgm:pt modelId="{40CA8CF3-6219-44BA-86CF-909301C9ADAB}" type="sibTrans" cxnId="{0C538AF3-E664-457B-A190-3E5A5A573491}">
      <dgm:prSet/>
      <dgm:spPr/>
      <dgm:t>
        <a:bodyPr/>
        <a:lstStyle/>
        <a:p>
          <a:endParaRPr lang="ru-BY"/>
        </a:p>
      </dgm:t>
    </dgm:pt>
    <dgm:pt modelId="{E1F32FE4-B068-4114-86D1-33B870CCBD72}">
      <dgm:prSet custT="1"/>
      <dgm:spPr/>
      <dgm:t>
        <a:bodyPr/>
        <a:lstStyle/>
        <a:p>
          <a:r>
            <a:rPr lang="ru-RU" sz="1400" dirty="0"/>
            <a:t>Гибкость системы. </a:t>
          </a:r>
          <a:endParaRPr lang="ru-BY" sz="1400" dirty="0"/>
        </a:p>
      </dgm:t>
    </dgm:pt>
    <dgm:pt modelId="{A7D411E7-2291-422D-AB97-932A998058B1}" type="parTrans" cxnId="{C52D5F7A-AF1E-49C5-9C84-715D5402DFB2}">
      <dgm:prSet/>
      <dgm:spPr/>
      <dgm:t>
        <a:bodyPr/>
        <a:lstStyle/>
        <a:p>
          <a:endParaRPr lang="ru-BY"/>
        </a:p>
      </dgm:t>
    </dgm:pt>
    <dgm:pt modelId="{5C3841E4-7BF8-47CA-BE8C-7B2D7D934B54}" type="sibTrans" cxnId="{C52D5F7A-AF1E-49C5-9C84-715D5402DFB2}">
      <dgm:prSet/>
      <dgm:spPr/>
      <dgm:t>
        <a:bodyPr/>
        <a:lstStyle/>
        <a:p>
          <a:endParaRPr lang="ru-BY"/>
        </a:p>
      </dgm:t>
    </dgm:pt>
    <dgm:pt modelId="{A823F251-EAF0-43BC-BFC6-213F4C59C5A8}">
      <dgm:prSet custT="1"/>
      <dgm:spPr/>
      <dgm:t>
        <a:bodyPr/>
        <a:lstStyle/>
        <a:p>
          <a:r>
            <a:rPr lang="ru-RU" sz="1400" dirty="0"/>
            <a:t>Расширяемость системы.</a:t>
          </a:r>
          <a:endParaRPr lang="ru-BY" sz="1400" dirty="0"/>
        </a:p>
      </dgm:t>
    </dgm:pt>
    <dgm:pt modelId="{28963C75-BD42-4702-B103-9FB48431BF6E}" type="parTrans" cxnId="{9D28F8FA-A4E1-4550-8DC2-3B67A7DC2A2F}">
      <dgm:prSet/>
      <dgm:spPr/>
      <dgm:t>
        <a:bodyPr/>
        <a:lstStyle/>
        <a:p>
          <a:endParaRPr lang="ru-BY"/>
        </a:p>
      </dgm:t>
    </dgm:pt>
    <dgm:pt modelId="{22EE9352-0374-404F-A220-0DCDD2A7A262}" type="sibTrans" cxnId="{9D28F8FA-A4E1-4550-8DC2-3B67A7DC2A2F}">
      <dgm:prSet/>
      <dgm:spPr/>
      <dgm:t>
        <a:bodyPr/>
        <a:lstStyle/>
        <a:p>
          <a:endParaRPr lang="ru-BY"/>
        </a:p>
      </dgm:t>
    </dgm:pt>
    <dgm:pt modelId="{442E8741-B6DB-4724-9407-C8CE2733492F}">
      <dgm:prSet custT="1"/>
      <dgm:spPr/>
      <dgm:t>
        <a:bodyPr/>
        <a:lstStyle/>
        <a:p>
          <a:r>
            <a:rPr lang="ru-RU" sz="1400" dirty="0"/>
            <a:t>Масштабируемость процесса разработки. </a:t>
          </a:r>
          <a:endParaRPr lang="ru-BY" sz="1400" dirty="0"/>
        </a:p>
      </dgm:t>
    </dgm:pt>
    <dgm:pt modelId="{4DFAA48B-41A2-4A2E-B239-D947BC4BEC6E}" type="parTrans" cxnId="{A980293F-E844-474A-A7DD-AC850E7F18AA}">
      <dgm:prSet/>
      <dgm:spPr/>
      <dgm:t>
        <a:bodyPr/>
        <a:lstStyle/>
        <a:p>
          <a:endParaRPr lang="ru-BY"/>
        </a:p>
      </dgm:t>
    </dgm:pt>
    <dgm:pt modelId="{BE8F2CB8-215F-406F-9C14-C28EF35283D8}" type="sibTrans" cxnId="{A980293F-E844-474A-A7DD-AC850E7F18AA}">
      <dgm:prSet/>
      <dgm:spPr/>
      <dgm:t>
        <a:bodyPr/>
        <a:lstStyle/>
        <a:p>
          <a:endParaRPr lang="ru-BY"/>
        </a:p>
      </dgm:t>
    </dgm:pt>
    <dgm:pt modelId="{D6001316-068A-409E-B759-C1EA6A4C1D1B}">
      <dgm:prSet custT="1"/>
      <dgm:spPr/>
      <dgm:t>
        <a:bodyPr/>
        <a:lstStyle/>
        <a:p>
          <a:r>
            <a:rPr lang="ru-RU" sz="1400" dirty="0"/>
            <a:t>Тестируемость. </a:t>
          </a:r>
          <a:endParaRPr lang="ru-BY" sz="1400" dirty="0"/>
        </a:p>
      </dgm:t>
    </dgm:pt>
    <dgm:pt modelId="{18D79929-64AD-4B96-AB68-98FA45F9D874}" type="parTrans" cxnId="{E9B8FEC7-02E4-426C-A933-387536B6D43F}">
      <dgm:prSet/>
      <dgm:spPr/>
      <dgm:t>
        <a:bodyPr/>
        <a:lstStyle/>
        <a:p>
          <a:endParaRPr lang="ru-BY"/>
        </a:p>
      </dgm:t>
    </dgm:pt>
    <dgm:pt modelId="{D866CBC1-CA51-4892-A7A7-1EA473E85D55}" type="sibTrans" cxnId="{E9B8FEC7-02E4-426C-A933-387536B6D43F}">
      <dgm:prSet/>
      <dgm:spPr/>
      <dgm:t>
        <a:bodyPr/>
        <a:lstStyle/>
        <a:p>
          <a:endParaRPr lang="ru-BY"/>
        </a:p>
      </dgm:t>
    </dgm:pt>
    <dgm:pt modelId="{C17951B2-3684-4C4C-A7D4-93A79E67A8F5}">
      <dgm:prSet custT="1"/>
      <dgm:spPr/>
      <dgm:t>
        <a:bodyPr/>
        <a:lstStyle/>
        <a:p>
          <a:r>
            <a:rPr lang="ru-RU" sz="1400" dirty="0"/>
            <a:t>Возможность повторного использования. </a:t>
          </a:r>
          <a:endParaRPr lang="ru-BY" sz="1400" dirty="0"/>
        </a:p>
      </dgm:t>
    </dgm:pt>
    <dgm:pt modelId="{EE620B3C-CEBB-4FB2-8EC5-69489F1DEDB8}" type="parTrans" cxnId="{487D9083-F620-49C3-9E03-7CBEE3E86021}">
      <dgm:prSet/>
      <dgm:spPr/>
      <dgm:t>
        <a:bodyPr/>
        <a:lstStyle/>
        <a:p>
          <a:endParaRPr lang="ru-BY"/>
        </a:p>
      </dgm:t>
    </dgm:pt>
    <dgm:pt modelId="{7F75FCE5-1A9F-4351-9603-62253849BAF1}" type="sibTrans" cxnId="{487D9083-F620-49C3-9E03-7CBEE3E86021}">
      <dgm:prSet/>
      <dgm:spPr/>
      <dgm:t>
        <a:bodyPr/>
        <a:lstStyle/>
        <a:p>
          <a:endParaRPr lang="ru-BY"/>
        </a:p>
      </dgm:t>
    </dgm:pt>
    <dgm:pt modelId="{35A8F7C3-5541-4206-8E99-FC229C855CCF}">
      <dgm:prSet custT="1"/>
      <dgm:spPr/>
      <dgm:t>
        <a:bodyPr/>
        <a:lstStyle/>
        <a:p>
          <a:r>
            <a:rPr lang="ru-RU" sz="1400" dirty="0"/>
            <a:t>Хорошо структурированный, читаемый и понятный код.</a:t>
          </a:r>
          <a:endParaRPr lang="ru-BY" sz="1400" dirty="0"/>
        </a:p>
      </dgm:t>
    </dgm:pt>
    <dgm:pt modelId="{0F896AD4-32BF-425C-90C8-4B78A0D0B02C}" type="parTrans" cxnId="{C3BB615B-3AA6-46A2-9B2D-B6D6737A7B15}">
      <dgm:prSet/>
      <dgm:spPr/>
      <dgm:t>
        <a:bodyPr/>
        <a:lstStyle/>
        <a:p>
          <a:endParaRPr lang="ru-BY"/>
        </a:p>
      </dgm:t>
    </dgm:pt>
    <dgm:pt modelId="{E878DEEC-CA66-474E-BC90-C9473AC58498}" type="sibTrans" cxnId="{C3BB615B-3AA6-46A2-9B2D-B6D6737A7B15}">
      <dgm:prSet/>
      <dgm:spPr/>
      <dgm:t>
        <a:bodyPr/>
        <a:lstStyle/>
        <a:p>
          <a:endParaRPr lang="ru-BY"/>
        </a:p>
      </dgm:t>
    </dgm:pt>
    <dgm:pt modelId="{B33EBF21-DBB1-4F89-868E-DC2612674399}">
      <dgm:prSet phldrT="[Текст]" custT="1"/>
      <dgm:spPr/>
      <dgm:t>
        <a:bodyPr/>
        <a:lstStyle/>
        <a:p>
          <a:r>
            <a:rPr lang="ru-RU" sz="1400" dirty="0"/>
            <a:t>Программа должна решать поставленные задачи и хорошо выполнять свои функции в различных условиях. </a:t>
          </a:r>
          <a:endParaRPr lang="ru-BY" sz="1400" dirty="0"/>
        </a:p>
      </dgm:t>
    </dgm:pt>
    <dgm:pt modelId="{6693A765-6597-4D43-A673-EF128421F429}" type="parTrans" cxnId="{C6D59EAB-333B-4252-AD2A-81956A7585CB}">
      <dgm:prSet/>
      <dgm:spPr/>
      <dgm:t>
        <a:bodyPr/>
        <a:lstStyle/>
        <a:p>
          <a:endParaRPr lang="ru-BY"/>
        </a:p>
      </dgm:t>
    </dgm:pt>
    <dgm:pt modelId="{99361C28-E230-4A03-8186-2F848B5F144F}" type="sibTrans" cxnId="{C6D59EAB-333B-4252-AD2A-81956A7585CB}">
      <dgm:prSet/>
      <dgm:spPr/>
      <dgm:t>
        <a:bodyPr/>
        <a:lstStyle/>
        <a:p>
          <a:endParaRPr lang="ru-BY"/>
        </a:p>
      </dgm:t>
    </dgm:pt>
    <dgm:pt modelId="{672AADC4-F98C-4D75-8D2C-E269B6A30C48}">
      <dgm:prSet custT="1"/>
      <dgm:spPr/>
      <dgm:t>
        <a:bodyPr/>
        <a:lstStyle/>
        <a:p>
          <a:r>
            <a:rPr lang="ru-RU" sz="1400" dirty="0"/>
            <a:t>Чем быстрее и удобнее можно внести изменения в существующий функционал, чем меньше проблем и ошибок это вызовет — тем гибче и конкурентоспособнее система. </a:t>
          </a:r>
          <a:endParaRPr lang="ru-BY" sz="1400" dirty="0"/>
        </a:p>
      </dgm:t>
    </dgm:pt>
    <dgm:pt modelId="{D69F3C96-31CB-49BC-A075-7F566D4483CA}" type="parTrans" cxnId="{AD4DAA0E-1B48-45C5-BC85-3841C258553B}">
      <dgm:prSet/>
      <dgm:spPr/>
      <dgm:t>
        <a:bodyPr/>
        <a:lstStyle/>
        <a:p>
          <a:endParaRPr lang="ru-BY"/>
        </a:p>
      </dgm:t>
    </dgm:pt>
    <dgm:pt modelId="{C0416E3C-FEFF-420C-BFEA-8A6242885B9E}" type="sibTrans" cxnId="{AD4DAA0E-1B48-45C5-BC85-3841C258553B}">
      <dgm:prSet/>
      <dgm:spPr/>
      <dgm:t>
        <a:bodyPr/>
        <a:lstStyle/>
        <a:p>
          <a:endParaRPr lang="ru-BY"/>
        </a:p>
      </dgm:t>
    </dgm:pt>
    <dgm:pt modelId="{DB5D795B-8207-4DD1-97D5-0A930B58B813}">
      <dgm:prSet custT="1"/>
      <dgm:spPr/>
      <dgm:t>
        <a:bodyPr/>
        <a:lstStyle/>
        <a:p>
          <a:r>
            <a:rPr lang="ru-RU" sz="1400" dirty="0"/>
            <a:t>Код, который легче тестировать, будет содержать меньше ошибок и надежнее работать. </a:t>
          </a:r>
          <a:endParaRPr lang="ru-BY" sz="1400" dirty="0"/>
        </a:p>
      </dgm:t>
    </dgm:pt>
    <dgm:pt modelId="{5215119C-344B-497C-ABF9-F878324A31EE}" type="parTrans" cxnId="{223BE7BD-78FB-440F-8510-0ABD5757D26E}">
      <dgm:prSet/>
      <dgm:spPr/>
      <dgm:t>
        <a:bodyPr/>
        <a:lstStyle/>
        <a:p>
          <a:endParaRPr lang="ru-BY"/>
        </a:p>
      </dgm:t>
    </dgm:pt>
    <dgm:pt modelId="{7B5DADFB-EA75-41AA-A102-25608515E738}" type="sibTrans" cxnId="{223BE7BD-78FB-440F-8510-0ABD5757D26E}">
      <dgm:prSet/>
      <dgm:spPr/>
      <dgm:t>
        <a:bodyPr/>
        <a:lstStyle/>
        <a:p>
          <a:endParaRPr lang="ru-BY"/>
        </a:p>
      </dgm:t>
    </dgm:pt>
    <dgm:pt modelId="{6EB0E983-BE0F-494C-9012-C03D58E5DF71}">
      <dgm:prSet custT="1"/>
      <dgm:spPr/>
      <dgm:t>
        <a:bodyPr/>
        <a:lstStyle/>
        <a:p>
          <a:r>
            <a:rPr lang="ru-RU" sz="1400" dirty="0" err="1"/>
            <a:t>Сопровождаемость</a:t>
          </a:r>
          <a:r>
            <a:rPr lang="ru-RU" sz="1400" dirty="0"/>
            <a:t>. </a:t>
          </a:r>
          <a:endParaRPr lang="ru-BY" sz="1400" dirty="0"/>
        </a:p>
      </dgm:t>
    </dgm:pt>
    <dgm:pt modelId="{37E89FE2-A5BB-4099-B782-6230C6504E4F}" type="parTrans" cxnId="{3E6FAF8D-3326-4332-B652-7A5FC50C4EC1}">
      <dgm:prSet/>
      <dgm:spPr/>
      <dgm:t>
        <a:bodyPr/>
        <a:lstStyle/>
        <a:p>
          <a:endParaRPr lang="ru-BY"/>
        </a:p>
      </dgm:t>
    </dgm:pt>
    <dgm:pt modelId="{54B5BD60-753F-40E0-BCB4-BEFE6102B7A3}" type="sibTrans" cxnId="{3E6FAF8D-3326-4332-B652-7A5FC50C4EC1}">
      <dgm:prSet/>
      <dgm:spPr/>
      <dgm:t>
        <a:bodyPr/>
        <a:lstStyle/>
        <a:p>
          <a:endParaRPr lang="ru-BY"/>
        </a:p>
      </dgm:t>
    </dgm:pt>
    <dgm:pt modelId="{FA89C280-25F2-44E3-A9BF-4947C57DA7B8}">
      <dgm:prSet custT="1"/>
      <dgm:spPr/>
      <dgm:t>
        <a:bodyPr/>
        <a:lstStyle/>
        <a:p>
          <a:r>
            <a:rPr lang="ru-RU" sz="1400" dirty="0"/>
            <a:t>Возможность сократить срок разработки за счёт добавления к проекту новых людей. </a:t>
          </a:r>
          <a:endParaRPr lang="ru-BY" sz="1400" dirty="0"/>
        </a:p>
      </dgm:t>
    </dgm:pt>
    <dgm:pt modelId="{04B923BC-6196-4B5D-A43B-0FD1D38DFF9D}" type="parTrans" cxnId="{123C25A2-2FCE-4591-9E9F-B4172703F9CB}">
      <dgm:prSet/>
      <dgm:spPr/>
      <dgm:t>
        <a:bodyPr/>
        <a:lstStyle/>
        <a:p>
          <a:endParaRPr lang="ru-BY"/>
        </a:p>
      </dgm:t>
    </dgm:pt>
    <dgm:pt modelId="{AD5BA295-D81E-4E2A-8FA4-D9DF7DD89D45}" type="sibTrans" cxnId="{123C25A2-2FCE-4591-9E9F-B4172703F9CB}">
      <dgm:prSet/>
      <dgm:spPr/>
      <dgm:t>
        <a:bodyPr/>
        <a:lstStyle/>
        <a:p>
          <a:endParaRPr lang="ru-BY"/>
        </a:p>
      </dgm:t>
    </dgm:pt>
    <dgm:pt modelId="{7EB774CC-8E6E-4932-AA7D-27FB7166DC28}">
      <dgm:prSet custT="1"/>
      <dgm:spPr/>
      <dgm:t>
        <a:bodyPr/>
        <a:lstStyle/>
        <a:p>
          <a:r>
            <a:rPr lang="ru-RU" sz="1400" dirty="0"/>
            <a:t>Возможность добавлять в систему новые сущности и функции, не нарушая ее основной структуры. </a:t>
          </a:r>
          <a:endParaRPr lang="ru-BY" sz="1400" dirty="0"/>
        </a:p>
      </dgm:t>
    </dgm:pt>
    <dgm:pt modelId="{D970346A-C995-4DCF-9580-CBF648F4BF0F}" type="parTrans" cxnId="{3FB5A76E-259C-4664-BA44-49BBDE86D47B}">
      <dgm:prSet/>
      <dgm:spPr/>
      <dgm:t>
        <a:bodyPr/>
        <a:lstStyle/>
        <a:p>
          <a:endParaRPr lang="ru-BY"/>
        </a:p>
      </dgm:t>
    </dgm:pt>
    <dgm:pt modelId="{EC16A074-28BA-462F-92CB-0988ACEBDA54}" type="sibTrans" cxnId="{3FB5A76E-259C-4664-BA44-49BBDE86D47B}">
      <dgm:prSet/>
      <dgm:spPr/>
      <dgm:t>
        <a:bodyPr/>
        <a:lstStyle/>
        <a:p>
          <a:endParaRPr lang="ru-BY"/>
        </a:p>
      </dgm:t>
    </dgm:pt>
    <dgm:pt modelId="{37C0724E-7F89-459E-8E36-1608D6DA241D}" type="pres">
      <dgm:prSet presAssocID="{8B394C04-8A1E-46A9-B443-5AB81DB9649C}" presName="linear" presStyleCnt="0">
        <dgm:presLayoutVars>
          <dgm:dir/>
          <dgm:animLvl val="lvl"/>
          <dgm:resizeHandles val="exact"/>
        </dgm:presLayoutVars>
      </dgm:prSet>
      <dgm:spPr/>
    </dgm:pt>
    <dgm:pt modelId="{1D61AA04-1A55-4A32-AF5E-21B4EAF6C455}" type="pres">
      <dgm:prSet presAssocID="{3455CD81-FF60-4E58-B77C-36B475F5A59A}" presName="parentLin" presStyleCnt="0"/>
      <dgm:spPr/>
    </dgm:pt>
    <dgm:pt modelId="{2394ADDA-1818-4D6E-B2A4-5CB0FF668842}" type="pres">
      <dgm:prSet presAssocID="{3455CD81-FF60-4E58-B77C-36B475F5A59A}" presName="parentLeftMargin" presStyleLbl="node1" presStyleIdx="0" presStyleCnt="8"/>
      <dgm:spPr/>
    </dgm:pt>
    <dgm:pt modelId="{6673AFA5-A5B2-4652-92B0-378D13311C79}" type="pres">
      <dgm:prSet presAssocID="{3455CD81-FF60-4E58-B77C-36B475F5A59A}" presName="parentText" presStyleLbl="node1" presStyleIdx="0" presStyleCnt="8">
        <dgm:presLayoutVars>
          <dgm:chMax val="0"/>
          <dgm:bulletEnabled val="1"/>
        </dgm:presLayoutVars>
      </dgm:prSet>
      <dgm:spPr/>
    </dgm:pt>
    <dgm:pt modelId="{63F2A4DD-A809-4006-BFB1-038AE8E9B4D6}" type="pres">
      <dgm:prSet presAssocID="{3455CD81-FF60-4E58-B77C-36B475F5A59A}" presName="negativeSpace" presStyleCnt="0"/>
      <dgm:spPr/>
    </dgm:pt>
    <dgm:pt modelId="{3D0DB6BE-AFE1-49B6-BCB6-9F8244E6ABD2}" type="pres">
      <dgm:prSet presAssocID="{3455CD81-FF60-4E58-B77C-36B475F5A59A}" presName="childText" presStyleLbl="conFgAcc1" presStyleIdx="0" presStyleCnt="8">
        <dgm:presLayoutVars>
          <dgm:bulletEnabled val="1"/>
        </dgm:presLayoutVars>
      </dgm:prSet>
      <dgm:spPr/>
    </dgm:pt>
    <dgm:pt modelId="{AE90CB00-DE8F-4C33-9088-704C4ECDB011}" type="pres">
      <dgm:prSet presAssocID="{40CA8CF3-6219-44BA-86CF-909301C9ADAB}" presName="spaceBetweenRectangles" presStyleCnt="0"/>
      <dgm:spPr/>
    </dgm:pt>
    <dgm:pt modelId="{FBE40656-1F42-4D45-B395-D3D0C956B530}" type="pres">
      <dgm:prSet presAssocID="{E1F32FE4-B068-4114-86D1-33B870CCBD72}" presName="parentLin" presStyleCnt="0"/>
      <dgm:spPr/>
    </dgm:pt>
    <dgm:pt modelId="{85BCDE4A-70E5-40A9-9FB4-8019C72EAC6F}" type="pres">
      <dgm:prSet presAssocID="{E1F32FE4-B068-4114-86D1-33B870CCBD72}" presName="parentLeftMargin" presStyleLbl="node1" presStyleIdx="0" presStyleCnt="8"/>
      <dgm:spPr/>
    </dgm:pt>
    <dgm:pt modelId="{03E47FDE-821C-4946-AABC-B5E256AA1A65}" type="pres">
      <dgm:prSet presAssocID="{E1F32FE4-B068-4114-86D1-33B870CCBD72}" presName="parentText" presStyleLbl="node1" presStyleIdx="1" presStyleCnt="8">
        <dgm:presLayoutVars>
          <dgm:chMax val="0"/>
          <dgm:bulletEnabled val="1"/>
        </dgm:presLayoutVars>
      </dgm:prSet>
      <dgm:spPr/>
    </dgm:pt>
    <dgm:pt modelId="{36AF26A3-E246-4BE6-BA0B-B5B9B7E058FC}" type="pres">
      <dgm:prSet presAssocID="{E1F32FE4-B068-4114-86D1-33B870CCBD72}" presName="negativeSpace" presStyleCnt="0"/>
      <dgm:spPr/>
    </dgm:pt>
    <dgm:pt modelId="{2C642494-B181-433E-9EE0-96BC5A8AC979}" type="pres">
      <dgm:prSet presAssocID="{E1F32FE4-B068-4114-86D1-33B870CCBD72}" presName="childText" presStyleLbl="conFgAcc1" presStyleIdx="1" presStyleCnt="8">
        <dgm:presLayoutVars>
          <dgm:bulletEnabled val="1"/>
        </dgm:presLayoutVars>
      </dgm:prSet>
      <dgm:spPr/>
    </dgm:pt>
    <dgm:pt modelId="{D967DC59-127A-48DA-8343-C30BB6B80B75}" type="pres">
      <dgm:prSet presAssocID="{5C3841E4-7BF8-47CA-BE8C-7B2D7D934B54}" presName="spaceBetweenRectangles" presStyleCnt="0"/>
      <dgm:spPr/>
    </dgm:pt>
    <dgm:pt modelId="{9E3DD6F0-A402-47FC-BC69-5CE235E685C2}" type="pres">
      <dgm:prSet presAssocID="{A823F251-EAF0-43BC-BFC6-213F4C59C5A8}" presName="parentLin" presStyleCnt="0"/>
      <dgm:spPr/>
    </dgm:pt>
    <dgm:pt modelId="{D3E3D174-7339-43FB-A1E9-C54361273667}" type="pres">
      <dgm:prSet presAssocID="{A823F251-EAF0-43BC-BFC6-213F4C59C5A8}" presName="parentLeftMargin" presStyleLbl="node1" presStyleIdx="1" presStyleCnt="8"/>
      <dgm:spPr/>
    </dgm:pt>
    <dgm:pt modelId="{B6B0D24C-7CC3-45DA-B523-6B7366FA7536}" type="pres">
      <dgm:prSet presAssocID="{A823F251-EAF0-43BC-BFC6-213F4C59C5A8}" presName="parentText" presStyleLbl="node1" presStyleIdx="2" presStyleCnt="8">
        <dgm:presLayoutVars>
          <dgm:chMax val="0"/>
          <dgm:bulletEnabled val="1"/>
        </dgm:presLayoutVars>
      </dgm:prSet>
      <dgm:spPr/>
    </dgm:pt>
    <dgm:pt modelId="{468098FF-5D3F-4496-B4C6-95CFCAABE86D}" type="pres">
      <dgm:prSet presAssocID="{A823F251-EAF0-43BC-BFC6-213F4C59C5A8}" presName="negativeSpace" presStyleCnt="0"/>
      <dgm:spPr/>
    </dgm:pt>
    <dgm:pt modelId="{60E11E6B-B171-40F2-9FAF-B30E30572EA3}" type="pres">
      <dgm:prSet presAssocID="{A823F251-EAF0-43BC-BFC6-213F4C59C5A8}" presName="childText" presStyleLbl="conFgAcc1" presStyleIdx="2" presStyleCnt="8">
        <dgm:presLayoutVars>
          <dgm:bulletEnabled val="1"/>
        </dgm:presLayoutVars>
      </dgm:prSet>
      <dgm:spPr/>
    </dgm:pt>
    <dgm:pt modelId="{4A174F27-EEF2-43C2-A300-B84B959A6D7A}" type="pres">
      <dgm:prSet presAssocID="{22EE9352-0374-404F-A220-0DCDD2A7A262}" presName="spaceBetweenRectangles" presStyleCnt="0"/>
      <dgm:spPr/>
    </dgm:pt>
    <dgm:pt modelId="{2D670B51-FA95-4639-AB67-DC294E2E968A}" type="pres">
      <dgm:prSet presAssocID="{442E8741-B6DB-4724-9407-C8CE2733492F}" presName="parentLin" presStyleCnt="0"/>
      <dgm:spPr/>
    </dgm:pt>
    <dgm:pt modelId="{60A496E7-9A22-40A3-8709-CDC8B8C80C34}" type="pres">
      <dgm:prSet presAssocID="{442E8741-B6DB-4724-9407-C8CE2733492F}" presName="parentLeftMargin" presStyleLbl="node1" presStyleIdx="2" presStyleCnt="8"/>
      <dgm:spPr/>
    </dgm:pt>
    <dgm:pt modelId="{B03F5DD8-AB7D-4C89-9C40-1F193667FE31}" type="pres">
      <dgm:prSet presAssocID="{442E8741-B6DB-4724-9407-C8CE2733492F}" presName="parentText" presStyleLbl="node1" presStyleIdx="3" presStyleCnt="8">
        <dgm:presLayoutVars>
          <dgm:chMax val="0"/>
          <dgm:bulletEnabled val="1"/>
        </dgm:presLayoutVars>
      </dgm:prSet>
      <dgm:spPr/>
    </dgm:pt>
    <dgm:pt modelId="{6E0373A8-C4BE-4D89-A45D-9985E0E482E2}" type="pres">
      <dgm:prSet presAssocID="{442E8741-B6DB-4724-9407-C8CE2733492F}" presName="negativeSpace" presStyleCnt="0"/>
      <dgm:spPr/>
    </dgm:pt>
    <dgm:pt modelId="{1CD32808-9350-49D1-89E7-A3250D8AC459}" type="pres">
      <dgm:prSet presAssocID="{442E8741-B6DB-4724-9407-C8CE2733492F}" presName="childText" presStyleLbl="conFgAcc1" presStyleIdx="3" presStyleCnt="8">
        <dgm:presLayoutVars>
          <dgm:bulletEnabled val="1"/>
        </dgm:presLayoutVars>
      </dgm:prSet>
      <dgm:spPr/>
    </dgm:pt>
    <dgm:pt modelId="{E96A1256-225C-4872-AFF9-DAC5E94B93CE}" type="pres">
      <dgm:prSet presAssocID="{BE8F2CB8-215F-406F-9C14-C28EF35283D8}" presName="spaceBetweenRectangles" presStyleCnt="0"/>
      <dgm:spPr/>
    </dgm:pt>
    <dgm:pt modelId="{4FFCC9E3-0209-43C4-86B2-45A24BAD9028}" type="pres">
      <dgm:prSet presAssocID="{D6001316-068A-409E-B759-C1EA6A4C1D1B}" presName="parentLin" presStyleCnt="0"/>
      <dgm:spPr/>
    </dgm:pt>
    <dgm:pt modelId="{EDFAB46D-809F-4EF2-B8A9-CA03D6925AB1}" type="pres">
      <dgm:prSet presAssocID="{D6001316-068A-409E-B759-C1EA6A4C1D1B}" presName="parentLeftMargin" presStyleLbl="node1" presStyleIdx="3" presStyleCnt="8"/>
      <dgm:spPr/>
    </dgm:pt>
    <dgm:pt modelId="{A848F274-B962-412D-A098-AF4362BE260D}" type="pres">
      <dgm:prSet presAssocID="{D6001316-068A-409E-B759-C1EA6A4C1D1B}" presName="parentText" presStyleLbl="node1" presStyleIdx="4" presStyleCnt="8">
        <dgm:presLayoutVars>
          <dgm:chMax val="0"/>
          <dgm:bulletEnabled val="1"/>
        </dgm:presLayoutVars>
      </dgm:prSet>
      <dgm:spPr/>
    </dgm:pt>
    <dgm:pt modelId="{AE860676-8D98-4CC3-B5CD-C4BE99DA538E}" type="pres">
      <dgm:prSet presAssocID="{D6001316-068A-409E-B759-C1EA6A4C1D1B}" presName="negativeSpace" presStyleCnt="0"/>
      <dgm:spPr/>
    </dgm:pt>
    <dgm:pt modelId="{8C837380-6380-4E60-BA45-9506D8FA3859}" type="pres">
      <dgm:prSet presAssocID="{D6001316-068A-409E-B759-C1EA6A4C1D1B}" presName="childText" presStyleLbl="conFgAcc1" presStyleIdx="4" presStyleCnt="8">
        <dgm:presLayoutVars>
          <dgm:bulletEnabled val="1"/>
        </dgm:presLayoutVars>
      </dgm:prSet>
      <dgm:spPr/>
    </dgm:pt>
    <dgm:pt modelId="{C495D6A6-3664-46BE-8366-0BF38CF3D40F}" type="pres">
      <dgm:prSet presAssocID="{D866CBC1-CA51-4892-A7A7-1EA473E85D55}" presName="spaceBetweenRectangles" presStyleCnt="0"/>
      <dgm:spPr/>
    </dgm:pt>
    <dgm:pt modelId="{61F13517-2B87-41D0-B39F-D2CB8BEF6A95}" type="pres">
      <dgm:prSet presAssocID="{C17951B2-3684-4C4C-A7D4-93A79E67A8F5}" presName="parentLin" presStyleCnt="0"/>
      <dgm:spPr/>
    </dgm:pt>
    <dgm:pt modelId="{F877B395-C697-4F72-BAD3-43BBD5F3AB66}" type="pres">
      <dgm:prSet presAssocID="{C17951B2-3684-4C4C-A7D4-93A79E67A8F5}" presName="parentLeftMargin" presStyleLbl="node1" presStyleIdx="4" presStyleCnt="8"/>
      <dgm:spPr/>
    </dgm:pt>
    <dgm:pt modelId="{D2BB8AD6-5EBB-428B-92BA-0A6B4DEDCAEC}" type="pres">
      <dgm:prSet presAssocID="{C17951B2-3684-4C4C-A7D4-93A79E67A8F5}" presName="parentText" presStyleLbl="node1" presStyleIdx="5" presStyleCnt="8">
        <dgm:presLayoutVars>
          <dgm:chMax val="0"/>
          <dgm:bulletEnabled val="1"/>
        </dgm:presLayoutVars>
      </dgm:prSet>
      <dgm:spPr/>
    </dgm:pt>
    <dgm:pt modelId="{EBF6B547-49C6-4B39-AEA6-578551392804}" type="pres">
      <dgm:prSet presAssocID="{C17951B2-3684-4C4C-A7D4-93A79E67A8F5}" presName="negativeSpace" presStyleCnt="0"/>
      <dgm:spPr/>
    </dgm:pt>
    <dgm:pt modelId="{1FDCB1D7-5956-48F7-AB41-85898D8DA4B1}" type="pres">
      <dgm:prSet presAssocID="{C17951B2-3684-4C4C-A7D4-93A79E67A8F5}" presName="childText" presStyleLbl="conFgAcc1" presStyleIdx="5" presStyleCnt="8">
        <dgm:presLayoutVars>
          <dgm:bulletEnabled val="1"/>
        </dgm:presLayoutVars>
      </dgm:prSet>
      <dgm:spPr/>
    </dgm:pt>
    <dgm:pt modelId="{2DB88C9F-2B4B-4F3A-A052-29B842DD303C}" type="pres">
      <dgm:prSet presAssocID="{7F75FCE5-1A9F-4351-9603-62253849BAF1}" presName="spaceBetweenRectangles" presStyleCnt="0"/>
      <dgm:spPr/>
    </dgm:pt>
    <dgm:pt modelId="{20503741-9F65-4072-B4C6-91E40F88EE30}" type="pres">
      <dgm:prSet presAssocID="{35A8F7C3-5541-4206-8E99-FC229C855CCF}" presName="parentLin" presStyleCnt="0"/>
      <dgm:spPr/>
    </dgm:pt>
    <dgm:pt modelId="{EA286B55-A276-4992-9681-335024EC9550}" type="pres">
      <dgm:prSet presAssocID="{35A8F7C3-5541-4206-8E99-FC229C855CCF}" presName="parentLeftMargin" presStyleLbl="node1" presStyleIdx="5" presStyleCnt="8"/>
      <dgm:spPr/>
    </dgm:pt>
    <dgm:pt modelId="{FC3075D9-31E1-43BD-BC9E-BDCADE1A72EB}" type="pres">
      <dgm:prSet presAssocID="{35A8F7C3-5541-4206-8E99-FC229C855CCF}" presName="parentText" presStyleLbl="node1" presStyleIdx="6" presStyleCnt="8">
        <dgm:presLayoutVars>
          <dgm:chMax val="0"/>
          <dgm:bulletEnabled val="1"/>
        </dgm:presLayoutVars>
      </dgm:prSet>
      <dgm:spPr/>
    </dgm:pt>
    <dgm:pt modelId="{8DE12555-2A53-4833-BA68-535CC559B6A9}" type="pres">
      <dgm:prSet presAssocID="{35A8F7C3-5541-4206-8E99-FC229C855CCF}" presName="negativeSpace" presStyleCnt="0"/>
      <dgm:spPr/>
    </dgm:pt>
    <dgm:pt modelId="{D541F29A-5C0C-4135-9767-0EF3F7535CAC}" type="pres">
      <dgm:prSet presAssocID="{35A8F7C3-5541-4206-8E99-FC229C855CCF}" presName="childText" presStyleLbl="conFgAcc1" presStyleIdx="6" presStyleCnt="8">
        <dgm:presLayoutVars>
          <dgm:bulletEnabled val="1"/>
        </dgm:presLayoutVars>
      </dgm:prSet>
      <dgm:spPr/>
    </dgm:pt>
    <dgm:pt modelId="{D1EF2968-891A-4970-BC0D-9C597C27AD2B}" type="pres">
      <dgm:prSet presAssocID="{E878DEEC-CA66-474E-BC90-C9473AC58498}" presName="spaceBetweenRectangles" presStyleCnt="0"/>
      <dgm:spPr/>
    </dgm:pt>
    <dgm:pt modelId="{B0B4ED02-5270-47DB-A315-C0D44BC521DA}" type="pres">
      <dgm:prSet presAssocID="{6EB0E983-BE0F-494C-9012-C03D58E5DF71}" presName="parentLin" presStyleCnt="0"/>
      <dgm:spPr/>
    </dgm:pt>
    <dgm:pt modelId="{CACC460E-48D7-40CE-B725-D98519B9DF44}" type="pres">
      <dgm:prSet presAssocID="{6EB0E983-BE0F-494C-9012-C03D58E5DF71}" presName="parentLeftMargin" presStyleLbl="node1" presStyleIdx="6" presStyleCnt="8"/>
      <dgm:spPr/>
    </dgm:pt>
    <dgm:pt modelId="{10861FB8-7F0C-43E1-9246-634B280BD315}" type="pres">
      <dgm:prSet presAssocID="{6EB0E983-BE0F-494C-9012-C03D58E5DF71}" presName="parentText" presStyleLbl="node1" presStyleIdx="7" presStyleCnt="8">
        <dgm:presLayoutVars>
          <dgm:chMax val="0"/>
          <dgm:bulletEnabled val="1"/>
        </dgm:presLayoutVars>
      </dgm:prSet>
      <dgm:spPr/>
    </dgm:pt>
    <dgm:pt modelId="{DD65AD98-54A6-4B7C-8FA5-81C71E9A038C}" type="pres">
      <dgm:prSet presAssocID="{6EB0E983-BE0F-494C-9012-C03D58E5DF71}" presName="negativeSpace" presStyleCnt="0"/>
      <dgm:spPr/>
    </dgm:pt>
    <dgm:pt modelId="{5D672DC4-09CA-4B21-8A39-09FB48EFD62F}" type="pres">
      <dgm:prSet presAssocID="{6EB0E983-BE0F-494C-9012-C03D58E5DF71}" presName="childText" presStyleLbl="conFgAcc1" presStyleIdx="7" presStyleCnt="8">
        <dgm:presLayoutVars>
          <dgm:bulletEnabled val="1"/>
        </dgm:presLayoutVars>
      </dgm:prSet>
      <dgm:spPr/>
    </dgm:pt>
  </dgm:ptLst>
  <dgm:cxnLst>
    <dgm:cxn modelId="{4433F404-4BBC-4018-AF98-74C16288BD92}" type="presOf" srcId="{6EB0E983-BE0F-494C-9012-C03D58E5DF71}" destId="{CACC460E-48D7-40CE-B725-D98519B9DF44}" srcOrd="0" destOrd="0" presId="urn:microsoft.com/office/officeart/2005/8/layout/list1"/>
    <dgm:cxn modelId="{051ED10B-4E38-4EF6-8BC5-959B95E32F53}" type="presOf" srcId="{C17951B2-3684-4C4C-A7D4-93A79E67A8F5}" destId="{D2BB8AD6-5EBB-428B-92BA-0A6B4DEDCAEC}" srcOrd="1" destOrd="0" presId="urn:microsoft.com/office/officeart/2005/8/layout/list1"/>
    <dgm:cxn modelId="{AD4DAA0E-1B48-45C5-BC85-3841C258553B}" srcId="{E1F32FE4-B068-4114-86D1-33B870CCBD72}" destId="{672AADC4-F98C-4D75-8D2C-E269B6A30C48}" srcOrd="0" destOrd="0" parTransId="{D69F3C96-31CB-49BC-A075-7F566D4483CA}" sibTransId="{C0416E3C-FEFF-420C-BFEA-8A6242885B9E}"/>
    <dgm:cxn modelId="{29582F1A-A185-4391-BB74-8C52CD5340BA}" type="presOf" srcId="{35A8F7C3-5541-4206-8E99-FC229C855CCF}" destId="{EA286B55-A276-4992-9681-335024EC9550}" srcOrd="0" destOrd="0" presId="urn:microsoft.com/office/officeart/2005/8/layout/list1"/>
    <dgm:cxn modelId="{C1E5FD1B-07A3-4F41-8F93-335080DEAB8A}" type="presOf" srcId="{3455CD81-FF60-4E58-B77C-36B475F5A59A}" destId="{6673AFA5-A5B2-4652-92B0-378D13311C79}" srcOrd="1" destOrd="0" presId="urn:microsoft.com/office/officeart/2005/8/layout/list1"/>
    <dgm:cxn modelId="{A980293F-E844-474A-A7DD-AC850E7F18AA}" srcId="{8B394C04-8A1E-46A9-B443-5AB81DB9649C}" destId="{442E8741-B6DB-4724-9407-C8CE2733492F}" srcOrd="3" destOrd="0" parTransId="{4DFAA48B-41A2-4A2E-B239-D947BC4BEC6E}" sibTransId="{BE8F2CB8-215F-406F-9C14-C28EF35283D8}"/>
    <dgm:cxn modelId="{C3BB615B-3AA6-46A2-9B2D-B6D6737A7B15}" srcId="{8B394C04-8A1E-46A9-B443-5AB81DB9649C}" destId="{35A8F7C3-5541-4206-8E99-FC229C855CCF}" srcOrd="6" destOrd="0" parTransId="{0F896AD4-32BF-425C-90C8-4B78A0D0B02C}" sibTransId="{E878DEEC-CA66-474E-BC90-C9473AC58498}"/>
    <dgm:cxn modelId="{EC3D6D61-4005-4082-9743-39A696BAA564}" type="presOf" srcId="{E1F32FE4-B068-4114-86D1-33B870CCBD72}" destId="{85BCDE4A-70E5-40A9-9FB4-8019C72EAC6F}" srcOrd="0" destOrd="0" presId="urn:microsoft.com/office/officeart/2005/8/layout/list1"/>
    <dgm:cxn modelId="{D2958A64-AB45-462E-86CD-6DE5D04F9C5B}" type="presOf" srcId="{8B394C04-8A1E-46A9-B443-5AB81DB9649C}" destId="{37C0724E-7F89-459E-8E36-1608D6DA241D}" srcOrd="0" destOrd="0" presId="urn:microsoft.com/office/officeart/2005/8/layout/list1"/>
    <dgm:cxn modelId="{379EC068-F0BD-49F4-A552-589296C48B13}" type="presOf" srcId="{442E8741-B6DB-4724-9407-C8CE2733492F}" destId="{B03F5DD8-AB7D-4C89-9C40-1F193667FE31}" srcOrd="1" destOrd="0" presId="urn:microsoft.com/office/officeart/2005/8/layout/list1"/>
    <dgm:cxn modelId="{3D9AD24D-D326-4647-B32F-8697ABB497D5}" type="presOf" srcId="{E1F32FE4-B068-4114-86D1-33B870CCBD72}" destId="{03E47FDE-821C-4946-AABC-B5E256AA1A65}" srcOrd="1" destOrd="0" presId="urn:microsoft.com/office/officeart/2005/8/layout/list1"/>
    <dgm:cxn modelId="{3FB5A76E-259C-4664-BA44-49BBDE86D47B}" srcId="{A823F251-EAF0-43BC-BFC6-213F4C59C5A8}" destId="{7EB774CC-8E6E-4932-AA7D-27FB7166DC28}" srcOrd="0" destOrd="0" parTransId="{D970346A-C995-4DCF-9580-CBF648F4BF0F}" sibTransId="{EC16A074-28BA-462F-92CB-0988ACEBDA54}"/>
    <dgm:cxn modelId="{53166B78-2A2F-4881-A5DB-CADEB5491724}" type="presOf" srcId="{7EB774CC-8E6E-4932-AA7D-27FB7166DC28}" destId="{60E11E6B-B171-40F2-9FAF-B30E30572EA3}" srcOrd="0" destOrd="0" presId="urn:microsoft.com/office/officeart/2005/8/layout/list1"/>
    <dgm:cxn modelId="{CC0BB978-368C-4BCD-8624-6DE1408A49BD}" type="presOf" srcId="{C17951B2-3684-4C4C-A7D4-93A79E67A8F5}" destId="{F877B395-C697-4F72-BAD3-43BBD5F3AB66}" srcOrd="0" destOrd="0" presId="urn:microsoft.com/office/officeart/2005/8/layout/list1"/>
    <dgm:cxn modelId="{08DD1A7A-C12A-48CA-9559-AEB6121549F7}" type="presOf" srcId="{B33EBF21-DBB1-4F89-868E-DC2612674399}" destId="{3D0DB6BE-AFE1-49B6-BCB6-9F8244E6ABD2}" srcOrd="0" destOrd="0" presId="urn:microsoft.com/office/officeart/2005/8/layout/list1"/>
    <dgm:cxn modelId="{C52D5F7A-AF1E-49C5-9C84-715D5402DFB2}" srcId="{8B394C04-8A1E-46A9-B443-5AB81DB9649C}" destId="{E1F32FE4-B068-4114-86D1-33B870CCBD72}" srcOrd="1" destOrd="0" parTransId="{A7D411E7-2291-422D-AB97-932A998058B1}" sibTransId="{5C3841E4-7BF8-47CA-BE8C-7B2D7D934B54}"/>
    <dgm:cxn modelId="{0440B480-3BF2-4CAD-B8AC-795797EEBD8E}" type="presOf" srcId="{DB5D795B-8207-4DD1-97D5-0A930B58B813}" destId="{8C837380-6380-4E60-BA45-9506D8FA3859}" srcOrd="0" destOrd="0" presId="urn:microsoft.com/office/officeart/2005/8/layout/list1"/>
    <dgm:cxn modelId="{9D027581-FA4C-4602-BFFA-79A7582E6901}" type="presOf" srcId="{D6001316-068A-409E-B759-C1EA6A4C1D1B}" destId="{EDFAB46D-809F-4EF2-B8A9-CA03D6925AB1}" srcOrd="0" destOrd="0" presId="urn:microsoft.com/office/officeart/2005/8/layout/list1"/>
    <dgm:cxn modelId="{487D9083-F620-49C3-9E03-7CBEE3E86021}" srcId="{8B394C04-8A1E-46A9-B443-5AB81DB9649C}" destId="{C17951B2-3684-4C4C-A7D4-93A79E67A8F5}" srcOrd="5" destOrd="0" parTransId="{EE620B3C-CEBB-4FB2-8EC5-69489F1DEDB8}" sibTransId="{7F75FCE5-1A9F-4351-9603-62253849BAF1}"/>
    <dgm:cxn modelId="{3E6FAF8D-3326-4332-B652-7A5FC50C4EC1}" srcId="{8B394C04-8A1E-46A9-B443-5AB81DB9649C}" destId="{6EB0E983-BE0F-494C-9012-C03D58E5DF71}" srcOrd="7" destOrd="0" parTransId="{37E89FE2-A5BB-4099-B782-6230C6504E4F}" sibTransId="{54B5BD60-753F-40E0-BCB4-BEFE6102B7A3}"/>
    <dgm:cxn modelId="{41BCD396-F86B-4148-A513-3DCC5A3B2769}" type="presOf" srcId="{D6001316-068A-409E-B759-C1EA6A4C1D1B}" destId="{A848F274-B962-412D-A098-AF4362BE260D}" srcOrd="1" destOrd="0" presId="urn:microsoft.com/office/officeart/2005/8/layout/list1"/>
    <dgm:cxn modelId="{6B26919E-235A-4B2C-9295-09A6BC78C0B3}" type="presOf" srcId="{442E8741-B6DB-4724-9407-C8CE2733492F}" destId="{60A496E7-9A22-40A3-8709-CDC8B8C80C34}" srcOrd="0" destOrd="0" presId="urn:microsoft.com/office/officeart/2005/8/layout/list1"/>
    <dgm:cxn modelId="{123C25A2-2FCE-4591-9E9F-B4172703F9CB}" srcId="{442E8741-B6DB-4724-9407-C8CE2733492F}" destId="{FA89C280-25F2-44E3-A9BF-4947C57DA7B8}" srcOrd="0" destOrd="0" parTransId="{04B923BC-6196-4B5D-A43B-0FD1D38DFF9D}" sibTransId="{AD5BA295-D81E-4E2A-8FA4-D9DF7DD89D45}"/>
    <dgm:cxn modelId="{C6D59EAB-333B-4252-AD2A-81956A7585CB}" srcId="{3455CD81-FF60-4E58-B77C-36B475F5A59A}" destId="{B33EBF21-DBB1-4F89-868E-DC2612674399}" srcOrd="0" destOrd="0" parTransId="{6693A765-6597-4D43-A673-EF128421F429}" sibTransId="{99361C28-E230-4A03-8186-2F848B5F144F}"/>
    <dgm:cxn modelId="{F3F81FB4-5BFF-49AA-BBA7-6775C8FC1580}" type="presOf" srcId="{672AADC4-F98C-4D75-8D2C-E269B6A30C48}" destId="{2C642494-B181-433E-9EE0-96BC5A8AC979}" srcOrd="0" destOrd="0" presId="urn:microsoft.com/office/officeart/2005/8/layout/list1"/>
    <dgm:cxn modelId="{223BE7BD-78FB-440F-8510-0ABD5757D26E}" srcId="{D6001316-068A-409E-B759-C1EA6A4C1D1B}" destId="{DB5D795B-8207-4DD1-97D5-0A930B58B813}" srcOrd="0" destOrd="0" parTransId="{5215119C-344B-497C-ABF9-F878324A31EE}" sibTransId="{7B5DADFB-EA75-41AA-A102-25608515E738}"/>
    <dgm:cxn modelId="{8C53AFBF-8F53-4D8E-AC80-E359578FDB71}" type="presOf" srcId="{3455CD81-FF60-4E58-B77C-36B475F5A59A}" destId="{2394ADDA-1818-4D6E-B2A4-5CB0FF668842}" srcOrd="0" destOrd="0" presId="urn:microsoft.com/office/officeart/2005/8/layout/list1"/>
    <dgm:cxn modelId="{B03CFCC3-A7E6-43E2-B0A8-C960BFCAD30E}" type="presOf" srcId="{A823F251-EAF0-43BC-BFC6-213F4C59C5A8}" destId="{D3E3D174-7339-43FB-A1E9-C54361273667}" srcOrd="0" destOrd="0" presId="urn:microsoft.com/office/officeart/2005/8/layout/list1"/>
    <dgm:cxn modelId="{E9B8FEC7-02E4-426C-A933-387536B6D43F}" srcId="{8B394C04-8A1E-46A9-B443-5AB81DB9649C}" destId="{D6001316-068A-409E-B759-C1EA6A4C1D1B}" srcOrd="4" destOrd="0" parTransId="{18D79929-64AD-4B96-AB68-98FA45F9D874}" sibTransId="{D866CBC1-CA51-4892-A7A7-1EA473E85D55}"/>
    <dgm:cxn modelId="{437B6DE2-07B0-497B-B695-FD1AB2754D28}" type="presOf" srcId="{6EB0E983-BE0F-494C-9012-C03D58E5DF71}" destId="{10861FB8-7F0C-43E1-9246-634B280BD315}" srcOrd="1" destOrd="0" presId="urn:microsoft.com/office/officeart/2005/8/layout/list1"/>
    <dgm:cxn modelId="{C346DDE9-4EA0-4B8C-93AF-17BCA7ABB9F3}" type="presOf" srcId="{FA89C280-25F2-44E3-A9BF-4947C57DA7B8}" destId="{1CD32808-9350-49D1-89E7-A3250D8AC459}" srcOrd="0" destOrd="0" presId="urn:microsoft.com/office/officeart/2005/8/layout/list1"/>
    <dgm:cxn modelId="{E9B70EEF-81EA-433A-922E-C2CB4DB52065}" type="presOf" srcId="{A823F251-EAF0-43BC-BFC6-213F4C59C5A8}" destId="{B6B0D24C-7CC3-45DA-B523-6B7366FA7536}" srcOrd="1" destOrd="0" presId="urn:microsoft.com/office/officeart/2005/8/layout/list1"/>
    <dgm:cxn modelId="{0C538AF3-E664-457B-A190-3E5A5A573491}" srcId="{8B394C04-8A1E-46A9-B443-5AB81DB9649C}" destId="{3455CD81-FF60-4E58-B77C-36B475F5A59A}" srcOrd="0" destOrd="0" parTransId="{CCE629BC-FAAE-4219-AA77-54E81F4AE667}" sibTransId="{40CA8CF3-6219-44BA-86CF-909301C9ADAB}"/>
    <dgm:cxn modelId="{9D28F8FA-A4E1-4550-8DC2-3B67A7DC2A2F}" srcId="{8B394C04-8A1E-46A9-B443-5AB81DB9649C}" destId="{A823F251-EAF0-43BC-BFC6-213F4C59C5A8}" srcOrd="2" destOrd="0" parTransId="{28963C75-BD42-4702-B103-9FB48431BF6E}" sibTransId="{22EE9352-0374-404F-A220-0DCDD2A7A262}"/>
    <dgm:cxn modelId="{62BE1BFD-8026-452D-8724-2FC819A9808E}" type="presOf" srcId="{35A8F7C3-5541-4206-8E99-FC229C855CCF}" destId="{FC3075D9-31E1-43BD-BC9E-BDCADE1A72EB}" srcOrd="1" destOrd="0" presId="urn:microsoft.com/office/officeart/2005/8/layout/list1"/>
    <dgm:cxn modelId="{BCE2872A-5C4B-4EBB-995E-CBC6004CCDA0}" type="presParOf" srcId="{37C0724E-7F89-459E-8E36-1608D6DA241D}" destId="{1D61AA04-1A55-4A32-AF5E-21B4EAF6C455}" srcOrd="0" destOrd="0" presId="urn:microsoft.com/office/officeart/2005/8/layout/list1"/>
    <dgm:cxn modelId="{C10E0986-B9DD-4EF1-B6B3-5FD4C99CF2D7}" type="presParOf" srcId="{1D61AA04-1A55-4A32-AF5E-21B4EAF6C455}" destId="{2394ADDA-1818-4D6E-B2A4-5CB0FF668842}" srcOrd="0" destOrd="0" presId="urn:microsoft.com/office/officeart/2005/8/layout/list1"/>
    <dgm:cxn modelId="{27E4A02F-ECE6-46CF-9003-12AABC5D710B}" type="presParOf" srcId="{1D61AA04-1A55-4A32-AF5E-21B4EAF6C455}" destId="{6673AFA5-A5B2-4652-92B0-378D13311C79}" srcOrd="1" destOrd="0" presId="urn:microsoft.com/office/officeart/2005/8/layout/list1"/>
    <dgm:cxn modelId="{261D2F1E-D25B-4C24-B460-F4D187B59307}" type="presParOf" srcId="{37C0724E-7F89-459E-8E36-1608D6DA241D}" destId="{63F2A4DD-A809-4006-BFB1-038AE8E9B4D6}" srcOrd="1" destOrd="0" presId="urn:microsoft.com/office/officeart/2005/8/layout/list1"/>
    <dgm:cxn modelId="{02DC9894-F22C-4C0F-9C7D-136DAB51F0B1}" type="presParOf" srcId="{37C0724E-7F89-459E-8E36-1608D6DA241D}" destId="{3D0DB6BE-AFE1-49B6-BCB6-9F8244E6ABD2}" srcOrd="2" destOrd="0" presId="urn:microsoft.com/office/officeart/2005/8/layout/list1"/>
    <dgm:cxn modelId="{1BE08C9E-519D-45EF-A5A9-6457094526EC}" type="presParOf" srcId="{37C0724E-7F89-459E-8E36-1608D6DA241D}" destId="{AE90CB00-DE8F-4C33-9088-704C4ECDB011}" srcOrd="3" destOrd="0" presId="urn:microsoft.com/office/officeart/2005/8/layout/list1"/>
    <dgm:cxn modelId="{F759F5E7-A57E-4C21-AD1A-9EF6E7ACB4ED}" type="presParOf" srcId="{37C0724E-7F89-459E-8E36-1608D6DA241D}" destId="{FBE40656-1F42-4D45-B395-D3D0C956B530}" srcOrd="4" destOrd="0" presId="urn:microsoft.com/office/officeart/2005/8/layout/list1"/>
    <dgm:cxn modelId="{116E3BB4-B3AA-448B-9DB3-EDECC2C85A29}" type="presParOf" srcId="{FBE40656-1F42-4D45-B395-D3D0C956B530}" destId="{85BCDE4A-70E5-40A9-9FB4-8019C72EAC6F}" srcOrd="0" destOrd="0" presId="urn:microsoft.com/office/officeart/2005/8/layout/list1"/>
    <dgm:cxn modelId="{FE6EFF24-5A19-4197-A0EA-939CE0730E9E}" type="presParOf" srcId="{FBE40656-1F42-4D45-B395-D3D0C956B530}" destId="{03E47FDE-821C-4946-AABC-B5E256AA1A65}" srcOrd="1" destOrd="0" presId="urn:microsoft.com/office/officeart/2005/8/layout/list1"/>
    <dgm:cxn modelId="{36645B2F-3243-4CB3-A472-D67C1EEBE0BB}" type="presParOf" srcId="{37C0724E-7F89-459E-8E36-1608D6DA241D}" destId="{36AF26A3-E246-4BE6-BA0B-B5B9B7E058FC}" srcOrd="5" destOrd="0" presId="urn:microsoft.com/office/officeart/2005/8/layout/list1"/>
    <dgm:cxn modelId="{BC353568-987B-4A04-9EE2-2B4A8E0EC75B}" type="presParOf" srcId="{37C0724E-7F89-459E-8E36-1608D6DA241D}" destId="{2C642494-B181-433E-9EE0-96BC5A8AC979}" srcOrd="6" destOrd="0" presId="urn:microsoft.com/office/officeart/2005/8/layout/list1"/>
    <dgm:cxn modelId="{91FF42DF-7B1D-4D6A-97C3-5BB2FF65BC50}" type="presParOf" srcId="{37C0724E-7F89-459E-8E36-1608D6DA241D}" destId="{D967DC59-127A-48DA-8343-C30BB6B80B75}" srcOrd="7" destOrd="0" presId="urn:microsoft.com/office/officeart/2005/8/layout/list1"/>
    <dgm:cxn modelId="{2F423A30-8498-4D7A-8AF3-900153C2FAA4}" type="presParOf" srcId="{37C0724E-7F89-459E-8E36-1608D6DA241D}" destId="{9E3DD6F0-A402-47FC-BC69-5CE235E685C2}" srcOrd="8" destOrd="0" presId="urn:microsoft.com/office/officeart/2005/8/layout/list1"/>
    <dgm:cxn modelId="{00D97024-4358-4ABF-9BDF-45DC71858FCD}" type="presParOf" srcId="{9E3DD6F0-A402-47FC-BC69-5CE235E685C2}" destId="{D3E3D174-7339-43FB-A1E9-C54361273667}" srcOrd="0" destOrd="0" presId="urn:microsoft.com/office/officeart/2005/8/layout/list1"/>
    <dgm:cxn modelId="{0A811E4C-C83E-4E27-B717-413635CECF4B}" type="presParOf" srcId="{9E3DD6F0-A402-47FC-BC69-5CE235E685C2}" destId="{B6B0D24C-7CC3-45DA-B523-6B7366FA7536}" srcOrd="1" destOrd="0" presId="urn:microsoft.com/office/officeart/2005/8/layout/list1"/>
    <dgm:cxn modelId="{F03C1958-66BE-41C7-8054-8D38B81B1571}" type="presParOf" srcId="{37C0724E-7F89-459E-8E36-1608D6DA241D}" destId="{468098FF-5D3F-4496-B4C6-95CFCAABE86D}" srcOrd="9" destOrd="0" presId="urn:microsoft.com/office/officeart/2005/8/layout/list1"/>
    <dgm:cxn modelId="{09886D1E-4CE1-4E7F-89CE-8AC3C1957F05}" type="presParOf" srcId="{37C0724E-7F89-459E-8E36-1608D6DA241D}" destId="{60E11E6B-B171-40F2-9FAF-B30E30572EA3}" srcOrd="10" destOrd="0" presId="urn:microsoft.com/office/officeart/2005/8/layout/list1"/>
    <dgm:cxn modelId="{50D10619-918A-44CB-A5D2-50137E26E414}" type="presParOf" srcId="{37C0724E-7F89-459E-8E36-1608D6DA241D}" destId="{4A174F27-EEF2-43C2-A300-B84B959A6D7A}" srcOrd="11" destOrd="0" presId="urn:microsoft.com/office/officeart/2005/8/layout/list1"/>
    <dgm:cxn modelId="{B93371C4-5AB2-4FD6-86DB-74ECB3179196}" type="presParOf" srcId="{37C0724E-7F89-459E-8E36-1608D6DA241D}" destId="{2D670B51-FA95-4639-AB67-DC294E2E968A}" srcOrd="12" destOrd="0" presId="urn:microsoft.com/office/officeart/2005/8/layout/list1"/>
    <dgm:cxn modelId="{1C63B374-061D-4D8F-A069-34AB68E2A166}" type="presParOf" srcId="{2D670B51-FA95-4639-AB67-DC294E2E968A}" destId="{60A496E7-9A22-40A3-8709-CDC8B8C80C34}" srcOrd="0" destOrd="0" presId="urn:microsoft.com/office/officeart/2005/8/layout/list1"/>
    <dgm:cxn modelId="{5AE566BD-3416-4ECB-9E0C-8D1EE612AD3B}" type="presParOf" srcId="{2D670B51-FA95-4639-AB67-DC294E2E968A}" destId="{B03F5DD8-AB7D-4C89-9C40-1F193667FE31}" srcOrd="1" destOrd="0" presId="urn:microsoft.com/office/officeart/2005/8/layout/list1"/>
    <dgm:cxn modelId="{850000F4-BCD2-42F5-A69E-7A7F054009A9}" type="presParOf" srcId="{37C0724E-7F89-459E-8E36-1608D6DA241D}" destId="{6E0373A8-C4BE-4D89-A45D-9985E0E482E2}" srcOrd="13" destOrd="0" presId="urn:microsoft.com/office/officeart/2005/8/layout/list1"/>
    <dgm:cxn modelId="{4585556E-3C2C-4606-A3B3-B8395031E075}" type="presParOf" srcId="{37C0724E-7F89-459E-8E36-1608D6DA241D}" destId="{1CD32808-9350-49D1-89E7-A3250D8AC459}" srcOrd="14" destOrd="0" presId="urn:microsoft.com/office/officeart/2005/8/layout/list1"/>
    <dgm:cxn modelId="{F159441F-5196-41D5-AB80-417931A47736}" type="presParOf" srcId="{37C0724E-7F89-459E-8E36-1608D6DA241D}" destId="{E96A1256-225C-4872-AFF9-DAC5E94B93CE}" srcOrd="15" destOrd="0" presId="urn:microsoft.com/office/officeart/2005/8/layout/list1"/>
    <dgm:cxn modelId="{D3A762FA-B6FC-4BDA-B6AC-3575F3F19923}" type="presParOf" srcId="{37C0724E-7F89-459E-8E36-1608D6DA241D}" destId="{4FFCC9E3-0209-43C4-86B2-45A24BAD9028}" srcOrd="16" destOrd="0" presId="urn:microsoft.com/office/officeart/2005/8/layout/list1"/>
    <dgm:cxn modelId="{003DD3A0-46A5-4256-AFD5-15BC37C3A609}" type="presParOf" srcId="{4FFCC9E3-0209-43C4-86B2-45A24BAD9028}" destId="{EDFAB46D-809F-4EF2-B8A9-CA03D6925AB1}" srcOrd="0" destOrd="0" presId="urn:microsoft.com/office/officeart/2005/8/layout/list1"/>
    <dgm:cxn modelId="{8AB01FCF-C9DB-4B39-9DC2-1F0EAB6161FF}" type="presParOf" srcId="{4FFCC9E3-0209-43C4-86B2-45A24BAD9028}" destId="{A848F274-B962-412D-A098-AF4362BE260D}" srcOrd="1" destOrd="0" presId="urn:microsoft.com/office/officeart/2005/8/layout/list1"/>
    <dgm:cxn modelId="{9C616A4C-804E-4FD9-9974-1E13B2EC4A4F}" type="presParOf" srcId="{37C0724E-7F89-459E-8E36-1608D6DA241D}" destId="{AE860676-8D98-4CC3-B5CD-C4BE99DA538E}" srcOrd="17" destOrd="0" presId="urn:microsoft.com/office/officeart/2005/8/layout/list1"/>
    <dgm:cxn modelId="{4BC1E4E3-B62A-46AC-8DC3-160B9D49B574}" type="presParOf" srcId="{37C0724E-7F89-459E-8E36-1608D6DA241D}" destId="{8C837380-6380-4E60-BA45-9506D8FA3859}" srcOrd="18" destOrd="0" presId="urn:microsoft.com/office/officeart/2005/8/layout/list1"/>
    <dgm:cxn modelId="{E4346FF4-485A-424F-99E7-CF89A946A094}" type="presParOf" srcId="{37C0724E-7F89-459E-8E36-1608D6DA241D}" destId="{C495D6A6-3664-46BE-8366-0BF38CF3D40F}" srcOrd="19" destOrd="0" presId="urn:microsoft.com/office/officeart/2005/8/layout/list1"/>
    <dgm:cxn modelId="{D563039E-AA7C-41C9-8CEB-1AD8B74F57B4}" type="presParOf" srcId="{37C0724E-7F89-459E-8E36-1608D6DA241D}" destId="{61F13517-2B87-41D0-B39F-D2CB8BEF6A95}" srcOrd="20" destOrd="0" presId="urn:microsoft.com/office/officeart/2005/8/layout/list1"/>
    <dgm:cxn modelId="{AA00F5CF-593F-44E6-B2F8-26C98862455A}" type="presParOf" srcId="{61F13517-2B87-41D0-B39F-D2CB8BEF6A95}" destId="{F877B395-C697-4F72-BAD3-43BBD5F3AB66}" srcOrd="0" destOrd="0" presId="urn:microsoft.com/office/officeart/2005/8/layout/list1"/>
    <dgm:cxn modelId="{98FC091C-C9A7-4129-AA56-291F63920162}" type="presParOf" srcId="{61F13517-2B87-41D0-B39F-D2CB8BEF6A95}" destId="{D2BB8AD6-5EBB-428B-92BA-0A6B4DEDCAEC}" srcOrd="1" destOrd="0" presId="urn:microsoft.com/office/officeart/2005/8/layout/list1"/>
    <dgm:cxn modelId="{6299CACA-4116-415D-98FA-ADBAB11D28BF}" type="presParOf" srcId="{37C0724E-7F89-459E-8E36-1608D6DA241D}" destId="{EBF6B547-49C6-4B39-AEA6-578551392804}" srcOrd="21" destOrd="0" presId="urn:microsoft.com/office/officeart/2005/8/layout/list1"/>
    <dgm:cxn modelId="{D2364F08-A4BA-4472-B59E-0DEE60B1F144}" type="presParOf" srcId="{37C0724E-7F89-459E-8E36-1608D6DA241D}" destId="{1FDCB1D7-5956-48F7-AB41-85898D8DA4B1}" srcOrd="22" destOrd="0" presId="urn:microsoft.com/office/officeart/2005/8/layout/list1"/>
    <dgm:cxn modelId="{AA728E1D-71C1-40EA-9D91-044334212045}" type="presParOf" srcId="{37C0724E-7F89-459E-8E36-1608D6DA241D}" destId="{2DB88C9F-2B4B-4F3A-A052-29B842DD303C}" srcOrd="23" destOrd="0" presId="urn:microsoft.com/office/officeart/2005/8/layout/list1"/>
    <dgm:cxn modelId="{AA83EFAC-8558-4D6D-B575-FBF98FE94AF8}" type="presParOf" srcId="{37C0724E-7F89-459E-8E36-1608D6DA241D}" destId="{20503741-9F65-4072-B4C6-91E40F88EE30}" srcOrd="24" destOrd="0" presId="urn:microsoft.com/office/officeart/2005/8/layout/list1"/>
    <dgm:cxn modelId="{09D82338-CAEC-403C-A79B-E64F16B7902F}" type="presParOf" srcId="{20503741-9F65-4072-B4C6-91E40F88EE30}" destId="{EA286B55-A276-4992-9681-335024EC9550}" srcOrd="0" destOrd="0" presId="urn:microsoft.com/office/officeart/2005/8/layout/list1"/>
    <dgm:cxn modelId="{69881A43-6E27-47EA-8F9A-8CE9119FC8B8}" type="presParOf" srcId="{20503741-9F65-4072-B4C6-91E40F88EE30}" destId="{FC3075D9-31E1-43BD-BC9E-BDCADE1A72EB}" srcOrd="1" destOrd="0" presId="urn:microsoft.com/office/officeart/2005/8/layout/list1"/>
    <dgm:cxn modelId="{AF539682-5A7E-4AC5-9B5A-CD13B64F8AB8}" type="presParOf" srcId="{37C0724E-7F89-459E-8E36-1608D6DA241D}" destId="{8DE12555-2A53-4833-BA68-535CC559B6A9}" srcOrd="25" destOrd="0" presId="urn:microsoft.com/office/officeart/2005/8/layout/list1"/>
    <dgm:cxn modelId="{A16EA45C-A1B0-45E8-B0F4-FEF836B9B558}" type="presParOf" srcId="{37C0724E-7F89-459E-8E36-1608D6DA241D}" destId="{D541F29A-5C0C-4135-9767-0EF3F7535CAC}" srcOrd="26" destOrd="0" presId="urn:microsoft.com/office/officeart/2005/8/layout/list1"/>
    <dgm:cxn modelId="{EC59D0C5-7FF3-4851-89C2-940188FDAD53}" type="presParOf" srcId="{37C0724E-7F89-459E-8E36-1608D6DA241D}" destId="{D1EF2968-891A-4970-BC0D-9C597C27AD2B}" srcOrd="27" destOrd="0" presId="urn:microsoft.com/office/officeart/2005/8/layout/list1"/>
    <dgm:cxn modelId="{DCCA1FAB-869D-4301-8EB2-54FEC9D3355A}" type="presParOf" srcId="{37C0724E-7F89-459E-8E36-1608D6DA241D}" destId="{B0B4ED02-5270-47DB-A315-C0D44BC521DA}" srcOrd="28" destOrd="0" presId="urn:microsoft.com/office/officeart/2005/8/layout/list1"/>
    <dgm:cxn modelId="{936B77FC-903F-43F4-BFE4-95EDCFA0B343}" type="presParOf" srcId="{B0B4ED02-5270-47DB-A315-C0D44BC521DA}" destId="{CACC460E-48D7-40CE-B725-D98519B9DF44}" srcOrd="0" destOrd="0" presId="urn:microsoft.com/office/officeart/2005/8/layout/list1"/>
    <dgm:cxn modelId="{258273F8-AF8C-44D1-A895-D517F42FF580}" type="presParOf" srcId="{B0B4ED02-5270-47DB-A315-C0D44BC521DA}" destId="{10861FB8-7F0C-43E1-9246-634B280BD315}" srcOrd="1" destOrd="0" presId="urn:microsoft.com/office/officeart/2005/8/layout/list1"/>
    <dgm:cxn modelId="{012ABDFE-0F93-46D1-A74C-5E902894145A}" type="presParOf" srcId="{37C0724E-7F89-459E-8E36-1608D6DA241D}" destId="{DD65AD98-54A6-4B7C-8FA5-81C71E9A038C}" srcOrd="29" destOrd="0" presId="urn:microsoft.com/office/officeart/2005/8/layout/list1"/>
    <dgm:cxn modelId="{C2BC10E3-9F84-4E39-A0B5-04E756C99D29}" type="presParOf" srcId="{37C0724E-7F89-459E-8E36-1608D6DA241D}" destId="{5D672DC4-09CA-4B21-8A39-09FB48EFD62F}" srcOrd="3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BC30E84E-31B2-4BB2-8A22-5756B0D9CB93}" type="doc">
      <dgm:prSet loTypeId="urn:microsoft.com/office/officeart/2005/8/layout/list1" loCatId="list" qsTypeId="urn:microsoft.com/office/officeart/2005/8/quickstyle/simple3" qsCatId="simple" csTypeId="urn:microsoft.com/office/officeart/2005/8/colors/colorful3" csCatId="colorful" phldr="1"/>
      <dgm:spPr/>
      <dgm:t>
        <a:bodyPr/>
        <a:lstStyle/>
        <a:p>
          <a:endParaRPr lang="ru-BY"/>
        </a:p>
      </dgm:t>
    </dgm:pt>
    <dgm:pt modelId="{06EE430E-526E-4DA7-BFE2-1FE461001DAC}">
      <dgm:prSet phldrT="[Текст]" custT="1"/>
      <dgm:spPr/>
      <dgm:t>
        <a:bodyPr/>
        <a:lstStyle/>
        <a:p>
          <a:r>
            <a:rPr lang="ru-RU" sz="1800" dirty="0"/>
            <a:t>на каждую функцию - хотя бы один тест; </a:t>
          </a:r>
          <a:endParaRPr lang="ru-BY" sz="1800" dirty="0"/>
        </a:p>
      </dgm:t>
    </dgm:pt>
    <dgm:pt modelId="{8EF1A954-162E-45A9-ADAF-9B6E334B979A}" type="parTrans" cxnId="{9CE8D258-72DA-4011-815E-BF0E838B5893}">
      <dgm:prSet/>
      <dgm:spPr/>
      <dgm:t>
        <a:bodyPr/>
        <a:lstStyle/>
        <a:p>
          <a:endParaRPr lang="ru-BY"/>
        </a:p>
      </dgm:t>
    </dgm:pt>
    <dgm:pt modelId="{DD243241-6730-4559-80DF-FC0DE4467D60}" type="sibTrans" cxnId="{9CE8D258-72DA-4011-815E-BF0E838B5893}">
      <dgm:prSet/>
      <dgm:spPr/>
      <dgm:t>
        <a:bodyPr/>
        <a:lstStyle/>
        <a:p>
          <a:endParaRPr lang="ru-BY"/>
        </a:p>
      </dgm:t>
    </dgm:pt>
    <dgm:pt modelId="{A004F50B-11EA-4885-8C55-DAA6C3BE8FBE}">
      <dgm:prSet custT="1"/>
      <dgm:spPr/>
      <dgm:t>
        <a:bodyPr/>
        <a:lstStyle/>
        <a:p>
          <a:r>
            <a:rPr lang="ru-RU" sz="1800" dirty="0"/>
            <a:t>на каждую область и на каждую границу  изменения  входной  величины  -  хотя  бы  один  тест; </a:t>
          </a:r>
          <a:endParaRPr lang="ru-BY" sz="1800" dirty="0"/>
        </a:p>
      </dgm:t>
    </dgm:pt>
    <dgm:pt modelId="{70B0321C-8C9B-41A0-9830-4B70C0B3220E}" type="parTrans" cxnId="{F65E5433-F952-4169-BD18-40AD12C082E3}">
      <dgm:prSet/>
      <dgm:spPr/>
      <dgm:t>
        <a:bodyPr/>
        <a:lstStyle/>
        <a:p>
          <a:endParaRPr lang="ru-BY"/>
        </a:p>
      </dgm:t>
    </dgm:pt>
    <dgm:pt modelId="{E58F5A61-C0D2-4A2B-BAF0-BB8539EB2279}" type="sibTrans" cxnId="{F65E5433-F952-4169-BD18-40AD12C082E3}">
      <dgm:prSet/>
      <dgm:spPr/>
      <dgm:t>
        <a:bodyPr/>
        <a:lstStyle/>
        <a:p>
          <a:endParaRPr lang="ru-BY"/>
        </a:p>
      </dgm:t>
    </dgm:pt>
    <dgm:pt modelId="{B38DBBC9-29BF-4FB5-8704-D997B42E9E51}">
      <dgm:prSet custT="1"/>
      <dgm:spPr/>
      <dgm:t>
        <a:bodyPr/>
        <a:lstStyle/>
        <a:p>
          <a:r>
            <a:rPr lang="ru-RU" sz="1800" dirty="0"/>
            <a:t>на  каждую исключительную ситуацию, указанную в спецификациях, - хотя бы один тест. </a:t>
          </a:r>
          <a:endParaRPr lang="ru-BY" sz="1800" dirty="0"/>
        </a:p>
      </dgm:t>
    </dgm:pt>
    <dgm:pt modelId="{0B5F58D7-9DC0-46DD-8B86-A41DC7E09E16}" type="parTrans" cxnId="{3B2AB42F-3C77-40D5-B129-E1CAE959A98E}">
      <dgm:prSet/>
      <dgm:spPr/>
      <dgm:t>
        <a:bodyPr/>
        <a:lstStyle/>
        <a:p>
          <a:endParaRPr lang="ru-BY"/>
        </a:p>
      </dgm:t>
    </dgm:pt>
    <dgm:pt modelId="{335830AD-8F88-4A70-A899-F20048ABE976}" type="sibTrans" cxnId="{3B2AB42F-3C77-40D5-B129-E1CAE959A98E}">
      <dgm:prSet/>
      <dgm:spPr/>
      <dgm:t>
        <a:bodyPr/>
        <a:lstStyle/>
        <a:p>
          <a:endParaRPr lang="ru-BY"/>
        </a:p>
      </dgm:t>
    </dgm:pt>
    <dgm:pt modelId="{7D46B29B-C9A7-4663-868C-19DF458E22D8}" type="pres">
      <dgm:prSet presAssocID="{BC30E84E-31B2-4BB2-8A22-5756B0D9CB93}" presName="linear" presStyleCnt="0">
        <dgm:presLayoutVars>
          <dgm:dir/>
          <dgm:animLvl val="lvl"/>
          <dgm:resizeHandles val="exact"/>
        </dgm:presLayoutVars>
      </dgm:prSet>
      <dgm:spPr/>
    </dgm:pt>
    <dgm:pt modelId="{140AD51D-F551-4A6B-9D53-BFF3E2279128}" type="pres">
      <dgm:prSet presAssocID="{06EE430E-526E-4DA7-BFE2-1FE461001DAC}" presName="parentLin" presStyleCnt="0"/>
      <dgm:spPr/>
    </dgm:pt>
    <dgm:pt modelId="{576D6237-4B20-46F1-B51E-0599C8EBAD69}" type="pres">
      <dgm:prSet presAssocID="{06EE430E-526E-4DA7-BFE2-1FE461001DAC}" presName="parentLeftMargin" presStyleLbl="node1" presStyleIdx="0" presStyleCnt="3"/>
      <dgm:spPr/>
    </dgm:pt>
    <dgm:pt modelId="{54C0CEAC-CBFA-4B1D-A8EC-50985205968C}" type="pres">
      <dgm:prSet presAssocID="{06EE430E-526E-4DA7-BFE2-1FE461001DAC}" presName="parentText" presStyleLbl="node1" presStyleIdx="0" presStyleCnt="3">
        <dgm:presLayoutVars>
          <dgm:chMax val="0"/>
          <dgm:bulletEnabled val="1"/>
        </dgm:presLayoutVars>
      </dgm:prSet>
      <dgm:spPr/>
    </dgm:pt>
    <dgm:pt modelId="{5BC4BF5A-CCBE-46FF-96BE-6450387D70CF}" type="pres">
      <dgm:prSet presAssocID="{06EE430E-526E-4DA7-BFE2-1FE461001DAC}" presName="negativeSpace" presStyleCnt="0"/>
      <dgm:spPr/>
    </dgm:pt>
    <dgm:pt modelId="{E0575B04-DED6-42A6-AAF1-0140A7D4FADC}" type="pres">
      <dgm:prSet presAssocID="{06EE430E-526E-4DA7-BFE2-1FE461001DAC}" presName="childText" presStyleLbl="conFgAcc1" presStyleIdx="0" presStyleCnt="3">
        <dgm:presLayoutVars>
          <dgm:bulletEnabled val="1"/>
        </dgm:presLayoutVars>
      </dgm:prSet>
      <dgm:spPr/>
    </dgm:pt>
    <dgm:pt modelId="{38A1E45A-F7D4-483A-B319-F4BE426A75FF}" type="pres">
      <dgm:prSet presAssocID="{DD243241-6730-4559-80DF-FC0DE4467D60}" presName="spaceBetweenRectangles" presStyleCnt="0"/>
      <dgm:spPr/>
    </dgm:pt>
    <dgm:pt modelId="{E1B5C281-BE12-4F1A-B388-3CC8D5CC978A}" type="pres">
      <dgm:prSet presAssocID="{A004F50B-11EA-4885-8C55-DAA6C3BE8FBE}" presName="parentLin" presStyleCnt="0"/>
      <dgm:spPr/>
    </dgm:pt>
    <dgm:pt modelId="{ACEA470B-D9A1-4741-9CC9-72B0D0BDB2E2}" type="pres">
      <dgm:prSet presAssocID="{A004F50B-11EA-4885-8C55-DAA6C3BE8FBE}" presName="parentLeftMargin" presStyleLbl="node1" presStyleIdx="0" presStyleCnt="3"/>
      <dgm:spPr/>
    </dgm:pt>
    <dgm:pt modelId="{8A049A7E-73CD-4830-B5E1-68E47E7791E6}" type="pres">
      <dgm:prSet presAssocID="{A004F50B-11EA-4885-8C55-DAA6C3BE8FBE}" presName="parentText" presStyleLbl="node1" presStyleIdx="1" presStyleCnt="3">
        <dgm:presLayoutVars>
          <dgm:chMax val="0"/>
          <dgm:bulletEnabled val="1"/>
        </dgm:presLayoutVars>
      </dgm:prSet>
      <dgm:spPr/>
    </dgm:pt>
    <dgm:pt modelId="{1474F72F-7EBD-4C8A-9B88-9CFDFE69FDA6}" type="pres">
      <dgm:prSet presAssocID="{A004F50B-11EA-4885-8C55-DAA6C3BE8FBE}" presName="negativeSpace" presStyleCnt="0"/>
      <dgm:spPr/>
    </dgm:pt>
    <dgm:pt modelId="{2312D4E8-E319-4AE1-BDA4-18390CAF9253}" type="pres">
      <dgm:prSet presAssocID="{A004F50B-11EA-4885-8C55-DAA6C3BE8FBE}" presName="childText" presStyleLbl="conFgAcc1" presStyleIdx="1" presStyleCnt="3">
        <dgm:presLayoutVars>
          <dgm:bulletEnabled val="1"/>
        </dgm:presLayoutVars>
      </dgm:prSet>
      <dgm:spPr/>
    </dgm:pt>
    <dgm:pt modelId="{E8A930BD-2A49-477A-9C03-88EBF027397B}" type="pres">
      <dgm:prSet presAssocID="{E58F5A61-C0D2-4A2B-BAF0-BB8539EB2279}" presName="spaceBetweenRectangles" presStyleCnt="0"/>
      <dgm:spPr/>
    </dgm:pt>
    <dgm:pt modelId="{926C4D41-B51C-415F-BE8D-EC8BC48E6ACD}" type="pres">
      <dgm:prSet presAssocID="{B38DBBC9-29BF-4FB5-8704-D997B42E9E51}" presName="parentLin" presStyleCnt="0"/>
      <dgm:spPr/>
    </dgm:pt>
    <dgm:pt modelId="{C7EEDFC4-DE57-4EB2-80C6-C6B58AA6A084}" type="pres">
      <dgm:prSet presAssocID="{B38DBBC9-29BF-4FB5-8704-D997B42E9E51}" presName="parentLeftMargin" presStyleLbl="node1" presStyleIdx="1" presStyleCnt="3"/>
      <dgm:spPr/>
    </dgm:pt>
    <dgm:pt modelId="{6EA7726D-0D73-4063-9739-B38C90629FF3}" type="pres">
      <dgm:prSet presAssocID="{B38DBBC9-29BF-4FB5-8704-D997B42E9E51}" presName="parentText" presStyleLbl="node1" presStyleIdx="2" presStyleCnt="3">
        <dgm:presLayoutVars>
          <dgm:chMax val="0"/>
          <dgm:bulletEnabled val="1"/>
        </dgm:presLayoutVars>
      </dgm:prSet>
      <dgm:spPr/>
    </dgm:pt>
    <dgm:pt modelId="{50F2314C-AACC-4DE7-943A-5D65BB048685}" type="pres">
      <dgm:prSet presAssocID="{B38DBBC9-29BF-4FB5-8704-D997B42E9E51}" presName="negativeSpace" presStyleCnt="0"/>
      <dgm:spPr/>
    </dgm:pt>
    <dgm:pt modelId="{CFAB3102-FD5F-4171-934E-50B36DD76ABC}" type="pres">
      <dgm:prSet presAssocID="{B38DBBC9-29BF-4FB5-8704-D997B42E9E51}" presName="childText" presStyleLbl="conFgAcc1" presStyleIdx="2" presStyleCnt="3">
        <dgm:presLayoutVars>
          <dgm:bulletEnabled val="1"/>
        </dgm:presLayoutVars>
      </dgm:prSet>
      <dgm:spPr/>
    </dgm:pt>
  </dgm:ptLst>
  <dgm:cxnLst>
    <dgm:cxn modelId="{4587ED06-96A1-4308-9DF7-91384D6EF848}" type="presOf" srcId="{B38DBBC9-29BF-4FB5-8704-D997B42E9E51}" destId="{C7EEDFC4-DE57-4EB2-80C6-C6B58AA6A084}" srcOrd="0" destOrd="0" presId="urn:microsoft.com/office/officeart/2005/8/layout/list1"/>
    <dgm:cxn modelId="{4735CB13-D2F9-4467-8032-421B768AF28A}" type="presOf" srcId="{06EE430E-526E-4DA7-BFE2-1FE461001DAC}" destId="{576D6237-4B20-46F1-B51E-0599C8EBAD69}" srcOrd="0" destOrd="0" presId="urn:microsoft.com/office/officeart/2005/8/layout/list1"/>
    <dgm:cxn modelId="{3B2AB42F-3C77-40D5-B129-E1CAE959A98E}" srcId="{BC30E84E-31B2-4BB2-8A22-5756B0D9CB93}" destId="{B38DBBC9-29BF-4FB5-8704-D997B42E9E51}" srcOrd="2" destOrd="0" parTransId="{0B5F58D7-9DC0-46DD-8B86-A41DC7E09E16}" sibTransId="{335830AD-8F88-4A70-A899-F20048ABE976}"/>
    <dgm:cxn modelId="{F65E5433-F952-4169-BD18-40AD12C082E3}" srcId="{BC30E84E-31B2-4BB2-8A22-5756B0D9CB93}" destId="{A004F50B-11EA-4885-8C55-DAA6C3BE8FBE}" srcOrd="1" destOrd="0" parTransId="{70B0321C-8C9B-41A0-9830-4B70C0B3220E}" sibTransId="{E58F5A61-C0D2-4A2B-BAF0-BB8539EB2279}"/>
    <dgm:cxn modelId="{246F5D5F-5798-41DD-81CE-157F6992A7D4}" type="presOf" srcId="{A004F50B-11EA-4885-8C55-DAA6C3BE8FBE}" destId="{ACEA470B-D9A1-4741-9CC9-72B0D0BDB2E2}" srcOrd="0" destOrd="0" presId="urn:microsoft.com/office/officeart/2005/8/layout/list1"/>
    <dgm:cxn modelId="{D7DA2D45-592B-4D5B-A935-0A8A23FAB559}" type="presOf" srcId="{A004F50B-11EA-4885-8C55-DAA6C3BE8FBE}" destId="{8A049A7E-73CD-4830-B5E1-68E47E7791E6}" srcOrd="1" destOrd="0" presId="urn:microsoft.com/office/officeart/2005/8/layout/list1"/>
    <dgm:cxn modelId="{9CE8D258-72DA-4011-815E-BF0E838B5893}" srcId="{BC30E84E-31B2-4BB2-8A22-5756B0D9CB93}" destId="{06EE430E-526E-4DA7-BFE2-1FE461001DAC}" srcOrd="0" destOrd="0" parTransId="{8EF1A954-162E-45A9-ADAF-9B6E334B979A}" sibTransId="{DD243241-6730-4559-80DF-FC0DE4467D60}"/>
    <dgm:cxn modelId="{58182FDC-A5AF-419A-8652-594AF18E904E}" type="presOf" srcId="{06EE430E-526E-4DA7-BFE2-1FE461001DAC}" destId="{54C0CEAC-CBFA-4B1D-A8EC-50985205968C}" srcOrd="1" destOrd="0" presId="urn:microsoft.com/office/officeart/2005/8/layout/list1"/>
    <dgm:cxn modelId="{E489CFDC-7E6E-4183-B2EF-E9FEBACE10A4}" type="presOf" srcId="{B38DBBC9-29BF-4FB5-8704-D997B42E9E51}" destId="{6EA7726D-0D73-4063-9739-B38C90629FF3}" srcOrd="1" destOrd="0" presId="urn:microsoft.com/office/officeart/2005/8/layout/list1"/>
    <dgm:cxn modelId="{375214E5-5E51-43F5-80C2-630D408C4F38}" type="presOf" srcId="{BC30E84E-31B2-4BB2-8A22-5756B0D9CB93}" destId="{7D46B29B-C9A7-4663-868C-19DF458E22D8}" srcOrd="0" destOrd="0" presId="urn:microsoft.com/office/officeart/2005/8/layout/list1"/>
    <dgm:cxn modelId="{65990BE1-5B5D-469B-A965-D0AEF5CC2820}" type="presParOf" srcId="{7D46B29B-C9A7-4663-868C-19DF458E22D8}" destId="{140AD51D-F551-4A6B-9D53-BFF3E2279128}" srcOrd="0" destOrd="0" presId="urn:microsoft.com/office/officeart/2005/8/layout/list1"/>
    <dgm:cxn modelId="{893775D2-62CF-4CE2-8A83-1C29A3435B2A}" type="presParOf" srcId="{140AD51D-F551-4A6B-9D53-BFF3E2279128}" destId="{576D6237-4B20-46F1-B51E-0599C8EBAD69}" srcOrd="0" destOrd="0" presId="urn:microsoft.com/office/officeart/2005/8/layout/list1"/>
    <dgm:cxn modelId="{934B33C3-1436-4D01-A8A9-97027C977718}" type="presParOf" srcId="{140AD51D-F551-4A6B-9D53-BFF3E2279128}" destId="{54C0CEAC-CBFA-4B1D-A8EC-50985205968C}" srcOrd="1" destOrd="0" presId="urn:microsoft.com/office/officeart/2005/8/layout/list1"/>
    <dgm:cxn modelId="{04AB80D8-21E8-490B-BC00-659069EAD2A5}" type="presParOf" srcId="{7D46B29B-C9A7-4663-868C-19DF458E22D8}" destId="{5BC4BF5A-CCBE-46FF-96BE-6450387D70CF}" srcOrd="1" destOrd="0" presId="urn:microsoft.com/office/officeart/2005/8/layout/list1"/>
    <dgm:cxn modelId="{B4212752-6A17-4521-8DD6-19A83E2E0D4E}" type="presParOf" srcId="{7D46B29B-C9A7-4663-868C-19DF458E22D8}" destId="{E0575B04-DED6-42A6-AAF1-0140A7D4FADC}" srcOrd="2" destOrd="0" presId="urn:microsoft.com/office/officeart/2005/8/layout/list1"/>
    <dgm:cxn modelId="{C57F7A31-6BCC-4190-8969-126DCBC1A342}" type="presParOf" srcId="{7D46B29B-C9A7-4663-868C-19DF458E22D8}" destId="{38A1E45A-F7D4-483A-B319-F4BE426A75FF}" srcOrd="3" destOrd="0" presId="urn:microsoft.com/office/officeart/2005/8/layout/list1"/>
    <dgm:cxn modelId="{1D4D337A-5A58-435C-B925-B91DE3BB96EA}" type="presParOf" srcId="{7D46B29B-C9A7-4663-868C-19DF458E22D8}" destId="{E1B5C281-BE12-4F1A-B388-3CC8D5CC978A}" srcOrd="4" destOrd="0" presId="urn:microsoft.com/office/officeart/2005/8/layout/list1"/>
    <dgm:cxn modelId="{1161B6D5-7252-4CE0-B1EB-60F746389A35}" type="presParOf" srcId="{E1B5C281-BE12-4F1A-B388-3CC8D5CC978A}" destId="{ACEA470B-D9A1-4741-9CC9-72B0D0BDB2E2}" srcOrd="0" destOrd="0" presId="urn:microsoft.com/office/officeart/2005/8/layout/list1"/>
    <dgm:cxn modelId="{736A8255-8C7B-4167-AFD2-F6A6C6E9F90F}" type="presParOf" srcId="{E1B5C281-BE12-4F1A-B388-3CC8D5CC978A}" destId="{8A049A7E-73CD-4830-B5E1-68E47E7791E6}" srcOrd="1" destOrd="0" presId="urn:microsoft.com/office/officeart/2005/8/layout/list1"/>
    <dgm:cxn modelId="{3F67CD80-6302-4FC6-A950-E01C87990A1D}" type="presParOf" srcId="{7D46B29B-C9A7-4663-868C-19DF458E22D8}" destId="{1474F72F-7EBD-4C8A-9B88-9CFDFE69FDA6}" srcOrd="5" destOrd="0" presId="urn:microsoft.com/office/officeart/2005/8/layout/list1"/>
    <dgm:cxn modelId="{2559F185-1769-44F7-9613-3E9ECE7D4D35}" type="presParOf" srcId="{7D46B29B-C9A7-4663-868C-19DF458E22D8}" destId="{2312D4E8-E319-4AE1-BDA4-18390CAF9253}" srcOrd="6" destOrd="0" presId="urn:microsoft.com/office/officeart/2005/8/layout/list1"/>
    <dgm:cxn modelId="{F5C2EC67-4BBD-4268-BDDA-D2AFB686EA6E}" type="presParOf" srcId="{7D46B29B-C9A7-4663-868C-19DF458E22D8}" destId="{E8A930BD-2A49-477A-9C03-88EBF027397B}" srcOrd="7" destOrd="0" presId="urn:microsoft.com/office/officeart/2005/8/layout/list1"/>
    <dgm:cxn modelId="{C5BCB658-D2FE-486C-9BDA-22B437EC438B}" type="presParOf" srcId="{7D46B29B-C9A7-4663-868C-19DF458E22D8}" destId="{926C4D41-B51C-415F-BE8D-EC8BC48E6ACD}" srcOrd="8" destOrd="0" presId="urn:microsoft.com/office/officeart/2005/8/layout/list1"/>
    <dgm:cxn modelId="{4C06184A-4B99-4292-A30F-01758F3D0E20}" type="presParOf" srcId="{926C4D41-B51C-415F-BE8D-EC8BC48E6ACD}" destId="{C7EEDFC4-DE57-4EB2-80C6-C6B58AA6A084}" srcOrd="0" destOrd="0" presId="urn:microsoft.com/office/officeart/2005/8/layout/list1"/>
    <dgm:cxn modelId="{F7F53A02-2AFE-43F1-B25F-2B56F837B25E}" type="presParOf" srcId="{926C4D41-B51C-415F-BE8D-EC8BC48E6ACD}" destId="{6EA7726D-0D73-4063-9739-B38C90629FF3}" srcOrd="1" destOrd="0" presId="urn:microsoft.com/office/officeart/2005/8/layout/list1"/>
    <dgm:cxn modelId="{E1DBD1F8-2FAE-4DF3-B65A-40393055E249}" type="presParOf" srcId="{7D46B29B-C9A7-4663-868C-19DF458E22D8}" destId="{50F2314C-AACC-4DE7-943A-5D65BB048685}" srcOrd="9" destOrd="0" presId="urn:microsoft.com/office/officeart/2005/8/layout/list1"/>
    <dgm:cxn modelId="{89A0EE08-0416-4596-8D5F-21AFC10087A4}" type="presParOf" srcId="{7D46B29B-C9A7-4663-868C-19DF458E22D8}" destId="{CFAB3102-FD5F-4171-934E-50B36DD76ABC}"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80F24AC8-7A8B-41D0-850F-8885A5F7ADB3}" type="doc">
      <dgm:prSet loTypeId="urn:microsoft.com/office/officeart/2005/8/layout/vList5" loCatId="list" qsTypeId="urn:microsoft.com/office/officeart/2005/8/quickstyle/simple3" qsCatId="simple" csTypeId="urn:microsoft.com/office/officeart/2005/8/colors/colorful2" csCatId="colorful" phldr="1"/>
      <dgm:spPr/>
      <dgm:t>
        <a:bodyPr/>
        <a:lstStyle/>
        <a:p>
          <a:endParaRPr lang="ru-BY"/>
        </a:p>
      </dgm:t>
    </dgm:pt>
    <dgm:pt modelId="{4643F14C-F2EE-4753-BBD2-8C892CAE2DF9}">
      <dgm:prSet phldrT="[Текст]"/>
      <dgm:spPr/>
      <dgm:t>
        <a:bodyPr/>
        <a:lstStyle/>
        <a:p>
          <a:r>
            <a:rPr lang="ru-RU" dirty="0"/>
            <a:t>Модульное тестирование-</a:t>
          </a:r>
          <a:endParaRPr lang="ru-BY" dirty="0"/>
        </a:p>
      </dgm:t>
    </dgm:pt>
    <dgm:pt modelId="{8FF99152-927A-4E05-B32C-9D09C82E98B9}" type="parTrans" cxnId="{D5BAA55E-83C7-4B38-A7D7-327206BE18B5}">
      <dgm:prSet/>
      <dgm:spPr/>
      <dgm:t>
        <a:bodyPr/>
        <a:lstStyle/>
        <a:p>
          <a:endParaRPr lang="ru-BY"/>
        </a:p>
      </dgm:t>
    </dgm:pt>
    <dgm:pt modelId="{7CC0B4B4-9B2B-45F2-B274-789C3466A693}" type="sibTrans" cxnId="{D5BAA55E-83C7-4B38-A7D7-327206BE18B5}">
      <dgm:prSet/>
      <dgm:spPr/>
      <dgm:t>
        <a:bodyPr/>
        <a:lstStyle/>
        <a:p>
          <a:endParaRPr lang="ru-BY"/>
        </a:p>
      </dgm:t>
    </dgm:pt>
    <dgm:pt modelId="{67FCE960-0E1F-4C50-B336-ACA8B1A25411}">
      <dgm:prSet/>
      <dgm:spPr/>
      <dgm:t>
        <a:bodyPr/>
        <a:lstStyle/>
        <a:p>
          <a:r>
            <a:rPr lang="ru-RU" dirty="0"/>
            <a:t>Интеграционное  тестирование  – </a:t>
          </a:r>
          <a:endParaRPr lang="ru-BY" dirty="0"/>
        </a:p>
      </dgm:t>
    </dgm:pt>
    <dgm:pt modelId="{F39767BB-85C0-4415-A37F-CE0CAD3A19D0}" type="parTrans" cxnId="{B90B621A-0008-40D4-95DA-95958C8F67CF}">
      <dgm:prSet/>
      <dgm:spPr/>
      <dgm:t>
        <a:bodyPr/>
        <a:lstStyle/>
        <a:p>
          <a:endParaRPr lang="ru-BY"/>
        </a:p>
      </dgm:t>
    </dgm:pt>
    <dgm:pt modelId="{DBF952EA-E7F2-4D52-9B4A-1C14EFDE17E0}" type="sibTrans" cxnId="{B90B621A-0008-40D4-95DA-95958C8F67CF}">
      <dgm:prSet/>
      <dgm:spPr/>
      <dgm:t>
        <a:bodyPr/>
        <a:lstStyle/>
        <a:p>
          <a:endParaRPr lang="ru-BY"/>
        </a:p>
      </dgm:t>
    </dgm:pt>
    <dgm:pt modelId="{20BCF398-7EB7-44E1-8DBE-E2CF57607052}">
      <dgm:prSet/>
      <dgm:spPr/>
      <dgm:t>
        <a:bodyPr/>
        <a:lstStyle/>
        <a:p>
          <a:r>
            <a:rPr lang="ru-RU" dirty="0"/>
            <a:t>Системное тестирование –</a:t>
          </a:r>
          <a:endParaRPr lang="ru-BY" dirty="0"/>
        </a:p>
      </dgm:t>
    </dgm:pt>
    <dgm:pt modelId="{F7008C75-0E5A-442A-8269-6A58621B25D9}" type="parTrans" cxnId="{1BFBBD4F-2B14-405E-BD67-53DD851FB198}">
      <dgm:prSet/>
      <dgm:spPr/>
      <dgm:t>
        <a:bodyPr/>
        <a:lstStyle/>
        <a:p>
          <a:endParaRPr lang="ru-BY"/>
        </a:p>
      </dgm:t>
    </dgm:pt>
    <dgm:pt modelId="{E54563A8-83BC-46E6-B9F5-930541910FD7}" type="sibTrans" cxnId="{1BFBBD4F-2B14-405E-BD67-53DD851FB198}">
      <dgm:prSet/>
      <dgm:spPr/>
      <dgm:t>
        <a:bodyPr/>
        <a:lstStyle/>
        <a:p>
          <a:endParaRPr lang="ru-BY"/>
        </a:p>
      </dgm:t>
    </dgm:pt>
    <dgm:pt modelId="{A452E6FC-D17C-401C-8C84-02A52B13F904}">
      <dgm:prSet/>
      <dgm:spPr/>
      <dgm:t>
        <a:bodyPr/>
        <a:lstStyle/>
        <a:p>
          <a:r>
            <a:rPr lang="ru-RU" dirty="0"/>
            <a:t>Регрессионное  тестирование  – </a:t>
          </a:r>
          <a:endParaRPr lang="ru-BY" dirty="0"/>
        </a:p>
      </dgm:t>
    </dgm:pt>
    <dgm:pt modelId="{57998C22-4368-4CA3-A876-53A95BD2C582}" type="parTrans" cxnId="{BAD0BBD8-3EC5-4711-9ABA-A4B1A9E3570D}">
      <dgm:prSet/>
      <dgm:spPr/>
      <dgm:t>
        <a:bodyPr/>
        <a:lstStyle/>
        <a:p>
          <a:endParaRPr lang="ru-BY"/>
        </a:p>
      </dgm:t>
    </dgm:pt>
    <dgm:pt modelId="{E72873FC-EDED-4927-B883-4178CF8EDF31}" type="sibTrans" cxnId="{BAD0BBD8-3EC5-4711-9ABA-A4B1A9E3570D}">
      <dgm:prSet/>
      <dgm:spPr/>
      <dgm:t>
        <a:bodyPr/>
        <a:lstStyle/>
        <a:p>
          <a:endParaRPr lang="ru-BY"/>
        </a:p>
      </dgm:t>
    </dgm:pt>
    <dgm:pt modelId="{030B8CCA-22C5-4755-8C49-50D3C1EC6CD7}">
      <dgm:prSet/>
      <dgm:spPr/>
      <dgm:t>
        <a:bodyPr/>
        <a:lstStyle/>
        <a:p>
          <a:r>
            <a:rPr lang="ru-RU" dirty="0"/>
            <a:t>Нагрузочное  тестирование  </a:t>
          </a:r>
          <a:endParaRPr lang="ru-BY" dirty="0"/>
        </a:p>
      </dgm:t>
    </dgm:pt>
    <dgm:pt modelId="{FA9E2F83-999E-49CD-B34B-F71449121262}" type="parTrans" cxnId="{A0AE953F-AFE0-44C2-92FB-03EC575ADF40}">
      <dgm:prSet/>
      <dgm:spPr/>
      <dgm:t>
        <a:bodyPr/>
        <a:lstStyle/>
        <a:p>
          <a:endParaRPr lang="ru-BY"/>
        </a:p>
      </dgm:t>
    </dgm:pt>
    <dgm:pt modelId="{FCDAD6A4-25D6-41ED-8FFE-A0EA259A1184}" type="sibTrans" cxnId="{A0AE953F-AFE0-44C2-92FB-03EC575ADF40}">
      <dgm:prSet/>
      <dgm:spPr/>
      <dgm:t>
        <a:bodyPr/>
        <a:lstStyle/>
        <a:p>
          <a:endParaRPr lang="ru-BY"/>
        </a:p>
      </dgm:t>
    </dgm:pt>
    <dgm:pt modelId="{559464D8-00D0-436B-9076-07A8A73508A8}">
      <dgm:prSet/>
      <dgm:spPr/>
      <dgm:t>
        <a:bodyPr/>
        <a:lstStyle/>
        <a:p>
          <a:r>
            <a:rPr lang="ru-RU" dirty="0"/>
            <a:t>Стрессовое  тестирование  – </a:t>
          </a:r>
          <a:endParaRPr lang="ru-BY" dirty="0"/>
        </a:p>
      </dgm:t>
    </dgm:pt>
    <dgm:pt modelId="{F1BA15AD-A3BA-47EB-8C2D-0F1223323F1B}" type="parTrans" cxnId="{36409B47-4853-409B-9C66-F9FFC17C3833}">
      <dgm:prSet/>
      <dgm:spPr/>
      <dgm:t>
        <a:bodyPr/>
        <a:lstStyle/>
        <a:p>
          <a:endParaRPr lang="ru-BY"/>
        </a:p>
      </dgm:t>
    </dgm:pt>
    <dgm:pt modelId="{2AF5CD95-431E-450F-892F-35A86C033599}" type="sibTrans" cxnId="{36409B47-4853-409B-9C66-F9FFC17C3833}">
      <dgm:prSet/>
      <dgm:spPr/>
      <dgm:t>
        <a:bodyPr/>
        <a:lstStyle/>
        <a:p>
          <a:endParaRPr lang="ru-BY"/>
        </a:p>
      </dgm:t>
    </dgm:pt>
    <dgm:pt modelId="{41EC2C06-FE0D-47E0-9F97-596537C48014}">
      <dgm:prSet/>
      <dgm:spPr/>
      <dgm:t>
        <a:bodyPr/>
        <a:lstStyle/>
        <a:p>
          <a:r>
            <a:rPr lang="ru-RU" dirty="0"/>
            <a:t>Приемочное  тестирование</a:t>
          </a:r>
          <a:endParaRPr lang="ru-BY" dirty="0"/>
        </a:p>
      </dgm:t>
    </dgm:pt>
    <dgm:pt modelId="{C70FD67B-3402-4A58-B6AD-40756B751FF4}" type="parTrans" cxnId="{22F8E975-4461-4305-97EE-89912745F080}">
      <dgm:prSet/>
      <dgm:spPr/>
      <dgm:t>
        <a:bodyPr/>
        <a:lstStyle/>
        <a:p>
          <a:endParaRPr lang="ru-BY"/>
        </a:p>
      </dgm:t>
    </dgm:pt>
    <dgm:pt modelId="{5F547529-16D4-4467-9F70-1D7C69B802FC}" type="sibTrans" cxnId="{22F8E975-4461-4305-97EE-89912745F080}">
      <dgm:prSet/>
      <dgm:spPr/>
      <dgm:t>
        <a:bodyPr/>
        <a:lstStyle/>
        <a:p>
          <a:endParaRPr lang="ru-BY"/>
        </a:p>
      </dgm:t>
    </dgm:pt>
    <dgm:pt modelId="{E315FA71-A2C9-4CFF-AEFF-3550ED47AD94}">
      <dgm:prSet phldrT="[Текст]"/>
      <dgm:spPr/>
      <dgm:t>
        <a:bodyPr/>
        <a:lstStyle/>
        <a:p>
          <a:r>
            <a:rPr lang="ru-RU"/>
            <a:t>тестируется  каждый отдельный модуль, в отрыве от остальной системы</a:t>
          </a:r>
          <a:endParaRPr lang="ru-BY" dirty="0"/>
        </a:p>
      </dgm:t>
    </dgm:pt>
    <dgm:pt modelId="{A829D6D8-6E6B-42D3-BFBE-87EC390B3696}" type="parTrans" cxnId="{8C48C3A0-4EB5-467C-AE3B-AEC8E3E9228F}">
      <dgm:prSet/>
      <dgm:spPr/>
      <dgm:t>
        <a:bodyPr/>
        <a:lstStyle/>
        <a:p>
          <a:endParaRPr lang="ru-BY"/>
        </a:p>
      </dgm:t>
    </dgm:pt>
    <dgm:pt modelId="{71863E56-648B-43FE-8087-3E401B0999CE}" type="sibTrans" cxnId="{8C48C3A0-4EB5-467C-AE3B-AEC8E3E9228F}">
      <dgm:prSet/>
      <dgm:spPr/>
      <dgm:t>
        <a:bodyPr/>
        <a:lstStyle/>
        <a:p>
          <a:endParaRPr lang="ru-BY"/>
        </a:p>
      </dgm:t>
    </dgm:pt>
    <dgm:pt modelId="{914E6B22-AE50-43D6-B9A7-7EBD5A6745BE}">
      <dgm:prSet/>
      <dgm:spPr/>
      <dgm:t>
        <a:bodyPr/>
        <a:lstStyle/>
        <a:p>
          <a:r>
            <a:rPr lang="ru-RU"/>
            <a:t> компоненты  тестируются  на совместимость,  поскольку  разные  компоненты  могут  создаваться  разными людьми, в разное время, по разным технологиям.</a:t>
          </a:r>
          <a:endParaRPr lang="ru-BY" dirty="0"/>
        </a:p>
      </dgm:t>
    </dgm:pt>
    <dgm:pt modelId="{EA042EEF-87DE-40CA-99FB-5BF25ED09436}" type="parTrans" cxnId="{1BF39A4F-36DC-46CA-A389-AFD6D0F0C7EA}">
      <dgm:prSet/>
      <dgm:spPr/>
      <dgm:t>
        <a:bodyPr/>
        <a:lstStyle/>
        <a:p>
          <a:endParaRPr lang="ru-BY"/>
        </a:p>
      </dgm:t>
    </dgm:pt>
    <dgm:pt modelId="{494AD0C2-91FF-4504-9B9B-4935D28FF72D}" type="sibTrans" cxnId="{1BF39A4F-36DC-46CA-A389-AFD6D0F0C7EA}">
      <dgm:prSet/>
      <dgm:spPr/>
      <dgm:t>
        <a:bodyPr/>
        <a:lstStyle/>
        <a:p>
          <a:endParaRPr lang="ru-BY"/>
        </a:p>
      </dgm:t>
    </dgm:pt>
    <dgm:pt modelId="{33FEBA4A-4B75-4B5A-B895-4D9120627C70}">
      <dgm:prSet/>
      <dgm:spPr/>
      <dgm:t>
        <a:bodyPr/>
        <a:lstStyle/>
        <a:p>
          <a:r>
            <a:rPr lang="ru-RU"/>
            <a:t>это </a:t>
          </a:r>
          <a:r>
            <a:rPr lang="ru-RU" dirty="0"/>
            <a:t>тестирование всей системы в целом</a:t>
          </a:r>
          <a:endParaRPr lang="ru-BY" dirty="0"/>
        </a:p>
      </dgm:t>
    </dgm:pt>
    <dgm:pt modelId="{C64E9973-A73E-42CC-8A37-0FFE21F4C561}" type="parTrans" cxnId="{DA1495B4-A770-4E3F-BD03-2F6CA2DA04E0}">
      <dgm:prSet/>
      <dgm:spPr/>
      <dgm:t>
        <a:bodyPr/>
        <a:lstStyle/>
        <a:p>
          <a:endParaRPr lang="ru-BY"/>
        </a:p>
      </dgm:t>
    </dgm:pt>
    <dgm:pt modelId="{A7B9F62E-1196-4E1E-A7E9-F5BDB0167932}" type="sibTrans" cxnId="{DA1495B4-A770-4E3F-BD03-2F6CA2DA04E0}">
      <dgm:prSet/>
      <dgm:spPr/>
      <dgm:t>
        <a:bodyPr/>
        <a:lstStyle/>
        <a:p>
          <a:endParaRPr lang="ru-BY"/>
        </a:p>
      </dgm:t>
    </dgm:pt>
    <dgm:pt modelId="{D649A342-C224-4054-804C-23109C1E2F3B}">
      <dgm:prSet/>
      <dgm:spPr/>
      <dgm:t>
        <a:bodyPr/>
        <a:lstStyle/>
        <a:p>
          <a:r>
            <a:rPr lang="ru-RU"/>
            <a:t>тестирование  </a:t>
          </a:r>
          <a:r>
            <a:rPr lang="ru-RU" dirty="0"/>
            <a:t>системы  в  процессе  ее разработки</a:t>
          </a:r>
          <a:endParaRPr lang="ru-BY" dirty="0"/>
        </a:p>
      </dgm:t>
    </dgm:pt>
    <dgm:pt modelId="{7467EA99-405B-4E65-ABBA-072A2E7206D9}" type="parTrans" cxnId="{D39955E9-9CFF-4929-A968-F3C3DDD3154F}">
      <dgm:prSet/>
      <dgm:spPr/>
      <dgm:t>
        <a:bodyPr/>
        <a:lstStyle/>
        <a:p>
          <a:endParaRPr lang="ru-BY"/>
        </a:p>
      </dgm:t>
    </dgm:pt>
    <dgm:pt modelId="{4F40F39B-C4DF-470F-9872-7922C47A3CE3}" type="sibTrans" cxnId="{D39955E9-9CFF-4929-A968-F3C3DDD3154F}">
      <dgm:prSet/>
      <dgm:spPr/>
      <dgm:t>
        <a:bodyPr/>
        <a:lstStyle/>
        <a:p>
          <a:endParaRPr lang="ru-BY"/>
        </a:p>
      </dgm:t>
    </dgm:pt>
    <dgm:pt modelId="{AB51EDFC-3140-4AE6-9CDB-C0F4A0F3E9B2}">
      <dgm:prSet/>
      <dgm:spPr/>
      <dgm:t>
        <a:bodyPr/>
        <a:lstStyle/>
        <a:p>
          <a:r>
            <a:rPr lang="ru-RU"/>
            <a:t>тестирование  </a:t>
          </a:r>
          <a:r>
            <a:rPr lang="ru-RU" dirty="0"/>
            <a:t>системы  на  корректную работу  с  большими  объемами  данных</a:t>
          </a:r>
          <a:endParaRPr lang="ru-BY" dirty="0"/>
        </a:p>
      </dgm:t>
    </dgm:pt>
    <dgm:pt modelId="{D23B5D37-B1CF-4D72-8C27-199B979225DA}" type="parTrans" cxnId="{488E2DC3-BE61-4235-ACBE-BA10CA078DD1}">
      <dgm:prSet/>
      <dgm:spPr/>
      <dgm:t>
        <a:bodyPr/>
        <a:lstStyle/>
        <a:p>
          <a:endParaRPr lang="ru-BY"/>
        </a:p>
      </dgm:t>
    </dgm:pt>
    <dgm:pt modelId="{93B49BB6-D578-4456-907D-5691E2354496}" type="sibTrans" cxnId="{488E2DC3-BE61-4235-ACBE-BA10CA078DD1}">
      <dgm:prSet/>
      <dgm:spPr/>
      <dgm:t>
        <a:bodyPr/>
        <a:lstStyle/>
        <a:p>
          <a:endParaRPr lang="ru-BY"/>
        </a:p>
      </dgm:t>
    </dgm:pt>
    <dgm:pt modelId="{27504609-843E-4BEA-8ACC-7D14720BF4D0}">
      <dgm:prSet/>
      <dgm:spPr/>
      <dgm:t>
        <a:bodyPr/>
        <a:lstStyle/>
        <a:p>
          <a:r>
            <a:rPr lang="ru-RU"/>
            <a:t>тестирование  </a:t>
          </a:r>
          <a:r>
            <a:rPr lang="ru-RU" dirty="0"/>
            <a:t>системы  на  устойчивость  к непредвиденным  ситуациям</a:t>
          </a:r>
          <a:endParaRPr lang="ru-BY" dirty="0"/>
        </a:p>
      </dgm:t>
    </dgm:pt>
    <dgm:pt modelId="{70CF7A6C-0D29-427B-816D-4309A018074E}" type="parTrans" cxnId="{32C5A2C1-A2A3-4D8E-BF13-359A41014333}">
      <dgm:prSet/>
      <dgm:spPr/>
      <dgm:t>
        <a:bodyPr/>
        <a:lstStyle/>
        <a:p>
          <a:endParaRPr lang="ru-BY"/>
        </a:p>
      </dgm:t>
    </dgm:pt>
    <dgm:pt modelId="{DC14B19B-9145-4C56-88BF-AAA684B2219B}" type="sibTrans" cxnId="{32C5A2C1-A2A3-4D8E-BF13-359A41014333}">
      <dgm:prSet/>
      <dgm:spPr/>
      <dgm:t>
        <a:bodyPr/>
        <a:lstStyle/>
        <a:p>
          <a:endParaRPr lang="ru-BY"/>
        </a:p>
      </dgm:t>
    </dgm:pt>
    <dgm:pt modelId="{A4638496-A3EC-4720-84CD-C1F85842C8D1}">
      <dgm:prSet/>
      <dgm:spPr/>
      <dgm:t>
        <a:bodyPr/>
        <a:lstStyle/>
        <a:p>
          <a:r>
            <a:rPr lang="ru-RU"/>
            <a:t>тестирование</a:t>
          </a:r>
          <a:r>
            <a:rPr lang="ru-RU" dirty="0"/>
            <a:t>,  выполняемое  при  приемке системы  заказчиком</a:t>
          </a:r>
          <a:endParaRPr lang="ru-BY" dirty="0"/>
        </a:p>
      </dgm:t>
    </dgm:pt>
    <dgm:pt modelId="{B80366F2-3A98-4A53-B31A-89FC602FA17B}" type="parTrans" cxnId="{DDFDA269-0FA9-4A0B-98CF-E5EB79AB314B}">
      <dgm:prSet/>
      <dgm:spPr/>
      <dgm:t>
        <a:bodyPr/>
        <a:lstStyle/>
        <a:p>
          <a:endParaRPr lang="ru-BY"/>
        </a:p>
      </dgm:t>
    </dgm:pt>
    <dgm:pt modelId="{A7F8183A-45DE-485C-92E3-A02FAF452BB5}" type="sibTrans" cxnId="{DDFDA269-0FA9-4A0B-98CF-E5EB79AB314B}">
      <dgm:prSet/>
      <dgm:spPr/>
      <dgm:t>
        <a:bodyPr/>
        <a:lstStyle/>
        <a:p>
          <a:endParaRPr lang="ru-BY"/>
        </a:p>
      </dgm:t>
    </dgm:pt>
    <dgm:pt modelId="{6E8A30AF-1155-42E0-8092-7375D88E2E4B}" type="pres">
      <dgm:prSet presAssocID="{80F24AC8-7A8B-41D0-850F-8885A5F7ADB3}" presName="Name0" presStyleCnt="0">
        <dgm:presLayoutVars>
          <dgm:dir/>
          <dgm:animLvl val="lvl"/>
          <dgm:resizeHandles val="exact"/>
        </dgm:presLayoutVars>
      </dgm:prSet>
      <dgm:spPr/>
    </dgm:pt>
    <dgm:pt modelId="{4573675E-9A4C-4E14-A8DC-C502F66517C0}" type="pres">
      <dgm:prSet presAssocID="{4643F14C-F2EE-4753-BBD2-8C892CAE2DF9}" presName="linNode" presStyleCnt="0"/>
      <dgm:spPr/>
    </dgm:pt>
    <dgm:pt modelId="{FE8B8969-32A1-49D5-969E-1225AE29B023}" type="pres">
      <dgm:prSet presAssocID="{4643F14C-F2EE-4753-BBD2-8C892CAE2DF9}" presName="parentText" presStyleLbl="node1" presStyleIdx="0" presStyleCnt="7">
        <dgm:presLayoutVars>
          <dgm:chMax val="1"/>
          <dgm:bulletEnabled val="1"/>
        </dgm:presLayoutVars>
      </dgm:prSet>
      <dgm:spPr/>
    </dgm:pt>
    <dgm:pt modelId="{9BDDD62D-D8EF-41F2-8772-B918641B11D5}" type="pres">
      <dgm:prSet presAssocID="{4643F14C-F2EE-4753-BBD2-8C892CAE2DF9}" presName="descendantText" presStyleLbl="alignAccFollowNode1" presStyleIdx="0" presStyleCnt="7">
        <dgm:presLayoutVars>
          <dgm:bulletEnabled val="1"/>
        </dgm:presLayoutVars>
      </dgm:prSet>
      <dgm:spPr/>
    </dgm:pt>
    <dgm:pt modelId="{EBACF2F5-6DC3-4E89-ADBE-0FA99E3F48CB}" type="pres">
      <dgm:prSet presAssocID="{7CC0B4B4-9B2B-45F2-B274-789C3466A693}" presName="sp" presStyleCnt="0"/>
      <dgm:spPr/>
    </dgm:pt>
    <dgm:pt modelId="{ADFA8888-5563-4EE4-BDE0-743AE05C5C6F}" type="pres">
      <dgm:prSet presAssocID="{67FCE960-0E1F-4C50-B336-ACA8B1A25411}" presName="linNode" presStyleCnt="0"/>
      <dgm:spPr/>
    </dgm:pt>
    <dgm:pt modelId="{28681C44-7822-42C5-A2D0-21EC1D43617E}" type="pres">
      <dgm:prSet presAssocID="{67FCE960-0E1F-4C50-B336-ACA8B1A25411}" presName="parentText" presStyleLbl="node1" presStyleIdx="1" presStyleCnt="7">
        <dgm:presLayoutVars>
          <dgm:chMax val="1"/>
          <dgm:bulletEnabled val="1"/>
        </dgm:presLayoutVars>
      </dgm:prSet>
      <dgm:spPr/>
    </dgm:pt>
    <dgm:pt modelId="{48A71141-EE43-4B96-A20F-02368AD1A152}" type="pres">
      <dgm:prSet presAssocID="{67FCE960-0E1F-4C50-B336-ACA8B1A25411}" presName="descendantText" presStyleLbl="alignAccFollowNode1" presStyleIdx="1" presStyleCnt="7">
        <dgm:presLayoutVars>
          <dgm:bulletEnabled val="1"/>
        </dgm:presLayoutVars>
      </dgm:prSet>
      <dgm:spPr/>
    </dgm:pt>
    <dgm:pt modelId="{1BAD4ED9-DBC0-4FB4-A98F-053B71F56C38}" type="pres">
      <dgm:prSet presAssocID="{DBF952EA-E7F2-4D52-9B4A-1C14EFDE17E0}" presName="sp" presStyleCnt="0"/>
      <dgm:spPr/>
    </dgm:pt>
    <dgm:pt modelId="{ABA2352E-274C-4EEE-A460-5962BD343E24}" type="pres">
      <dgm:prSet presAssocID="{20BCF398-7EB7-44E1-8DBE-E2CF57607052}" presName="linNode" presStyleCnt="0"/>
      <dgm:spPr/>
    </dgm:pt>
    <dgm:pt modelId="{B5A52820-B6BA-4A7D-9418-352F395F784C}" type="pres">
      <dgm:prSet presAssocID="{20BCF398-7EB7-44E1-8DBE-E2CF57607052}" presName="parentText" presStyleLbl="node1" presStyleIdx="2" presStyleCnt="7">
        <dgm:presLayoutVars>
          <dgm:chMax val="1"/>
          <dgm:bulletEnabled val="1"/>
        </dgm:presLayoutVars>
      </dgm:prSet>
      <dgm:spPr/>
    </dgm:pt>
    <dgm:pt modelId="{01B8D6DE-E25C-45B2-BB5A-2B3AB3FBB67E}" type="pres">
      <dgm:prSet presAssocID="{20BCF398-7EB7-44E1-8DBE-E2CF57607052}" presName="descendantText" presStyleLbl="alignAccFollowNode1" presStyleIdx="2" presStyleCnt="7">
        <dgm:presLayoutVars>
          <dgm:bulletEnabled val="1"/>
        </dgm:presLayoutVars>
      </dgm:prSet>
      <dgm:spPr/>
    </dgm:pt>
    <dgm:pt modelId="{5AB89ECF-D941-40A3-A0DE-ED352DB49A94}" type="pres">
      <dgm:prSet presAssocID="{E54563A8-83BC-46E6-B9F5-930541910FD7}" presName="sp" presStyleCnt="0"/>
      <dgm:spPr/>
    </dgm:pt>
    <dgm:pt modelId="{E1ABB9DD-A47A-43A0-BC4C-325685148F34}" type="pres">
      <dgm:prSet presAssocID="{A452E6FC-D17C-401C-8C84-02A52B13F904}" presName="linNode" presStyleCnt="0"/>
      <dgm:spPr/>
    </dgm:pt>
    <dgm:pt modelId="{BC4E579C-C5F2-4675-BFA7-DC8859205859}" type="pres">
      <dgm:prSet presAssocID="{A452E6FC-D17C-401C-8C84-02A52B13F904}" presName="parentText" presStyleLbl="node1" presStyleIdx="3" presStyleCnt="7">
        <dgm:presLayoutVars>
          <dgm:chMax val="1"/>
          <dgm:bulletEnabled val="1"/>
        </dgm:presLayoutVars>
      </dgm:prSet>
      <dgm:spPr/>
    </dgm:pt>
    <dgm:pt modelId="{AE775C89-EFDF-4CF4-B13B-E9CB6EF445EB}" type="pres">
      <dgm:prSet presAssocID="{A452E6FC-D17C-401C-8C84-02A52B13F904}" presName="descendantText" presStyleLbl="alignAccFollowNode1" presStyleIdx="3" presStyleCnt="7">
        <dgm:presLayoutVars>
          <dgm:bulletEnabled val="1"/>
        </dgm:presLayoutVars>
      </dgm:prSet>
      <dgm:spPr/>
    </dgm:pt>
    <dgm:pt modelId="{5401FFBE-9C39-4F9B-A2EB-529B3C129AD5}" type="pres">
      <dgm:prSet presAssocID="{E72873FC-EDED-4927-B883-4178CF8EDF31}" presName="sp" presStyleCnt="0"/>
      <dgm:spPr/>
    </dgm:pt>
    <dgm:pt modelId="{AEC1094E-8414-4F0E-99E5-99A8B5318797}" type="pres">
      <dgm:prSet presAssocID="{030B8CCA-22C5-4755-8C49-50D3C1EC6CD7}" presName="linNode" presStyleCnt="0"/>
      <dgm:spPr/>
    </dgm:pt>
    <dgm:pt modelId="{89EE47A5-6F58-4E8F-A446-34C9BCBF374F}" type="pres">
      <dgm:prSet presAssocID="{030B8CCA-22C5-4755-8C49-50D3C1EC6CD7}" presName="parentText" presStyleLbl="node1" presStyleIdx="4" presStyleCnt="7">
        <dgm:presLayoutVars>
          <dgm:chMax val="1"/>
          <dgm:bulletEnabled val="1"/>
        </dgm:presLayoutVars>
      </dgm:prSet>
      <dgm:spPr/>
    </dgm:pt>
    <dgm:pt modelId="{B4B52FC0-FA15-4F8B-80C0-027465D36DCC}" type="pres">
      <dgm:prSet presAssocID="{030B8CCA-22C5-4755-8C49-50D3C1EC6CD7}" presName="descendantText" presStyleLbl="alignAccFollowNode1" presStyleIdx="4" presStyleCnt="7">
        <dgm:presLayoutVars>
          <dgm:bulletEnabled val="1"/>
        </dgm:presLayoutVars>
      </dgm:prSet>
      <dgm:spPr/>
    </dgm:pt>
    <dgm:pt modelId="{4762C655-6A61-434E-B4F7-880240DEA96C}" type="pres">
      <dgm:prSet presAssocID="{FCDAD6A4-25D6-41ED-8FFE-A0EA259A1184}" presName="sp" presStyleCnt="0"/>
      <dgm:spPr/>
    </dgm:pt>
    <dgm:pt modelId="{315EF919-7402-4827-93A7-0A2ABA291A3C}" type="pres">
      <dgm:prSet presAssocID="{559464D8-00D0-436B-9076-07A8A73508A8}" presName="linNode" presStyleCnt="0"/>
      <dgm:spPr/>
    </dgm:pt>
    <dgm:pt modelId="{8ED8E25F-B093-4BB9-862E-65CA14EBCBD7}" type="pres">
      <dgm:prSet presAssocID="{559464D8-00D0-436B-9076-07A8A73508A8}" presName="parentText" presStyleLbl="node1" presStyleIdx="5" presStyleCnt="7">
        <dgm:presLayoutVars>
          <dgm:chMax val="1"/>
          <dgm:bulletEnabled val="1"/>
        </dgm:presLayoutVars>
      </dgm:prSet>
      <dgm:spPr/>
    </dgm:pt>
    <dgm:pt modelId="{BC112642-AD80-42D6-ADA5-50C83789577D}" type="pres">
      <dgm:prSet presAssocID="{559464D8-00D0-436B-9076-07A8A73508A8}" presName="descendantText" presStyleLbl="alignAccFollowNode1" presStyleIdx="5" presStyleCnt="7">
        <dgm:presLayoutVars>
          <dgm:bulletEnabled val="1"/>
        </dgm:presLayoutVars>
      </dgm:prSet>
      <dgm:spPr/>
    </dgm:pt>
    <dgm:pt modelId="{3B9B9E43-32A3-4360-A157-BB682084C2B2}" type="pres">
      <dgm:prSet presAssocID="{2AF5CD95-431E-450F-892F-35A86C033599}" presName="sp" presStyleCnt="0"/>
      <dgm:spPr/>
    </dgm:pt>
    <dgm:pt modelId="{718899F7-1F95-4899-8B73-8810A3563243}" type="pres">
      <dgm:prSet presAssocID="{41EC2C06-FE0D-47E0-9F97-596537C48014}" presName="linNode" presStyleCnt="0"/>
      <dgm:spPr/>
    </dgm:pt>
    <dgm:pt modelId="{68CF6E9E-1EFA-4824-A40A-E788F34CAA7C}" type="pres">
      <dgm:prSet presAssocID="{41EC2C06-FE0D-47E0-9F97-596537C48014}" presName="parentText" presStyleLbl="node1" presStyleIdx="6" presStyleCnt="7">
        <dgm:presLayoutVars>
          <dgm:chMax val="1"/>
          <dgm:bulletEnabled val="1"/>
        </dgm:presLayoutVars>
      </dgm:prSet>
      <dgm:spPr/>
    </dgm:pt>
    <dgm:pt modelId="{A902D742-672A-42C7-83C1-3B4CE8B25BEE}" type="pres">
      <dgm:prSet presAssocID="{41EC2C06-FE0D-47E0-9F97-596537C48014}" presName="descendantText" presStyleLbl="alignAccFollowNode1" presStyleIdx="6" presStyleCnt="7">
        <dgm:presLayoutVars>
          <dgm:bulletEnabled val="1"/>
        </dgm:presLayoutVars>
      </dgm:prSet>
      <dgm:spPr/>
    </dgm:pt>
  </dgm:ptLst>
  <dgm:cxnLst>
    <dgm:cxn modelId="{10CAEC0F-8F1F-41B2-8F85-6AF621937B0A}" type="presOf" srcId="{A4638496-A3EC-4720-84CD-C1F85842C8D1}" destId="{A902D742-672A-42C7-83C1-3B4CE8B25BEE}" srcOrd="0" destOrd="0" presId="urn:microsoft.com/office/officeart/2005/8/layout/vList5"/>
    <dgm:cxn modelId="{B90B621A-0008-40D4-95DA-95958C8F67CF}" srcId="{80F24AC8-7A8B-41D0-850F-8885A5F7ADB3}" destId="{67FCE960-0E1F-4C50-B336-ACA8B1A25411}" srcOrd="1" destOrd="0" parTransId="{F39767BB-85C0-4415-A37F-CE0CAD3A19D0}" sibTransId="{DBF952EA-E7F2-4D52-9B4A-1C14EFDE17E0}"/>
    <dgm:cxn modelId="{B8DB9A20-F999-4E9B-88E4-70F22C8F7557}" type="presOf" srcId="{67FCE960-0E1F-4C50-B336-ACA8B1A25411}" destId="{28681C44-7822-42C5-A2D0-21EC1D43617E}" srcOrd="0" destOrd="0" presId="urn:microsoft.com/office/officeart/2005/8/layout/vList5"/>
    <dgm:cxn modelId="{229D3E2A-351F-415C-95FA-DF0ED36AE008}" type="presOf" srcId="{A452E6FC-D17C-401C-8C84-02A52B13F904}" destId="{BC4E579C-C5F2-4675-BFA7-DC8859205859}" srcOrd="0" destOrd="0" presId="urn:microsoft.com/office/officeart/2005/8/layout/vList5"/>
    <dgm:cxn modelId="{2C64FF31-84A2-4D13-A2F4-A2231251BA8A}" type="presOf" srcId="{AB51EDFC-3140-4AE6-9CDB-C0F4A0F3E9B2}" destId="{B4B52FC0-FA15-4F8B-80C0-027465D36DCC}" srcOrd="0" destOrd="0" presId="urn:microsoft.com/office/officeart/2005/8/layout/vList5"/>
    <dgm:cxn modelId="{A0AE953F-AFE0-44C2-92FB-03EC575ADF40}" srcId="{80F24AC8-7A8B-41D0-850F-8885A5F7ADB3}" destId="{030B8CCA-22C5-4755-8C49-50D3C1EC6CD7}" srcOrd="4" destOrd="0" parTransId="{FA9E2F83-999E-49CD-B34B-F71449121262}" sibTransId="{FCDAD6A4-25D6-41ED-8FFE-A0EA259A1184}"/>
    <dgm:cxn modelId="{D5BAA55E-83C7-4B38-A7D7-327206BE18B5}" srcId="{80F24AC8-7A8B-41D0-850F-8885A5F7ADB3}" destId="{4643F14C-F2EE-4753-BBD2-8C892CAE2DF9}" srcOrd="0" destOrd="0" parTransId="{8FF99152-927A-4E05-B32C-9D09C82E98B9}" sibTransId="{7CC0B4B4-9B2B-45F2-B274-789C3466A693}"/>
    <dgm:cxn modelId="{2BCCD441-F440-4210-8226-F8A9B9779271}" type="presOf" srcId="{33FEBA4A-4B75-4B5A-B895-4D9120627C70}" destId="{01B8D6DE-E25C-45B2-BB5A-2B3AB3FBB67E}" srcOrd="0" destOrd="0" presId="urn:microsoft.com/office/officeart/2005/8/layout/vList5"/>
    <dgm:cxn modelId="{916A6264-2EC3-4522-B963-78061906A254}" type="presOf" srcId="{4643F14C-F2EE-4753-BBD2-8C892CAE2DF9}" destId="{FE8B8969-32A1-49D5-969E-1225AE29B023}" srcOrd="0" destOrd="0" presId="urn:microsoft.com/office/officeart/2005/8/layout/vList5"/>
    <dgm:cxn modelId="{7714FE66-D5CD-4896-AD37-27181BDC13E7}" type="presOf" srcId="{41EC2C06-FE0D-47E0-9F97-596537C48014}" destId="{68CF6E9E-1EFA-4824-A40A-E788F34CAA7C}" srcOrd="0" destOrd="0" presId="urn:microsoft.com/office/officeart/2005/8/layout/vList5"/>
    <dgm:cxn modelId="{36409B47-4853-409B-9C66-F9FFC17C3833}" srcId="{80F24AC8-7A8B-41D0-850F-8885A5F7ADB3}" destId="{559464D8-00D0-436B-9076-07A8A73508A8}" srcOrd="5" destOrd="0" parTransId="{F1BA15AD-A3BA-47EB-8C2D-0F1223323F1B}" sibTransId="{2AF5CD95-431E-450F-892F-35A86C033599}"/>
    <dgm:cxn modelId="{DDFDA269-0FA9-4A0B-98CF-E5EB79AB314B}" srcId="{41EC2C06-FE0D-47E0-9F97-596537C48014}" destId="{A4638496-A3EC-4720-84CD-C1F85842C8D1}" srcOrd="0" destOrd="0" parTransId="{B80366F2-3A98-4A53-B31A-89FC602FA17B}" sibTransId="{A7F8183A-45DE-485C-92E3-A02FAF452BB5}"/>
    <dgm:cxn modelId="{2AD0C34C-E845-4B65-85FE-48820550A16A}" type="presOf" srcId="{559464D8-00D0-436B-9076-07A8A73508A8}" destId="{8ED8E25F-B093-4BB9-862E-65CA14EBCBD7}" srcOrd="0" destOrd="0" presId="urn:microsoft.com/office/officeart/2005/8/layout/vList5"/>
    <dgm:cxn modelId="{1BF39A4F-36DC-46CA-A389-AFD6D0F0C7EA}" srcId="{67FCE960-0E1F-4C50-B336-ACA8B1A25411}" destId="{914E6B22-AE50-43D6-B9A7-7EBD5A6745BE}" srcOrd="0" destOrd="0" parTransId="{EA042EEF-87DE-40CA-99FB-5BF25ED09436}" sibTransId="{494AD0C2-91FF-4504-9B9B-4935D28FF72D}"/>
    <dgm:cxn modelId="{1BFBBD4F-2B14-405E-BD67-53DD851FB198}" srcId="{80F24AC8-7A8B-41D0-850F-8885A5F7ADB3}" destId="{20BCF398-7EB7-44E1-8DBE-E2CF57607052}" srcOrd="2" destOrd="0" parTransId="{F7008C75-0E5A-442A-8269-6A58621B25D9}" sibTransId="{E54563A8-83BC-46E6-B9F5-930541910FD7}"/>
    <dgm:cxn modelId="{22F8E975-4461-4305-97EE-89912745F080}" srcId="{80F24AC8-7A8B-41D0-850F-8885A5F7ADB3}" destId="{41EC2C06-FE0D-47E0-9F97-596537C48014}" srcOrd="6" destOrd="0" parTransId="{C70FD67B-3402-4A58-B6AD-40756B751FF4}" sibTransId="{5F547529-16D4-4467-9F70-1D7C69B802FC}"/>
    <dgm:cxn modelId="{2BDBA49A-5D4A-456A-8937-43343A9EB027}" type="presOf" srcId="{20BCF398-7EB7-44E1-8DBE-E2CF57607052}" destId="{B5A52820-B6BA-4A7D-9418-352F395F784C}" srcOrd="0" destOrd="0" presId="urn:microsoft.com/office/officeart/2005/8/layout/vList5"/>
    <dgm:cxn modelId="{FA5E239D-72B1-4AC1-B40F-CC33E541FF5A}" type="presOf" srcId="{80F24AC8-7A8B-41D0-850F-8885A5F7ADB3}" destId="{6E8A30AF-1155-42E0-8092-7375D88E2E4B}" srcOrd="0" destOrd="0" presId="urn:microsoft.com/office/officeart/2005/8/layout/vList5"/>
    <dgm:cxn modelId="{8C48C3A0-4EB5-467C-AE3B-AEC8E3E9228F}" srcId="{4643F14C-F2EE-4753-BBD2-8C892CAE2DF9}" destId="{E315FA71-A2C9-4CFF-AEFF-3550ED47AD94}" srcOrd="0" destOrd="0" parTransId="{A829D6D8-6E6B-42D3-BFBE-87EC390B3696}" sibTransId="{71863E56-648B-43FE-8087-3E401B0999CE}"/>
    <dgm:cxn modelId="{09F72BB4-9B9C-4204-A41D-90837A7764A5}" type="presOf" srcId="{030B8CCA-22C5-4755-8C49-50D3C1EC6CD7}" destId="{89EE47A5-6F58-4E8F-A446-34C9BCBF374F}" srcOrd="0" destOrd="0" presId="urn:microsoft.com/office/officeart/2005/8/layout/vList5"/>
    <dgm:cxn modelId="{DA1495B4-A770-4E3F-BD03-2F6CA2DA04E0}" srcId="{20BCF398-7EB7-44E1-8DBE-E2CF57607052}" destId="{33FEBA4A-4B75-4B5A-B895-4D9120627C70}" srcOrd="0" destOrd="0" parTransId="{C64E9973-A73E-42CC-8A37-0FFE21F4C561}" sibTransId="{A7B9F62E-1196-4E1E-A7E9-F5BDB0167932}"/>
    <dgm:cxn modelId="{32C5A2C1-A2A3-4D8E-BF13-359A41014333}" srcId="{559464D8-00D0-436B-9076-07A8A73508A8}" destId="{27504609-843E-4BEA-8ACC-7D14720BF4D0}" srcOrd="0" destOrd="0" parTransId="{70CF7A6C-0D29-427B-816D-4309A018074E}" sibTransId="{DC14B19B-9145-4C56-88BF-AAA684B2219B}"/>
    <dgm:cxn modelId="{A228DFC1-CC99-48C6-A46C-F29EDC719724}" type="presOf" srcId="{914E6B22-AE50-43D6-B9A7-7EBD5A6745BE}" destId="{48A71141-EE43-4B96-A20F-02368AD1A152}" srcOrd="0" destOrd="0" presId="urn:microsoft.com/office/officeart/2005/8/layout/vList5"/>
    <dgm:cxn modelId="{488E2DC3-BE61-4235-ACBE-BA10CA078DD1}" srcId="{030B8CCA-22C5-4755-8C49-50D3C1EC6CD7}" destId="{AB51EDFC-3140-4AE6-9CDB-C0F4A0F3E9B2}" srcOrd="0" destOrd="0" parTransId="{D23B5D37-B1CF-4D72-8C27-199B979225DA}" sibTransId="{93B49BB6-D578-4456-907D-5691E2354496}"/>
    <dgm:cxn modelId="{F5B9FBC3-01B7-4E4A-8A6E-620C13F4619D}" type="presOf" srcId="{D649A342-C224-4054-804C-23109C1E2F3B}" destId="{AE775C89-EFDF-4CF4-B13B-E9CB6EF445EB}" srcOrd="0" destOrd="0" presId="urn:microsoft.com/office/officeart/2005/8/layout/vList5"/>
    <dgm:cxn modelId="{BAD0BBD8-3EC5-4711-9ABA-A4B1A9E3570D}" srcId="{80F24AC8-7A8B-41D0-850F-8885A5F7ADB3}" destId="{A452E6FC-D17C-401C-8C84-02A52B13F904}" srcOrd="3" destOrd="0" parTransId="{57998C22-4368-4CA3-A876-53A95BD2C582}" sibTransId="{E72873FC-EDED-4927-B883-4178CF8EDF31}"/>
    <dgm:cxn modelId="{417512D9-41EC-4100-A1CA-BE22B7AA94DF}" type="presOf" srcId="{27504609-843E-4BEA-8ACC-7D14720BF4D0}" destId="{BC112642-AD80-42D6-ADA5-50C83789577D}" srcOrd="0" destOrd="0" presId="urn:microsoft.com/office/officeart/2005/8/layout/vList5"/>
    <dgm:cxn modelId="{D39955E9-9CFF-4929-A968-F3C3DDD3154F}" srcId="{A452E6FC-D17C-401C-8C84-02A52B13F904}" destId="{D649A342-C224-4054-804C-23109C1E2F3B}" srcOrd="0" destOrd="0" parTransId="{7467EA99-405B-4E65-ABBA-072A2E7206D9}" sibTransId="{4F40F39B-C4DF-470F-9872-7922C47A3CE3}"/>
    <dgm:cxn modelId="{A4C795FD-931D-4237-8B3B-21A87CE5F7E5}" type="presOf" srcId="{E315FA71-A2C9-4CFF-AEFF-3550ED47AD94}" destId="{9BDDD62D-D8EF-41F2-8772-B918641B11D5}" srcOrd="0" destOrd="0" presId="urn:microsoft.com/office/officeart/2005/8/layout/vList5"/>
    <dgm:cxn modelId="{E2D65C0A-A25A-4AEE-9E6D-F37D31DF31FF}" type="presParOf" srcId="{6E8A30AF-1155-42E0-8092-7375D88E2E4B}" destId="{4573675E-9A4C-4E14-A8DC-C502F66517C0}" srcOrd="0" destOrd="0" presId="urn:microsoft.com/office/officeart/2005/8/layout/vList5"/>
    <dgm:cxn modelId="{5BEFDAB2-55FA-4DF9-B5CF-996BD37CFEE1}" type="presParOf" srcId="{4573675E-9A4C-4E14-A8DC-C502F66517C0}" destId="{FE8B8969-32A1-49D5-969E-1225AE29B023}" srcOrd="0" destOrd="0" presId="urn:microsoft.com/office/officeart/2005/8/layout/vList5"/>
    <dgm:cxn modelId="{87080D4E-B03C-46E0-AEDA-2B318FDCF09E}" type="presParOf" srcId="{4573675E-9A4C-4E14-A8DC-C502F66517C0}" destId="{9BDDD62D-D8EF-41F2-8772-B918641B11D5}" srcOrd="1" destOrd="0" presId="urn:microsoft.com/office/officeart/2005/8/layout/vList5"/>
    <dgm:cxn modelId="{FC4BD3C8-4ED0-4FAE-9789-4CF154E3BB5D}" type="presParOf" srcId="{6E8A30AF-1155-42E0-8092-7375D88E2E4B}" destId="{EBACF2F5-6DC3-4E89-ADBE-0FA99E3F48CB}" srcOrd="1" destOrd="0" presId="urn:microsoft.com/office/officeart/2005/8/layout/vList5"/>
    <dgm:cxn modelId="{E256F3BE-091E-45DC-AFC1-03946D9C3098}" type="presParOf" srcId="{6E8A30AF-1155-42E0-8092-7375D88E2E4B}" destId="{ADFA8888-5563-4EE4-BDE0-743AE05C5C6F}" srcOrd="2" destOrd="0" presId="urn:microsoft.com/office/officeart/2005/8/layout/vList5"/>
    <dgm:cxn modelId="{98A2A734-FF9C-42BD-B127-ED6BB68B6C02}" type="presParOf" srcId="{ADFA8888-5563-4EE4-BDE0-743AE05C5C6F}" destId="{28681C44-7822-42C5-A2D0-21EC1D43617E}" srcOrd="0" destOrd="0" presId="urn:microsoft.com/office/officeart/2005/8/layout/vList5"/>
    <dgm:cxn modelId="{03A5557D-8E56-4578-BFB9-5CA049EABB3E}" type="presParOf" srcId="{ADFA8888-5563-4EE4-BDE0-743AE05C5C6F}" destId="{48A71141-EE43-4B96-A20F-02368AD1A152}" srcOrd="1" destOrd="0" presId="urn:microsoft.com/office/officeart/2005/8/layout/vList5"/>
    <dgm:cxn modelId="{E3B69B66-DB9A-40F4-9648-EC24A0BB38DC}" type="presParOf" srcId="{6E8A30AF-1155-42E0-8092-7375D88E2E4B}" destId="{1BAD4ED9-DBC0-4FB4-A98F-053B71F56C38}" srcOrd="3" destOrd="0" presId="urn:microsoft.com/office/officeart/2005/8/layout/vList5"/>
    <dgm:cxn modelId="{232F8F34-99B7-4D2C-862A-1E37DF4BE6DA}" type="presParOf" srcId="{6E8A30AF-1155-42E0-8092-7375D88E2E4B}" destId="{ABA2352E-274C-4EEE-A460-5962BD343E24}" srcOrd="4" destOrd="0" presId="urn:microsoft.com/office/officeart/2005/8/layout/vList5"/>
    <dgm:cxn modelId="{7B44344D-95BB-437F-B2B5-E332AAAB6C8D}" type="presParOf" srcId="{ABA2352E-274C-4EEE-A460-5962BD343E24}" destId="{B5A52820-B6BA-4A7D-9418-352F395F784C}" srcOrd="0" destOrd="0" presId="urn:microsoft.com/office/officeart/2005/8/layout/vList5"/>
    <dgm:cxn modelId="{C9DC98D9-6AA2-4C11-9359-07602015DF20}" type="presParOf" srcId="{ABA2352E-274C-4EEE-A460-5962BD343E24}" destId="{01B8D6DE-E25C-45B2-BB5A-2B3AB3FBB67E}" srcOrd="1" destOrd="0" presId="urn:microsoft.com/office/officeart/2005/8/layout/vList5"/>
    <dgm:cxn modelId="{E74DDF19-CF8F-4534-A6AB-A3D47168087F}" type="presParOf" srcId="{6E8A30AF-1155-42E0-8092-7375D88E2E4B}" destId="{5AB89ECF-D941-40A3-A0DE-ED352DB49A94}" srcOrd="5" destOrd="0" presId="urn:microsoft.com/office/officeart/2005/8/layout/vList5"/>
    <dgm:cxn modelId="{BA1AA7C6-8095-4F40-A0B3-161021B6479F}" type="presParOf" srcId="{6E8A30AF-1155-42E0-8092-7375D88E2E4B}" destId="{E1ABB9DD-A47A-43A0-BC4C-325685148F34}" srcOrd="6" destOrd="0" presId="urn:microsoft.com/office/officeart/2005/8/layout/vList5"/>
    <dgm:cxn modelId="{89A8821A-5216-441B-88F8-C1FCF5376F85}" type="presParOf" srcId="{E1ABB9DD-A47A-43A0-BC4C-325685148F34}" destId="{BC4E579C-C5F2-4675-BFA7-DC8859205859}" srcOrd="0" destOrd="0" presId="urn:microsoft.com/office/officeart/2005/8/layout/vList5"/>
    <dgm:cxn modelId="{CE801C5F-3C83-4684-BA0A-6CFB0A0957D5}" type="presParOf" srcId="{E1ABB9DD-A47A-43A0-BC4C-325685148F34}" destId="{AE775C89-EFDF-4CF4-B13B-E9CB6EF445EB}" srcOrd="1" destOrd="0" presId="urn:microsoft.com/office/officeart/2005/8/layout/vList5"/>
    <dgm:cxn modelId="{53924A2E-5677-4514-94E7-B751604E6F9D}" type="presParOf" srcId="{6E8A30AF-1155-42E0-8092-7375D88E2E4B}" destId="{5401FFBE-9C39-4F9B-A2EB-529B3C129AD5}" srcOrd="7" destOrd="0" presId="urn:microsoft.com/office/officeart/2005/8/layout/vList5"/>
    <dgm:cxn modelId="{CEF5E736-4B0A-4E7F-9BE9-5F5737B61B1F}" type="presParOf" srcId="{6E8A30AF-1155-42E0-8092-7375D88E2E4B}" destId="{AEC1094E-8414-4F0E-99E5-99A8B5318797}" srcOrd="8" destOrd="0" presId="urn:microsoft.com/office/officeart/2005/8/layout/vList5"/>
    <dgm:cxn modelId="{2AA13603-E736-4700-8276-1BB045883172}" type="presParOf" srcId="{AEC1094E-8414-4F0E-99E5-99A8B5318797}" destId="{89EE47A5-6F58-4E8F-A446-34C9BCBF374F}" srcOrd="0" destOrd="0" presId="urn:microsoft.com/office/officeart/2005/8/layout/vList5"/>
    <dgm:cxn modelId="{AD7F7628-0FB8-4FEB-B0E8-7558A40EEAD9}" type="presParOf" srcId="{AEC1094E-8414-4F0E-99E5-99A8B5318797}" destId="{B4B52FC0-FA15-4F8B-80C0-027465D36DCC}" srcOrd="1" destOrd="0" presId="urn:microsoft.com/office/officeart/2005/8/layout/vList5"/>
    <dgm:cxn modelId="{EE7074BC-4C05-4903-8F93-F2C0621616E4}" type="presParOf" srcId="{6E8A30AF-1155-42E0-8092-7375D88E2E4B}" destId="{4762C655-6A61-434E-B4F7-880240DEA96C}" srcOrd="9" destOrd="0" presId="urn:microsoft.com/office/officeart/2005/8/layout/vList5"/>
    <dgm:cxn modelId="{E5E7941D-06B0-47F3-AFDE-23E6AB0E8228}" type="presParOf" srcId="{6E8A30AF-1155-42E0-8092-7375D88E2E4B}" destId="{315EF919-7402-4827-93A7-0A2ABA291A3C}" srcOrd="10" destOrd="0" presId="urn:microsoft.com/office/officeart/2005/8/layout/vList5"/>
    <dgm:cxn modelId="{2A5244BC-BD40-43C6-9B33-B9652E8FEA77}" type="presParOf" srcId="{315EF919-7402-4827-93A7-0A2ABA291A3C}" destId="{8ED8E25F-B093-4BB9-862E-65CA14EBCBD7}" srcOrd="0" destOrd="0" presId="urn:microsoft.com/office/officeart/2005/8/layout/vList5"/>
    <dgm:cxn modelId="{C0513624-40F3-4A2A-B22A-2103853C71EB}" type="presParOf" srcId="{315EF919-7402-4827-93A7-0A2ABA291A3C}" destId="{BC112642-AD80-42D6-ADA5-50C83789577D}" srcOrd="1" destOrd="0" presId="urn:microsoft.com/office/officeart/2005/8/layout/vList5"/>
    <dgm:cxn modelId="{D32DC13C-0BD9-4EA6-8736-2C2C8DD3BF9E}" type="presParOf" srcId="{6E8A30AF-1155-42E0-8092-7375D88E2E4B}" destId="{3B9B9E43-32A3-4360-A157-BB682084C2B2}" srcOrd="11" destOrd="0" presId="urn:microsoft.com/office/officeart/2005/8/layout/vList5"/>
    <dgm:cxn modelId="{3D4083C2-F945-45EF-A000-6BF9D2AAE9FE}" type="presParOf" srcId="{6E8A30AF-1155-42E0-8092-7375D88E2E4B}" destId="{718899F7-1F95-4899-8B73-8810A3563243}" srcOrd="12" destOrd="0" presId="urn:microsoft.com/office/officeart/2005/8/layout/vList5"/>
    <dgm:cxn modelId="{FF3A3A26-D13D-40BA-9641-BA3D5AA10998}" type="presParOf" srcId="{718899F7-1F95-4899-8B73-8810A3563243}" destId="{68CF6E9E-1EFA-4824-A40A-E788F34CAA7C}" srcOrd="0" destOrd="0" presId="urn:microsoft.com/office/officeart/2005/8/layout/vList5"/>
    <dgm:cxn modelId="{10C742B0-71E1-4CC2-BE29-C0B4DE5E6DB6}" type="presParOf" srcId="{718899F7-1F95-4899-8B73-8810A3563243}" destId="{A902D742-672A-42C7-83C1-3B4CE8B25BEE}"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A33878A4-CFE0-4E30-8A5E-B49C315381B1}" type="doc">
      <dgm:prSet loTypeId="urn:microsoft.com/office/officeart/2005/8/layout/vList2" loCatId="list" qsTypeId="urn:microsoft.com/office/officeart/2005/8/quickstyle/simple3" qsCatId="simple" csTypeId="urn:microsoft.com/office/officeart/2005/8/colors/colorful3" csCatId="colorful" phldr="1"/>
      <dgm:spPr/>
      <dgm:t>
        <a:bodyPr/>
        <a:lstStyle/>
        <a:p>
          <a:endParaRPr lang="ru-BY"/>
        </a:p>
      </dgm:t>
    </dgm:pt>
    <dgm:pt modelId="{C457C870-0FB5-416B-8303-B375EDF34D56}">
      <dgm:prSet phldrT="[Текст]"/>
      <dgm:spPr/>
      <dgm:t>
        <a:bodyPr/>
        <a:lstStyle/>
        <a:p>
          <a:r>
            <a:rPr lang="ru-RU" dirty="0"/>
            <a:t>Исполнение плана проекта</a:t>
          </a:r>
          <a:endParaRPr lang="ru-BY" dirty="0"/>
        </a:p>
      </dgm:t>
    </dgm:pt>
    <dgm:pt modelId="{0DE0C374-2DBB-4B9F-AEC3-4ACFADEB584C}" type="parTrans" cxnId="{66006350-D9D6-49D3-9658-765FACC44EE1}">
      <dgm:prSet/>
      <dgm:spPr/>
      <dgm:t>
        <a:bodyPr/>
        <a:lstStyle/>
        <a:p>
          <a:endParaRPr lang="ru-BY"/>
        </a:p>
      </dgm:t>
    </dgm:pt>
    <dgm:pt modelId="{CAAFDCD8-FDF3-4E54-BCC5-9781C84E0062}" type="sibTrans" cxnId="{66006350-D9D6-49D3-9658-765FACC44EE1}">
      <dgm:prSet/>
      <dgm:spPr/>
      <dgm:t>
        <a:bodyPr/>
        <a:lstStyle/>
        <a:p>
          <a:endParaRPr lang="ru-BY"/>
        </a:p>
      </dgm:t>
    </dgm:pt>
    <dgm:pt modelId="{71D4E148-1D18-484B-B417-1310BCA2A797}">
      <dgm:prSet/>
      <dgm:spPr/>
      <dgm:t>
        <a:bodyPr/>
        <a:lstStyle/>
        <a:p>
          <a:r>
            <a:rPr lang="ru-RU" dirty="0"/>
            <a:t> Реализация: На этом этапе осуществляется фактическое выполнение планов, разработанных на предыдущих этапах. Это включает в себя разработку, тестирование и подготовку к развертыванию программного обеспечения.</a:t>
          </a:r>
          <a:endParaRPr lang="ru-BY" dirty="0"/>
        </a:p>
      </dgm:t>
    </dgm:pt>
    <dgm:pt modelId="{48096286-E3E7-405A-BDFF-A84E72E4C6FF}" type="parTrans" cxnId="{E927BA43-EE9A-4284-9CB7-B47E395AADCF}">
      <dgm:prSet/>
      <dgm:spPr/>
      <dgm:t>
        <a:bodyPr/>
        <a:lstStyle/>
        <a:p>
          <a:endParaRPr lang="ru-BY"/>
        </a:p>
      </dgm:t>
    </dgm:pt>
    <dgm:pt modelId="{381641B6-C870-4308-9952-A423A28B1967}" type="sibTrans" cxnId="{E927BA43-EE9A-4284-9CB7-B47E395AADCF}">
      <dgm:prSet/>
      <dgm:spPr/>
      <dgm:t>
        <a:bodyPr/>
        <a:lstStyle/>
        <a:p>
          <a:endParaRPr lang="ru-BY"/>
        </a:p>
      </dgm:t>
    </dgm:pt>
    <dgm:pt modelId="{ADAE192F-1884-4774-8D8A-E3C021C29AD8}">
      <dgm:prSet/>
      <dgm:spPr/>
      <dgm:t>
        <a:bodyPr/>
        <a:lstStyle/>
        <a:p>
          <a:r>
            <a:rPr lang="ru-RU" dirty="0"/>
            <a:t>Коммуникация: Важно поддерживать активную связь с заинтересованными сторонами, информируя их о ходе выполнения проекта и любых возникающих проблемах.</a:t>
          </a:r>
          <a:endParaRPr lang="ru-BY" dirty="0"/>
        </a:p>
      </dgm:t>
    </dgm:pt>
    <dgm:pt modelId="{D5286D4F-0829-4792-8649-C561B629477C}" type="parTrans" cxnId="{97FBBE32-93B6-478A-BA0E-B672A3452810}">
      <dgm:prSet/>
      <dgm:spPr/>
      <dgm:t>
        <a:bodyPr/>
        <a:lstStyle/>
        <a:p>
          <a:endParaRPr lang="ru-BY"/>
        </a:p>
      </dgm:t>
    </dgm:pt>
    <dgm:pt modelId="{402F2EC2-74FC-4D34-A694-31C9763E393D}" type="sibTrans" cxnId="{97FBBE32-93B6-478A-BA0E-B672A3452810}">
      <dgm:prSet/>
      <dgm:spPr/>
      <dgm:t>
        <a:bodyPr/>
        <a:lstStyle/>
        <a:p>
          <a:endParaRPr lang="ru-BY"/>
        </a:p>
      </dgm:t>
    </dgm:pt>
    <dgm:pt modelId="{167565DA-AEFD-41A9-BB08-249AD1DC4028}">
      <dgm:prSet/>
      <dgm:spPr/>
      <dgm:t>
        <a:bodyPr/>
        <a:lstStyle/>
        <a:p>
          <a:r>
            <a:rPr lang="ru-RU"/>
            <a:t>Обучение пользователей</a:t>
          </a:r>
          <a:endParaRPr lang="ru-BY"/>
        </a:p>
      </dgm:t>
    </dgm:pt>
    <dgm:pt modelId="{D5697004-B1AB-4C95-9EB3-2E50C6831F50}" type="parTrans" cxnId="{2FA0D395-1CCE-4F81-BDB3-3B9953BBA055}">
      <dgm:prSet/>
      <dgm:spPr/>
      <dgm:t>
        <a:bodyPr/>
        <a:lstStyle/>
        <a:p>
          <a:endParaRPr lang="ru-BY"/>
        </a:p>
      </dgm:t>
    </dgm:pt>
    <dgm:pt modelId="{9C1EB05F-EA9E-4829-9F4A-510AE7F49DAB}" type="sibTrans" cxnId="{2FA0D395-1CCE-4F81-BDB3-3B9953BBA055}">
      <dgm:prSet/>
      <dgm:spPr/>
      <dgm:t>
        <a:bodyPr/>
        <a:lstStyle/>
        <a:p>
          <a:endParaRPr lang="ru-BY"/>
        </a:p>
      </dgm:t>
    </dgm:pt>
    <dgm:pt modelId="{D204BFFB-5C43-4B7B-B4B6-D6480D5277F0}">
      <dgm:prSet/>
      <dgm:spPr/>
      <dgm:t>
        <a:bodyPr/>
        <a:lstStyle/>
        <a:p>
          <a:r>
            <a:rPr lang="ru-RU" dirty="0"/>
            <a:t>Обучение: Проведение тренингов и семинаров для конечных пользователей с целью ознакомления их с новым программным обеспечением. Это критически важно для обеспечения эффективного использования системы.</a:t>
          </a:r>
          <a:endParaRPr lang="ru-BY" dirty="0"/>
        </a:p>
      </dgm:t>
    </dgm:pt>
    <dgm:pt modelId="{2BF13DD7-0DC9-4434-AF0E-9ADDC8A7F8F5}" type="parTrans" cxnId="{E4B08A42-C587-45FA-8F15-2ACEA82976E3}">
      <dgm:prSet/>
      <dgm:spPr/>
      <dgm:t>
        <a:bodyPr/>
        <a:lstStyle/>
        <a:p>
          <a:endParaRPr lang="ru-BY"/>
        </a:p>
      </dgm:t>
    </dgm:pt>
    <dgm:pt modelId="{54B8E2DF-BE5C-49B4-87D2-9AF9FA220473}" type="sibTrans" cxnId="{E4B08A42-C587-45FA-8F15-2ACEA82976E3}">
      <dgm:prSet/>
      <dgm:spPr/>
      <dgm:t>
        <a:bodyPr/>
        <a:lstStyle/>
        <a:p>
          <a:endParaRPr lang="ru-BY"/>
        </a:p>
      </dgm:t>
    </dgm:pt>
    <dgm:pt modelId="{C7427A30-DE77-4D42-8039-34E528859800}">
      <dgm:prSet/>
      <dgm:spPr/>
      <dgm:t>
        <a:bodyPr/>
        <a:lstStyle/>
        <a:p>
          <a:r>
            <a:rPr lang="ru-RU" dirty="0"/>
            <a:t>Документация: Подготовка учебных материалов и руководств, которые помогут пользователям освоить функциональность системы.</a:t>
          </a:r>
          <a:endParaRPr lang="ru-BY" dirty="0"/>
        </a:p>
      </dgm:t>
    </dgm:pt>
    <dgm:pt modelId="{7BC20670-55B4-47F4-A5D3-1DA8B8FB5674}" type="parTrans" cxnId="{F5F7F5C6-0F18-44DF-9025-F1675126E1DC}">
      <dgm:prSet/>
      <dgm:spPr/>
      <dgm:t>
        <a:bodyPr/>
        <a:lstStyle/>
        <a:p>
          <a:endParaRPr lang="ru-BY"/>
        </a:p>
      </dgm:t>
    </dgm:pt>
    <dgm:pt modelId="{99F59689-A2E8-45FB-9F7A-482B2728A855}" type="sibTrans" cxnId="{F5F7F5C6-0F18-44DF-9025-F1675126E1DC}">
      <dgm:prSet/>
      <dgm:spPr/>
      <dgm:t>
        <a:bodyPr/>
        <a:lstStyle/>
        <a:p>
          <a:endParaRPr lang="ru-BY"/>
        </a:p>
      </dgm:t>
    </dgm:pt>
    <dgm:pt modelId="{9231D0E0-CB81-4ED5-9184-82A241EF9DA1}">
      <dgm:prSet/>
      <dgm:spPr/>
      <dgm:t>
        <a:bodyPr/>
        <a:lstStyle/>
        <a:p>
          <a:r>
            <a:rPr lang="ru-RU"/>
            <a:t>Развертывание системы</a:t>
          </a:r>
          <a:endParaRPr lang="ru-BY"/>
        </a:p>
      </dgm:t>
    </dgm:pt>
    <dgm:pt modelId="{94018F1A-ADEE-4B06-98EA-8DCF99310CEB}" type="parTrans" cxnId="{59E6A502-2140-46C0-BC85-77632F89AFCA}">
      <dgm:prSet/>
      <dgm:spPr/>
      <dgm:t>
        <a:bodyPr/>
        <a:lstStyle/>
        <a:p>
          <a:endParaRPr lang="ru-BY"/>
        </a:p>
      </dgm:t>
    </dgm:pt>
    <dgm:pt modelId="{CD798504-17BA-4DCB-8686-25DB82B1776F}" type="sibTrans" cxnId="{59E6A502-2140-46C0-BC85-77632F89AFCA}">
      <dgm:prSet/>
      <dgm:spPr/>
      <dgm:t>
        <a:bodyPr/>
        <a:lstStyle/>
        <a:p>
          <a:endParaRPr lang="ru-BY"/>
        </a:p>
      </dgm:t>
    </dgm:pt>
    <dgm:pt modelId="{A9EF405E-738C-499A-B4D8-E45EB2251F05}">
      <dgm:prSet/>
      <dgm:spPr/>
      <dgm:t>
        <a:bodyPr/>
        <a:lstStyle/>
        <a:p>
          <a:r>
            <a:rPr lang="ru-RU" dirty="0"/>
            <a:t>План развертывания: Определение стратегии развертывания, включая выбор между полным или поэтапным развертыванием.</a:t>
          </a:r>
          <a:endParaRPr lang="ru-BY" dirty="0"/>
        </a:p>
      </dgm:t>
    </dgm:pt>
    <dgm:pt modelId="{6D03A046-8299-4153-AABA-BF97E697E786}" type="parTrans" cxnId="{0AAE8CA3-BA24-47CE-8738-B706158F7829}">
      <dgm:prSet/>
      <dgm:spPr/>
      <dgm:t>
        <a:bodyPr/>
        <a:lstStyle/>
        <a:p>
          <a:endParaRPr lang="ru-BY"/>
        </a:p>
      </dgm:t>
    </dgm:pt>
    <dgm:pt modelId="{53FD9C3C-55DF-4CA3-91D8-604CA0313075}" type="sibTrans" cxnId="{0AAE8CA3-BA24-47CE-8738-B706158F7829}">
      <dgm:prSet/>
      <dgm:spPr/>
      <dgm:t>
        <a:bodyPr/>
        <a:lstStyle/>
        <a:p>
          <a:endParaRPr lang="ru-BY"/>
        </a:p>
      </dgm:t>
    </dgm:pt>
    <dgm:pt modelId="{927BD35A-390C-4DC3-A0BD-0900B7F05E19}">
      <dgm:prSet/>
      <dgm:spPr/>
      <dgm:t>
        <a:bodyPr/>
        <a:lstStyle/>
        <a:p>
          <a:r>
            <a:rPr lang="ru-RU" dirty="0"/>
            <a:t>Тестирование в реальных условиях: Проведение окончательного тестирования системы в рабочей среде для выявления возможных проблем.</a:t>
          </a:r>
          <a:endParaRPr lang="ru-BY" dirty="0"/>
        </a:p>
      </dgm:t>
    </dgm:pt>
    <dgm:pt modelId="{4C290A0C-5BD7-468A-87E8-4F17A9A83A0D}" type="parTrans" cxnId="{DD6C2831-F965-4495-9F1D-E862D97DAED0}">
      <dgm:prSet/>
      <dgm:spPr/>
      <dgm:t>
        <a:bodyPr/>
        <a:lstStyle/>
        <a:p>
          <a:endParaRPr lang="ru-BY"/>
        </a:p>
      </dgm:t>
    </dgm:pt>
    <dgm:pt modelId="{CAF51A32-D7CC-44E1-8A50-28F82F7C8FB5}" type="sibTrans" cxnId="{DD6C2831-F965-4495-9F1D-E862D97DAED0}">
      <dgm:prSet/>
      <dgm:spPr/>
      <dgm:t>
        <a:bodyPr/>
        <a:lstStyle/>
        <a:p>
          <a:endParaRPr lang="ru-BY"/>
        </a:p>
      </dgm:t>
    </dgm:pt>
    <dgm:pt modelId="{D1F7CB9D-E52B-42A8-B6B8-2A6FD911CA77}">
      <dgm:prSet/>
      <dgm:spPr/>
      <dgm:t>
        <a:bodyPr/>
        <a:lstStyle/>
        <a:p>
          <a:r>
            <a:rPr lang="ru-RU"/>
            <a:t>Мониторинг и контроль</a:t>
          </a:r>
          <a:endParaRPr lang="ru-BY"/>
        </a:p>
      </dgm:t>
    </dgm:pt>
    <dgm:pt modelId="{EEFB6975-9CDA-42A8-B882-1686A2C8CE5A}" type="parTrans" cxnId="{B0462230-953E-43A2-AF45-D660097EFB54}">
      <dgm:prSet/>
      <dgm:spPr/>
      <dgm:t>
        <a:bodyPr/>
        <a:lstStyle/>
        <a:p>
          <a:endParaRPr lang="ru-BY"/>
        </a:p>
      </dgm:t>
    </dgm:pt>
    <dgm:pt modelId="{64B08E19-6408-4E4A-A922-36F0CB9D69B4}" type="sibTrans" cxnId="{B0462230-953E-43A2-AF45-D660097EFB54}">
      <dgm:prSet/>
      <dgm:spPr/>
      <dgm:t>
        <a:bodyPr/>
        <a:lstStyle/>
        <a:p>
          <a:endParaRPr lang="ru-BY"/>
        </a:p>
      </dgm:t>
    </dgm:pt>
    <dgm:pt modelId="{E38C96DB-ED11-4E50-9063-A07986F3CB34}">
      <dgm:prSet/>
      <dgm:spPr/>
      <dgm:t>
        <a:bodyPr/>
        <a:lstStyle/>
        <a:p>
          <a:r>
            <a:rPr lang="ru-RU" dirty="0"/>
            <a:t>Отслеживание производительности: Постоянный контроль за работой системы после внедрения для выявления и устранения потенциальных проблем.</a:t>
          </a:r>
          <a:endParaRPr lang="ru-BY" dirty="0"/>
        </a:p>
      </dgm:t>
    </dgm:pt>
    <dgm:pt modelId="{469CA649-A041-47AA-9D1C-88EE97ACC6D6}" type="parTrans" cxnId="{0B26A9F0-C5CD-4CE1-960E-F2C81CD2E8F4}">
      <dgm:prSet/>
      <dgm:spPr/>
      <dgm:t>
        <a:bodyPr/>
        <a:lstStyle/>
        <a:p>
          <a:endParaRPr lang="ru-BY"/>
        </a:p>
      </dgm:t>
    </dgm:pt>
    <dgm:pt modelId="{261E4117-FDEE-4518-988B-45C0AE4388BD}" type="sibTrans" cxnId="{0B26A9F0-C5CD-4CE1-960E-F2C81CD2E8F4}">
      <dgm:prSet/>
      <dgm:spPr/>
      <dgm:t>
        <a:bodyPr/>
        <a:lstStyle/>
        <a:p>
          <a:endParaRPr lang="ru-BY"/>
        </a:p>
      </dgm:t>
    </dgm:pt>
    <dgm:pt modelId="{521ACAA9-DABE-485E-A5A7-B77D235F4870}">
      <dgm:prSet/>
      <dgm:spPr/>
      <dgm:t>
        <a:bodyPr/>
        <a:lstStyle/>
        <a:p>
          <a:r>
            <a:rPr lang="ru-RU" dirty="0"/>
            <a:t>Сбор обратной связи: Опрос пользователей и сбор отзывов для оценки удовлетворенности и выявления областей для улучшения.</a:t>
          </a:r>
          <a:endParaRPr lang="ru-BY" dirty="0"/>
        </a:p>
      </dgm:t>
    </dgm:pt>
    <dgm:pt modelId="{97E83ADE-16E5-4370-A836-5A2209DF7221}" type="parTrans" cxnId="{5439DC99-9C02-422D-9103-BD8D1966A64C}">
      <dgm:prSet/>
      <dgm:spPr/>
      <dgm:t>
        <a:bodyPr/>
        <a:lstStyle/>
        <a:p>
          <a:endParaRPr lang="ru-BY"/>
        </a:p>
      </dgm:t>
    </dgm:pt>
    <dgm:pt modelId="{6D3D8414-E7C1-417C-8CB6-23DCB7F0E81B}" type="sibTrans" cxnId="{5439DC99-9C02-422D-9103-BD8D1966A64C}">
      <dgm:prSet/>
      <dgm:spPr/>
      <dgm:t>
        <a:bodyPr/>
        <a:lstStyle/>
        <a:p>
          <a:endParaRPr lang="ru-BY"/>
        </a:p>
      </dgm:t>
    </dgm:pt>
    <dgm:pt modelId="{CFDB1C78-0A3D-4A9E-8A68-F1299547B378}">
      <dgm:prSet/>
      <dgm:spPr/>
      <dgm:t>
        <a:bodyPr/>
        <a:lstStyle/>
        <a:p>
          <a:r>
            <a:rPr lang="ru-RU"/>
            <a:t>Закрытие проекта</a:t>
          </a:r>
          <a:endParaRPr lang="ru-BY"/>
        </a:p>
      </dgm:t>
    </dgm:pt>
    <dgm:pt modelId="{DD01BEA4-DC81-48C2-912C-6B116DA5A3A8}" type="parTrans" cxnId="{B6F9F11A-CA0A-44E4-A823-D1ED3E10721A}">
      <dgm:prSet/>
      <dgm:spPr/>
      <dgm:t>
        <a:bodyPr/>
        <a:lstStyle/>
        <a:p>
          <a:endParaRPr lang="ru-BY"/>
        </a:p>
      </dgm:t>
    </dgm:pt>
    <dgm:pt modelId="{5CB29402-92B1-484A-9A49-DF7C84EDDB1A}" type="sibTrans" cxnId="{B6F9F11A-CA0A-44E4-A823-D1ED3E10721A}">
      <dgm:prSet/>
      <dgm:spPr/>
      <dgm:t>
        <a:bodyPr/>
        <a:lstStyle/>
        <a:p>
          <a:endParaRPr lang="ru-BY"/>
        </a:p>
      </dgm:t>
    </dgm:pt>
    <dgm:pt modelId="{60BA2451-71BD-4A7F-9B0B-99CB2AAC54C4}">
      <dgm:prSet/>
      <dgm:spPr/>
      <dgm:t>
        <a:bodyPr/>
        <a:lstStyle/>
        <a:p>
          <a:r>
            <a:rPr lang="ru-RU" dirty="0"/>
            <a:t>Оценка результатов: Анализ достигнутых результатов в сравнении с первоначальными целями. Это может включать оценку показателей производительности и удовлетворенности пользователей.</a:t>
          </a:r>
          <a:endParaRPr lang="ru-BY" dirty="0"/>
        </a:p>
      </dgm:t>
    </dgm:pt>
    <dgm:pt modelId="{321611FF-3CC1-4C84-8155-0748E7BEAB3C}" type="parTrans" cxnId="{71AB4BFB-CB4E-4714-BA6D-5FBB902F27E1}">
      <dgm:prSet/>
      <dgm:spPr/>
      <dgm:t>
        <a:bodyPr/>
        <a:lstStyle/>
        <a:p>
          <a:endParaRPr lang="ru-BY"/>
        </a:p>
      </dgm:t>
    </dgm:pt>
    <dgm:pt modelId="{B919B8E1-0D66-454D-BDE3-3009F7CFFF35}" type="sibTrans" cxnId="{71AB4BFB-CB4E-4714-BA6D-5FBB902F27E1}">
      <dgm:prSet/>
      <dgm:spPr/>
      <dgm:t>
        <a:bodyPr/>
        <a:lstStyle/>
        <a:p>
          <a:endParaRPr lang="ru-BY"/>
        </a:p>
      </dgm:t>
    </dgm:pt>
    <dgm:pt modelId="{41545A0F-5BD4-4B01-B45C-53631227F2D6}">
      <dgm:prSet/>
      <dgm:spPr/>
      <dgm:t>
        <a:bodyPr/>
        <a:lstStyle/>
        <a:p>
          <a:r>
            <a:rPr lang="ru-RU" dirty="0"/>
            <a:t>Документирование уроков: Фиксация извлеченных уроков и рекомендаций для будущих проектов, что поможет избежать повторения ошибок.</a:t>
          </a:r>
          <a:endParaRPr lang="ru-BY" dirty="0"/>
        </a:p>
      </dgm:t>
    </dgm:pt>
    <dgm:pt modelId="{7234E6C3-18C2-4F95-A426-00CD2A7E20AC}" type="parTrans" cxnId="{5C9342C6-01E1-4736-9FA3-482C9D400916}">
      <dgm:prSet/>
      <dgm:spPr/>
      <dgm:t>
        <a:bodyPr/>
        <a:lstStyle/>
        <a:p>
          <a:endParaRPr lang="ru-BY"/>
        </a:p>
      </dgm:t>
    </dgm:pt>
    <dgm:pt modelId="{D9E489C3-2635-49A7-8F54-C1A1896F238A}" type="sibTrans" cxnId="{5C9342C6-01E1-4736-9FA3-482C9D400916}">
      <dgm:prSet/>
      <dgm:spPr/>
      <dgm:t>
        <a:bodyPr/>
        <a:lstStyle/>
        <a:p>
          <a:endParaRPr lang="ru-BY"/>
        </a:p>
      </dgm:t>
    </dgm:pt>
    <dgm:pt modelId="{03731F67-9E24-43CB-A419-D89226FCC908}" type="pres">
      <dgm:prSet presAssocID="{A33878A4-CFE0-4E30-8A5E-B49C315381B1}" presName="linear" presStyleCnt="0">
        <dgm:presLayoutVars>
          <dgm:animLvl val="lvl"/>
          <dgm:resizeHandles val="exact"/>
        </dgm:presLayoutVars>
      </dgm:prSet>
      <dgm:spPr/>
    </dgm:pt>
    <dgm:pt modelId="{70FB91A8-E08E-42D5-B78E-2480CD5B02BC}" type="pres">
      <dgm:prSet presAssocID="{C457C870-0FB5-416B-8303-B375EDF34D56}" presName="parentText" presStyleLbl="node1" presStyleIdx="0" presStyleCnt="5">
        <dgm:presLayoutVars>
          <dgm:chMax val="0"/>
          <dgm:bulletEnabled val="1"/>
        </dgm:presLayoutVars>
      </dgm:prSet>
      <dgm:spPr/>
    </dgm:pt>
    <dgm:pt modelId="{65FFE485-E02F-4668-B980-F96B2EDC4BB9}" type="pres">
      <dgm:prSet presAssocID="{C457C870-0FB5-416B-8303-B375EDF34D56}" presName="childText" presStyleLbl="revTx" presStyleIdx="0" presStyleCnt="5">
        <dgm:presLayoutVars>
          <dgm:bulletEnabled val="1"/>
        </dgm:presLayoutVars>
      </dgm:prSet>
      <dgm:spPr/>
    </dgm:pt>
    <dgm:pt modelId="{AC62C2E3-BDB3-4CD3-8599-5E8AA04CA482}" type="pres">
      <dgm:prSet presAssocID="{167565DA-AEFD-41A9-BB08-249AD1DC4028}" presName="parentText" presStyleLbl="node1" presStyleIdx="1" presStyleCnt="5">
        <dgm:presLayoutVars>
          <dgm:chMax val="0"/>
          <dgm:bulletEnabled val="1"/>
        </dgm:presLayoutVars>
      </dgm:prSet>
      <dgm:spPr/>
    </dgm:pt>
    <dgm:pt modelId="{DC6B5B17-0296-415C-8DC2-F3862C80B528}" type="pres">
      <dgm:prSet presAssocID="{167565DA-AEFD-41A9-BB08-249AD1DC4028}" presName="childText" presStyleLbl="revTx" presStyleIdx="1" presStyleCnt="5">
        <dgm:presLayoutVars>
          <dgm:bulletEnabled val="1"/>
        </dgm:presLayoutVars>
      </dgm:prSet>
      <dgm:spPr/>
    </dgm:pt>
    <dgm:pt modelId="{0D3D2268-E0E4-4A2C-865F-162D60D2EDFF}" type="pres">
      <dgm:prSet presAssocID="{9231D0E0-CB81-4ED5-9184-82A241EF9DA1}" presName="parentText" presStyleLbl="node1" presStyleIdx="2" presStyleCnt="5">
        <dgm:presLayoutVars>
          <dgm:chMax val="0"/>
          <dgm:bulletEnabled val="1"/>
        </dgm:presLayoutVars>
      </dgm:prSet>
      <dgm:spPr/>
    </dgm:pt>
    <dgm:pt modelId="{A46ACE52-319E-44AE-9D1E-4FCB4712849E}" type="pres">
      <dgm:prSet presAssocID="{9231D0E0-CB81-4ED5-9184-82A241EF9DA1}" presName="childText" presStyleLbl="revTx" presStyleIdx="2" presStyleCnt="5">
        <dgm:presLayoutVars>
          <dgm:bulletEnabled val="1"/>
        </dgm:presLayoutVars>
      </dgm:prSet>
      <dgm:spPr/>
    </dgm:pt>
    <dgm:pt modelId="{566F2F49-B912-4D69-B030-FC9E635E34C0}" type="pres">
      <dgm:prSet presAssocID="{D1F7CB9D-E52B-42A8-B6B8-2A6FD911CA77}" presName="parentText" presStyleLbl="node1" presStyleIdx="3" presStyleCnt="5">
        <dgm:presLayoutVars>
          <dgm:chMax val="0"/>
          <dgm:bulletEnabled val="1"/>
        </dgm:presLayoutVars>
      </dgm:prSet>
      <dgm:spPr/>
    </dgm:pt>
    <dgm:pt modelId="{0CCBAD1F-F03B-434A-B3D0-F4CEDF4766F3}" type="pres">
      <dgm:prSet presAssocID="{D1F7CB9D-E52B-42A8-B6B8-2A6FD911CA77}" presName="childText" presStyleLbl="revTx" presStyleIdx="3" presStyleCnt="5">
        <dgm:presLayoutVars>
          <dgm:bulletEnabled val="1"/>
        </dgm:presLayoutVars>
      </dgm:prSet>
      <dgm:spPr/>
    </dgm:pt>
    <dgm:pt modelId="{69133E6D-753A-4961-A62A-1FF79C55C727}" type="pres">
      <dgm:prSet presAssocID="{CFDB1C78-0A3D-4A9E-8A68-F1299547B378}" presName="parentText" presStyleLbl="node1" presStyleIdx="4" presStyleCnt="5">
        <dgm:presLayoutVars>
          <dgm:chMax val="0"/>
          <dgm:bulletEnabled val="1"/>
        </dgm:presLayoutVars>
      </dgm:prSet>
      <dgm:spPr/>
    </dgm:pt>
    <dgm:pt modelId="{93EF76B9-8AE3-4629-820E-17D10F3130BC}" type="pres">
      <dgm:prSet presAssocID="{CFDB1C78-0A3D-4A9E-8A68-F1299547B378}" presName="childText" presStyleLbl="revTx" presStyleIdx="4" presStyleCnt="5">
        <dgm:presLayoutVars>
          <dgm:bulletEnabled val="1"/>
        </dgm:presLayoutVars>
      </dgm:prSet>
      <dgm:spPr/>
    </dgm:pt>
  </dgm:ptLst>
  <dgm:cxnLst>
    <dgm:cxn modelId="{AB25DB00-EF66-493E-9389-0159EB279277}" type="presOf" srcId="{D204BFFB-5C43-4B7B-B4B6-D6480D5277F0}" destId="{DC6B5B17-0296-415C-8DC2-F3862C80B528}" srcOrd="0" destOrd="0" presId="urn:microsoft.com/office/officeart/2005/8/layout/vList2"/>
    <dgm:cxn modelId="{59E6A502-2140-46C0-BC85-77632F89AFCA}" srcId="{A33878A4-CFE0-4E30-8A5E-B49C315381B1}" destId="{9231D0E0-CB81-4ED5-9184-82A241EF9DA1}" srcOrd="2" destOrd="0" parTransId="{94018F1A-ADEE-4B06-98EA-8DCF99310CEB}" sibTransId="{CD798504-17BA-4DCB-8686-25DB82B1776F}"/>
    <dgm:cxn modelId="{6A2AD210-36B7-4141-AADD-2D86AC9CBC24}" type="presOf" srcId="{ADAE192F-1884-4774-8D8A-E3C021C29AD8}" destId="{65FFE485-E02F-4668-B980-F96B2EDC4BB9}" srcOrd="0" destOrd="1" presId="urn:microsoft.com/office/officeart/2005/8/layout/vList2"/>
    <dgm:cxn modelId="{B6F9F11A-CA0A-44E4-A823-D1ED3E10721A}" srcId="{A33878A4-CFE0-4E30-8A5E-B49C315381B1}" destId="{CFDB1C78-0A3D-4A9E-8A68-F1299547B378}" srcOrd="4" destOrd="0" parTransId="{DD01BEA4-DC81-48C2-912C-6B116DA5A3A8}" sibTransId="{5CB29402-92B1-484A-9A49-DF7C84EDDB1A}"/>
    <dgm:cxn modelId="{1B16D81C-0454-4F89-A7EA-45F7E4D75E4E}" type="presOf" srcId="{167565DA-AEFD-41A9-BB08-249AD1DC4028}" destId="{AC62C2E3-BDB3-4CD3-8599-5E8AA04CA482}" srcOrd="0" destOrd="0" presId="urn:microsoft.com/office/officeart/2005/8/layout/vList2"/>
    <dgm:cxn modelId="{616E0D2A-D334-40E2-A99F-392D520C4546}" type="presOf" srcId="{A33878A4-CFE0-4E30-8A5E-B49C315381B1}" destId="{03731F67-9E24-43CB-A419-D89226FCC908}" srcOrd="0" destOrd="0" presId="urn:microsoft.com/office/officeart/2005/8/layout/vList2"/>
    <dgm:cxn modelId="{B0462230-953E-43A2-AF45-D660097EFB54}" srcId="{A33878A4-CFE0-4E30-8A5E-B49C315381B1}" destId="{D1F7CB9D-E52B-42A8-B6B8-2A6FD911CA77}" srcOrd="3" destOrd="0" parTransId="{EEFB6975-9CDA-42A8-B882-1686A2C8CE5A}" sibTransId="{64B08E19-6408-4E4A-A922-36F0CB9D69B4}"/>
    <dgm:cxn modelId="{DD6C2831-F965-4495-9F1D-E862D97DAED0}" srcId="{9231D0E0-CB81-4ED5-9184-82A241EF9DA1}" destId="{927BD35A-390C-4DC3-A0BD-0900B7F05E19}" srcOrd="1" destOrd="0" parTransId="{4C290A0C-5BD7-468A-87E8-4F17A9A83A0D}" sibTransId="{CAF51A32-D7CC-44E1-8A50-28F82F7C8FB5}"/>
    <dgm:cxn modelId="{76207F31-F7EA-4035-A127-093A5201C3FE}" type="presOf" srcId="{9231D0E0-CB81-4ED5-9184-82A241EF9DA1}" destId="{0D3D2268-E0E4-4A2C-865F-162D60D2EDFF}" srcOrd="0" destOrd="0" presId="urn:microsoft.com/office/officeart/2005/8/layout/vList2"/>
    <dgm:cxn modelId="{97FBBE32-93B6-478A-BA0E-B672A3452810}" srcId="{C457C870-0FB5-416B-8303-B375EDF34D56}" destId="{ADAE192F-1884-4774-8D8A-E3C021C29AD8}" srcOrd="1" destOrd="0" parTransId="{D5286D4F-0829-4792-8649-C561B629477C}" sibTransId="{402F2EC2-74FC-4D34-A694-31C9763E393D}"/>
    <dgm:cxn modelId="{DCA2FB5C-9FE8-497F-A91A-8AF6013BB3B8}" type="presOf" srcId="{927BD35A-390C-4DC3-A0BD-0900B7F05E19}" destId="{A46ACE52-319E-44AE-9D1E-4FCB4712849E}" srcOrd="0" destOrd="1" presId="urn:microsoft.com/office/officeart/2005/8/layout/vList2"/>
    <dgm:cxn modelId="{E4B08A42-C587-45FA-8F15-2ACEA82976E3}" srcId="{167565DA-AEFD-41A9-BB08-249AD1DC4028}" destId="{D204BFFB-5C43-4B7B-B4B6-D6480D5277F0}" srcOrd="0" destOrd="0" parTransId="{2BF13DD7-0DC9-4434-AF0E-9ADDC8A7F8F5}" sibTransId="{54B8E2DF-BE5C-49B4-87D2-9AF9FA220473}"/>
    <dgm:cxn modelId="{E927BA43-EE9A-4284-9CB7-B47E395AADCF}" srcId="{C457C870-0FB5-416B-8303-B375EDF34D56}" destId="{71D4E148-1D18-484B-B417-1310BCA2A797}" srcOrd="0" destOrd="0" parTransId="{48096286-E3E7-405A-BDFF-A84E72E4C6FF}" sibTransId="{381641B6-C870-4308-9952-A423A28B1967}"/>
    <dgm:cxn modelId="{3C39B56B-38B2-4F47-A393-6B3F6D680BFA}" type="presOf" srcId="{60BA2451-71BD-4A7F-9B0B-99CB2AAC54C4}" destId="{93EF76B9-8AE3-4629-820E-17D10F3130BC}" srcOrd="0" destOrd="0" presId="urn:microsoft.com/office/officeart/2005/8/layout/vList2"/>
    <dgm:cxn modelId="{180D156E-6B55-4D7E-A82C-0C4BD7D272D8}" type="presOf" srcId="{C457C870-0FB5-416B-8303-B375EDF34D56}" destId="{70FB91A8-E08E-42D5-B78E-2480CD5B02BC}" srcOrd="0" destOrd="0" presId="urn:microsoft.com/office/officeart/2005/8/layout/vList2"/>
    <dgm:cxn modelId="{66006350-D9D6-49D3-9658-765FACC44EE1}" srcId="{A33878A4-CFE0-4E30-8A5E-B49C315381B1}" destId="{C457C870-0FB5-416B-8303-B375EDF34D56}" srcOrd="0" destOrd="0" parTransId="{0DE0C374-2DBB-4B9F-AEC3-4ACFADEB584C}" sibTransId="{CAAFDCD8-FDF3-4E54-BCC5-9781C84E0062}"/>
    <dgm:cxn modelId="{2FA0D395-1CCE-4F81-BDB3-3B9953BBA055}" srcId="{A33878A4-CFE0-4E30-8A5E-B49C315381B1}" destId="{167565DA-AEFD-41A9-BB08-249AD1DC4028}" srcOrd="1" destOrd="0" parTransId="{D5697004-B1AB-4C95-9EB3-2E50C6831F50}" sibTransId="{9C1EB05F-EA9E-4829-9F4A-510AE7F49DAB}"/>
    <dgm:cxn modelId="{5439DC99-9C02-422D-9103-BD8D1966A64C}" srcId="{D1F7CB9D-E52B-42A8-B6B8-2A6FD911CA77}" destId="{521ACAA9-DABE-485E-A5A7-B77D235F4870}" srcOrd="1" destOrd="0" parTransId="{97E83ADE-16E5-4370-A836-5A2209DF7221}" sibTransId="{6D3D8414-E7C1-417C-8CB6-23DCB7F0E81B}"/>
    <dgm:cxn modelId="{689C649A-253C-44BC-B190-9BA3FF420058}" type="presOf" srcId="{521ACAA9-DABE-485E-A5A7-B77D235F4870}" destId="{0CCBAD1F-F03B-434A-B3D0-F4CEDF4766F3}" srcOrd="0" destOrd="1" presId="urn:microsoft.com/office/officeart/2005/8/layout/vList2"/>
    <dgm:cxn modelId="{4E97BA9F-9BD6-4FE2-9DA3-C31BA74C55F5}" type="presOf" srcId="{41545A0F-5BD4-4B01-B45C-53631227F2D6}" destId="{93EF76B9-8AE3-4629-820E-17D10F3130BC}" srcOrd="0" destOrd="1" presId="urn:microsoft.com/office/officeart/2005/8/layout/vList2"/>
    <dgm:cxn modelId="{0AAE8CA3-BA24-47CE-8738-B706158F7829}" srcId="{9231D0E0-CB81-4ED5-9184-82A241EF9DA1}" destId="{A9EF405E-738C-499A-B4D8-E45EB2251F05}" srcOrd="0" destOrd="0" parTransId="{6D03A046-8299-4153-AABA-BF97E697E786}" sibTransId="{53FD9C3C-55DF-4CA3-91D8-604CA0313075}"/>
    <dgm:cxn modelId="{1F6EBDAC-C283-4BBA-A5C3-098F9E0CF2D7}" type="presOf" srcId="{C7427A30-DE77-4D42-8039-34E528859800}" destId="{DC6B5B17-0296-415C-8DC2-F3862C80B528}" srcOrd="0" destOrd="1" presId="urn:microsoft.com/office/officeart/2005/8/layout/vList2"/>
    <dgm:cxn modelId="{5C9342C6-01E1-4736-9FA3-482C9D400916}" srcId="{CFDB1C78-0A3D-4A9E-8A68-F1299547B378}" destId="{41545A0F-5BD4-4B01-B45C-53631227F2D6}" srcOrd="1" destOrd="0" parTransId="{7234E6C3-18C2-4F95-A426-00CD2A7E20AC}" sibTransId="{D9E489C3-2635-49A7-8F54-C1A1896F238A}"/>
    <dgm:cxn modelId="{F5F7F5C6-0F18-44DF-9025-F1675126E1DC}" srcId="{167565DA-AEFD-41A9-BB08-249AD1DC4028}" destId="{C7427A30-DE77-4D42-8039-34E528859800}" srcOrd="1" destOrd="0" parTransId="{7BC20670-55B4-47F4-A5D3-1DA8B8FB5674}" sibTransId="{99F59689-A2E8-45FB-9F7A-482B2728A855}"/>
    <dgm:cxn modelId="{C271A7CA-FE47-4C70-8C15-240696422083}" type="presOf" srcId="{A9EF405E-738C-499A-B4D8-E45EB2251F05}" destId="{A46ACE52-319E-44AE-9D1E-4FCB4712849E}" srcOrd="0" destOrd="0" presId="urn:microsoft.com/office/officeart/2005/8/layout/vList2"/>
    <dgm:cxn modelId="{C06C41E2-A443-45E5-A5C6-91B65DB2E1FC}" type="presOf" srcId="{CFDB1C78-0A3D-4A9E-8A68-F1299547B378}" destId="{69133E6D-753A-4961-A62A-1FF79C55C727}" srcOrd="0" destOrd="0" presId="urn:microsoft.com/office/officeart/2005/8/layout/vList2"/>
    <dgm:cxn modelId="{9F02E8EB-EF6D-48A5-9C67-8325AB47FB45}" type="presOf" srcId="{E38C96DB-ED11-4E50-9063-A07986F3CB34}" destId="{0CCBAD1F-F03B-434A-B3D0-F4CEDF4766F3}" srcOrd="0" destOrd="0" presId="urn:microsoft.com/office/officeart/2005/8/layout/vList2"/>
    <dgm:cxn modelId="{961726EF-E514-476B-80F0-C160C943FB80}" type="presOf" srcId="{71D4E148-1D18-484B-B417-1310BCA2A797}" destId="{65FFE485-E02F-4668-B980-F96B2EDC4BB9}" srcOrd="0" destOrd="0" presId="urn:microsoft.com/office/officeart/2005/8/layout/vList2"/>
    <dgm:cxn modelId="{0B26A9F0-C5CD-4CE1-960E-F2C81CD2E8F4}" srcId="{D1F7CB9D-E52B-42A8-B6B8-2A6FD911CA77}" destId="{E38C96DB-ED11-4E50-9063-A07986F3CB34}" srcOrd="0" destOrd="0" parTransId="{469CA649-A041-47AA-9D1C-88EE97ACC6D6}" sibTransId="{261E4117-FDEE-4518-988B-45C0AE4388BD}"/>
    <dgm:cxn modelId="{012DD1F8-01B8-4B1B-9CD0-C496922DABC8}" type="presOf" srcId="{D1F7CB9D-E52B-42A8-B6B8-2A6FD911CA77}" destId="{566F2F49-B912-4D69-B030-FC9E635E34C0}" srcOrd="0" destOrd="0" presId="urn:microsoft.com/office/officeart/2005/8/layout/vList2"/>
    <dgm:cxn modelId="{71AB4BFB-CB4E-4714-BA6D-5FBB902F27E1}" srcId="{CFDB1C78-0A3D-4A9E-8A68-F1299547B378}" destId="{60BA2451-71BD-4A7F-9B0B-99CB2AAC54C4}" srcOrd="0" destOrd="0" parTransId="{321611FF-3CC1-4C84-8155-0748E7BEAB3C}" sibTransId="{B919B8E1-0D66-454D-BDE3-3009F7CFFF35}"/>
    <dgm:cxn modelId="{5952A433-1BE7-45C0-B5A1-BFE1DB141D75}" type="presParOf" srcId="{03731F67-9E24-43CB-A419-D89226FCC908}" destId="{70FB91A8-E08E-42D5-B78E-2480CD5B02BC}" srcOrd="0" destOrd="0" presId="urn:microsoft.com/office/officeart/2005/8/layout/vList2"/>
    <dgm:cxn modelId="{7F57903E-D473-494D-8260-D7999246FB77}" type="presParOf" srcId="{03731F67-9E24-43CB-A419-D89226FCC908}" destId="{65FFE485-E02F-4668-B980-F96B2EDC4BB9}" srcOrd="1" destOrd="0" presId="urn:microsoft.com/office/officeart/2005/8/layout/vList2"/>
    <dgm:cxn modelId="{0ED944BB-F222-451A-B998-24CF8B7C97DE}" type="presParOf" srcId="{03731F67-9E24-43CB-A419-D89226FCC908}" destId="{AC62C2E3-BDB3-4CD3-8599-5E8AA04CA482}" srcOrd="2" destOrd="0" presId="urn:microsoft.com/office/officeart/2005/8/layout/vList2"/>
    <dgm:cxn modelId="{526033FF-9223-49C3-9339-86685EAE641E}" type="presParOf" srcId="{03731F67-9E24-43CB-A419-D89226FCC908}" destId="{DC6B5B17-0296-415C-8DC2-F3862C80B528}" srcOrd="3" destOrd="0" presId="urn:microsoft.com/office/officeart/2005/8/layout/vList2"/>
    <dgm:cxn modelId="{E790F68D-5D3D-4962-B0BD-D9982C1A4EAE}" type="presParOf" srcId="{03731F67-9E24-43CB-A419-D89226FCC908}" destId="{0D3D2268-E0E4-4A2C-865F-162D60D2EDFF}" srcOrd="4" destOrd="0" presId="urn:microsoft.com/office/officeart/2005/8/layout/vList2"/>
    <dgm:cxn modelId="{FFCD7BFB-09F5-41A2-83DB-EAD2144AB910}" type="presParOf" srcId="{03731F67-9E24-43CB-A419-D89226FCC908}" destId="{A46ACE52-319E-44AE-9D1E-4FCB4712849E}" srcOrd="5" destOrd="0" presId="urn:microsoft.com/office/officeart/2005/8/layout/vList2"/>
    <dgm:cxn modelId="{7765775B-D980-4BAF-8A6B-921182C88501}" type="presParOf" srcId="{03731F67-9E24-43CB-A419-D89226FCC908}" destId="{566F2F49-B912-4D69-B030-FC9E635E34C0}" srcOrd="6" destOrd="0" presId="urn:microsoft.com/office/officeart/2005/8/layout/vList2"/>
    <dgm:cxn modelId="{CB030F46-0066-4280-8ED4-EE5B4468BF02}" type="presParOf" srcId="{03731F67-9E24-43CB-A419-D89226FCC908}" destId="{0CCBAD1F-F03B-434A-B3D0-F4CEDF4766F3}" srcOrd="7" destOrd="0" presId="urn:microsoft.com/office/officeart/2005/8/layout/vList2"/>
    <dgm:cxn modelId="{8845100A-9172-4C1F-BB8F-BE817F7F87EC}" type="presParOf" srcId="{03731F67-9E24-43CB-A419-D89226FCC908}" destId="{69133E6D-753A-4961-A62A-1FF79C55C727}" srcOrd="8" destOrd="0" presId="urn:microsoft.com/office/officeart/2005/8/layout/vList2"/>
    <dgm:cxn modelId="{D1BBFC6C-6873-4949-A416-DEC9253FA880}" type="presParOf" srcId="{03731F67-9E24-43CB-A419-D89226FCC908}" destId="{93EF76B9-8AE3-4629-820E-17D10F3130BC}"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333D9B-BFDE-4905-9437-3C5449583783}">
      <dsp:nvSpPr>
        <dsp:cNvPr id="0" name=""/>
        <dsp:cNvSpPr/>
      </dsp:nvSpPr>
      <dsp:spPr>
        <a:xfrm rot="5400000">
          <a:off x="5617864" y="-2230249"/>
          <a:ext cx="1053904" cy="5783357"/>
        </a:xfrm>
        <a:prstGeom prst="round2Same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ru-RU" sz="1600" kern="1200" dirty="0"/>
            <a:t>"Жизненный цикл программной системы - это набор всех процессов и их активностей, которые выполняются для разработки и поддержки программной системы."</a:t>
          </a:r>
          <a:endParaRPr lang="ru-BY" sz="1600" kern="1200" dirty="0"/>
        </a:p>
      </dsp:txBody>
      <dsp:txXfrm rot="-5400000">
        <a:off x="3253138" y="185924"/>
        <a:ext cx="5731910" cy="951010"/>
      </dsp:txXfrm>
    </dsp:sp>
    <dsp:sp modelId="{348F2F72-B2C2-47D7-8444-057CC8A50D41}">
      <dsp:nvSpPr>
        <dsp:cNvPr id="0" name=""/>
        <dsp:cNvSpPr/>
      </dsp:nvSpPr>
      <dsp:spPr>
        <a:xfrm>
          <a:off x="0" y="2738"/>
          <a:ext cx="3253138" cy="13173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ru-RU" sz="1600" kern="1200" dirty="0"/>
            <a:t>ISO/IEC 12207:2017 (Системная и программная инженерия - Процессы жизненного цикла программных систем):</a:t>
          </a:r>
          <a:endParaRPr lang="ru-BY" sz="1600" kern="1200" dirty="0"/>
        </a:p>
      </dsp:txBody>
      <dsp:txXfrm>
        <a:off x="64309" y="67047"/>
        <a:ext cx="3124520" cy="1188762"/>
      </dsp:txXfrm>
    </dsp:sp>
    <dsp:sp modelId="{B3CBBB62-A8F3-484D-B7AD-81FDCBB5CC75}">
      <dsp:nvSpPr>
        <dsp:cNvPr id="0" name=""/>
        <dsp:cNvSpPr/>
      </dsp:nvSpPr>
      <dsp:spPr>
        <a:xfrm rot="5400000">
          <a:off x="5617864" y="-846999"/>
          <a:ext cx="1053904" cy="5783357"/>
        </a:xfrm>
        <a:prstGeom prst="round2SameRect">
          <a:avLst/>
        </a:prstGeom>
        <a:solidFill>
          <a:schemeClr val="accent2">
            <a:tint val="40000"/>
            <a:alpha val="90000"/>
            <a:hueOff val="-283075"/>
            <a:satOff val="-25115"/>
            <a:lumOff val="-256"/>
            <a:alphaOff val="0"/>
          </a:schemeClr>
        </a:solidFill>
        <a:ln w="12700" cap="flat" cmpd="sng" algn="ctr">
          <a:solidFill>
            <a:schemeClr val="accent2">
              <a:tint val="40000"/>
              <a:alpha val="90000"/>
              <a:hueOff val="-283075"/>
              <a:satOff val="-25115"/>
              <a:lumOff val="-25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0" lvl="1" indent="-171450" algn="l" defTabSz="711200">
            <a:lnSpc>
              <a:spcPct val="90000"/>
            </a:lnSpc>
            <a:spcBef>
              <a:spcPct val="0"/>
            </a:spcBef>
            <a:spcAft>
              <a:spcPts val="0"/>
            </a:spcAft>
            <a:buChar char="•"/>
          </a:pPr>
          <a:r>
            <a:rPr lang="ru-RU" sz="1600" kern="1200" dirty="0"/>
            <a:t>"Жизненный цикл программного обеспечения определяет последовательность и взаимосвязь фаз, этапов и активностей, которые охватывают полный жизненный цикл программного обеспечения, от концепции до вывода из эксплуатации.</a:t>
          </a:r>
          <a:endParaRPr lang="ru-BY" sz="1600" kern="1200" dirty="0"/>
        </a:p>
      </dsp:txBody>
      <dsp:txXfrm rot="-5400000">
        <a:off x="3253138" y="1569174"/>
        <a:ext cx="5731910" cy="951010"/>
      </dsp:txXfrm>
    </dsp:sp>
    <dsp:sp modelId="{B6CFE517-C7FD-45FB-8F59-3647FAE62066}">
      <dsp:nvSpPr>
        <dsp:cNvPr id="0" name=""/>
        <dsp:cNvSpPr/>
      </dsp:nvSpPr>
      <dsp:spPr>
        <a:xfrm>
          <a:off x="0" y="1385988"/>
          <a:ext cx="3253138" cy="1317380"/>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ru-RU" sz="1600" kern="1200" dirty="0"/>
            <a:t>ISO/IEC 15288:2015 (Системная и программная инженерия - Системные жизненные циклы):</a:t>
          </a:r>
          <a:endParaRPr lang="ru-BY" sz="1600" kern="1200" dirty="0"/>
        </a:p>
      </dsp:txBody>
      <dsp:txXfrm>
        <a:off x="64309" y="1450297"/>
        <a:ext cx="3124520" cy="1188762"/>
      </dsp:txXfrm>
    </dsp:sp>
    <dsp:sp modelId="{E06EACAE-81D6-4A42-B368-6758E0BE5D85}">
      <dsp:nvSpPr>
        <dsp:cNvPr id="0" name=""/>
        <dsp:cNvSpPr/>
      </dsp:nvSpPr>
      <dsp:spPr>
        <a:xfrm rot="5400000">
          <a:off x="5617864" y="536250"/>
          <a:ext cx="1053904" cy="5783357"/>
        </a:xfrm>
        <a:prstGeom prst="round2SameRect">
          <a:avLst/>
        </a:prstGeom>
        <a:solidFill>
          <a:schemeClr val="accent2">
            <a:tint val="40000"/>
            <a:alpha val="90000"/>
            <a:hueOff val="-566151"/>
            <a:satOff val="-50231"/>
            <a:lumOff val="-513"/>
            <a:alphaOff val="0"/>
          </a:schemeClr>
        </a:solidFill>
        <a:ln w="12700" cap="flat" cmpd="sng" algn="ctr">
          <a:solidFill>
            <a:schemeClr val="accent2">
              <a:tint val="40000"/>
              <a:alpha val="90000"/>
              <a:hueOff val="-566151"/>
              <a:satOff val="-50231"/>
              <a:lumOff val="-51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ru-RU" sz="1600" kern="1200" dirty="0"/>
            <a:t>"Жизненный цикл программного обеспечения - это последовательность этапов и связанных процессов в разработке, эксплуатации и поддержке программного обеспечения.</a:t>
          </a:r>
          <a:endParaRPr lang="ru-BY" sz="1600" kern="1200" dirty="0"/>
        </a:p>
      </dsp:txBody>
      <dsp:txXfrm rot="-5400000">
        <a:off x="3253138" y="2952424"/>
        <a:ext cx="5731910" cy="951010"/>
      </dsp:txXfrm>
    </dsp:sp>
    <dsp:sp modelId="{F36A011B-3137-423A-8EEC-B22B9B9770D3}">
      <dsp:nvSpPr>
        <dsp:cNvPr id="0" name=""/>
        <dsp:cNvSpPr/>
      </dsp:nvSpPr>
      <dsp:spPr>
        <a:xfrm>
          <a:off x="0" y="2769238"/>
          <a:ext cx="3253138" cy="1317380"/>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ru-RU" sz="1600" kern="1200" dirty="0"/>
            <a:t>IEEE 1220-2005 (Стандарт на жизненный цикл программного обеспечения для систем реального времени и встроенных систем):</a:t>
          </a:r>
          <a:endParaRPr lang="ru-BY" sz="1600" kern="1200" dirty="0"/>
        </a:p>
      </dsp:txBody>
      <dsp:txXfrm>
        <a:off x="64309" y="2833547"/>
        <a:ext cx="3124520" cy="1188762"/>
      </dsp:txXfrm>
    </dsp:sp>
    <dsp:sp modelId="{234D8FB5-2809-417D-8C93-A43AC122B6A2}">
      <dsp:nvSpPr>
        <dsp:cNvPr id="0" name=""/>
        <dsp:cNvSpPr/>
      </dsp:nvSpPr>
      <dsp:spPr>
        <a:xfrm rot="5400000">
          <a:off x="5617864" y="1919499"/>
          <a:ext cx="1053904" cy="5783357"/>
        </a:xfrm>
        <a:prstGeom prst="round2Same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endParaRPr lang="ru-RU" sz="1600" kern="1200" dirty="0"/>
        </a:p>
        <a:p>
          <a:pPr marL="171450" lvl="1" indent="-171450" algn="l" defTabSz="711200">
            <a:lnSpc>
              <a:spcPct val="90000"/>
            </a:lnSpc>
            <a:spcBef>
              <a:spcPct val="0"/>
            </a:spcBef>
            <a:spcAft>
              <a:spcPct val="15000"/>
            </a:spcAft>
            <a:buChar char="•"/>
          </a:pPr>
          <a:r>
            <a:rPr lang="ru-RU" sz="1600" kern="1200" dirty="0"/>
            <a:t>"Жизненный цикл проекта - это серия фаз, связанных процессов и этапов, которые характеризуют работу проекта от его начала до завершения."</a:t>
          </a:r>
          <a:endParaRPr lang="ru-BY" sz="1600" kern="1200" dirty="0"/>
        </a:p>
      </dsp:txBody>
      <dsp:txXfrm rot="-5400000">
        <a:off x="3253138" y="4335673"/>
        <a:ext cx="5731910" cy="951010"/>
      </dsp:txXfrm>
    </dsp:sp>
    <dsp:sp modelId="{8709B91D-336A-4254-8D16-F1B359D56FBA}">
      <dsp:nvSpPr>
        <dsp:cNvPr id="0" name=""/>
        <dsp:cNvSpPr/>
      </dsp:nvSpPr>
      <dsp:spPr>
        <a:xfrm>
          <a:off x="0" y="4152488"/>
          <a:ext cx="3253138" cy="131738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kern="1200" dirty="0"/>
            <a:t>PMBOK® Guide (Project Management Body of Knowledge):</a:t>
          </a:r>
          <a:endParaRPr lang="ru-BY" sz="1600" kern="1200" dirty="0"/>
        </a:p>
      </dsp:txBody>
      <dsp:txXfrm>
        <a:off x="64309" y="4216797"/>
        <a:ext cx="3124520" cy="11887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99B7B4-6403-49BC-B37E-98AFFF061E21}">
      <dsp:nvSpPr>
        <dsp:cNvPr id="0" name=""/>
        <dsp:cNvSpPr/>
      </dsp:nvSpPr>
      <dsp:spPr>
        <a:xfrm>
          <a:off x="0" y="0"/>
          <a:ext cx="6154523" cy="936063"/>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ru-RU" sz="1700" b="1" kern="1200" dirty="0"/>
            <a:t>Инициация: определяются цели и объем проекта, а также проводится первоначальная оценка его выполнимости.</a:t>
          </a:r>
          <a:endParaRPr lang="ru-BY" sz="1700" b="1" kern="1200" dirty="0"/>
        </a:p>
      </dsp:txBody>
      <dsp:txXfrm>
        <a:off x="27416" y="27416"/>
        <a:ext cx="5034919" cy="881231"/>
      </dsp:txXfrm>
    </dsp:sp>
    <dsp:sp modelId="{2DB0AC2F-C352-4263-9175-6048FDD397D4}">
      <dsp:nvSpPr>
        <dsp:cNvPr id="0" name=""/>
        <dsp:cNvSpPr/>
      </dsp:nvSpPr>
      <dsp:spPr>
        <a:xfrm>
          <a:off x="459591" y="1066072"/>
          <a:ext cx="6154523" cy="936063"/>
        </a:xfrm>
        <a:prstGeom prst="roundRect">
          <a:avLst>
            <a:gd name="adj" fmla="val 10000"/>
          </a:avLst>
        </a:prstGeom>
        <a:solidFill>
          <a:schemeClr val="accent3">
            <a:hueOff val="677650"/>
            <a:satOff val="25000"/>
            <a:lumOff val="-36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ru-RU" sz="1600" b="1" kern="1200"/>
            <a:t>Планирование: разрабатывается подробный план проекта, который включает определение задач, распределение ресурсов, составление расписания и управление рисками.</a:t>
          </a:r>
          <a:endParaRPr lang="ru-BY" sz="1600" b="1" kern="1200" dirty="0"/>
        </a:p>
      </dsp:txBody>
      <dsp:txXfrm>
        <a:off x="487007" y="1093488"/>
        <a:ext cx="5031659" cy="881231"/>
      </dsp:txXfrm>
    </dsp:sp>
    <dsp:sp modelId="{762CB0DE-ABB6-4626-87E4-5274403BA996}">
      <dsp:nvSpPr>
        <dsp:cNvPr id="0" name=""/>
        <dsp:cNvSpPr/>
      </dsp:nvSpPr>
      <dsp:spPr>
        <a:xfrm>
          <a:off x="919182" y="2132144"/>
          <a:ext cx="6154523" cy="936063"/>
        </a:xfrm>
        <a:prstGeom prst="roundRect">
          <a:avLst>
            <a:gd name="adj" fmla="val 10000"/>
          </a:avLst>
        </a:prstGeom>
        <a:solidFill>
          <a:schemeClr val="accent3">
            <a:hueOff val="1355300"/>
            <a:satOff val="50000"/>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ru-RU" sz="1700" b="1" kern="1200"/>
            <a:t>Выполнение: реализуется план проекта, выполняются запланированные задачи и происходит координация команды проекта.</a:t>
          </a:r>
          <a:endParaRPr lang="ru-BY" sz="1700" b="1" kern="1200" dirty="0"/>
        </a:p>
      </dsp:txBody>
      <dsp:txXfrm>
        <a:off x="946598" y="2159560"/>
        <a:ext cx="5031659" cy="881231"/>
      </dsp:txXfrm>
    </dsp:sp>
    <dsp:sp modelId="{EBBDAD5B-E422-4BD7-9DCE-B992886BE29F}">
      <dsp:nvSpPr>
        <dsp:cNvPr id="0" name=""/>
        <dsp:cNvSpPr/>
      </dsp:nvSpPr>
      <dsp:spPr>
        <a:xfrm>
          <a:off x="1378773" y="3198216"/>
          <a:ext cx="6154523" cy="936063"/>
        </a:xfrm>
        <a:prstGeom prst="roundRect">
          <a:avLst>
            <a:gd name="adj" fmla="val 10000"/>
          </a:avLst>
        </a:prstGeom>
        <a:solidFill>
          <a:schemeClr val="accent3">
            <a:hueOff val="2032949"/>
            <a:satOff val="75000"/>
            <a:lumOff val="-110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ru-RU" sz="1700" b="1" kern="1200"/>
            <a:t>Контроль: происходит мониторинг и контроль выполнения проекта, а также управление изменениями и рисками.</a:t>
          </a:r>
          <a:endParaRPr lang="ru-BY" sz="1700" b="1" kern="1200" dirty="0"/>
        </a:p>
      </dsp:txBody>
      <dsp:txXfrm>
        <a:off x="1406189" y="3225632"/>
        <a:ext cx="5031659" cy="881231"/>
      </dsp:txXfrm>
    </dsp:sp>
    <dsp:sp modelId="{8CB471B5-B91B-4A0F-8AAE-6F8258D73DB0}">
      <dsp:nvSpPr>
        <dsp:cNvPr id="0" name=""/>
        <dsp:cNvSpPr/>
      </dsp:nvSpPr>
      <dsp:spPr>
        <a:xfrm>
          <a:off x="1838364" y="4264288"/>
          <a:ext cx="6154523" cy="936063"/>
        </a:xfrm>
        <a:prstGeom prst="roundRect">
          <a:avLst>
            <a:gd name="adj" fmla="val 10000"/>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ru-RU" sz="1700" b="1" kern="1200"/>
            <a:t>Завершение: проект завершается, достигаются цели и результаты проекта оцениваются.</a:t>
          </a:r>
          <a:endParaRPr lang="ru-BY" sz="1700" b="1" kern="1200" dirty="0"/>
        </a:p>
      </dsp:txBody>
      <dsp:txXfrm>
        <a:off x="1865780" y="4291704"/>
        <a:ext cx="5031659" cy="881231"/>
      </dsp:txXfrm>
    </dsp:sp>
    <dsp:sp modelId="{09C61237-B29B-4EA2-A757-B053B85B84CE}">
      <dsp:nvSpPr>
        <dsp:cNvPr id="0" name=""/>
        <dsp:cNvSpPr/>
      </dsp:nvSpPr>
      <dsp:spPr>
        <a:xfrm>
          <a:off x="5546082" y="683846"/>
          <a:ext cx="608441" cy="608441"/>
        </a:xfrm>
        <a:prstGeom prst="downArrow">
          <a:avLst>
            <a:gd name="adj1" fmla="val 55000"/>
            <a:gd name="adj2" fmla="val 45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ru-BY" sz="2700" kern="1200"/>
        </a:p>
      </dsp:txBody>
      <dsp:txXfrm>
        <a:off x="5682981" y="683846"/>
        <a:ext cx="334643" cy="457852"/>
      </dsp:txXfrm>
    </dsp:sp>
    <dsp:sp modelId="{ED787F5F-16DA-4EF9-BF9C-A07CDE56CC29}">
      <dsp:nvSpPr>
        <dsp:cNvPr id="0" name=""/>
        <dsp:cNvSpPr/>
      </dsp:nvSpPr>
      <dsp:spPr>
        <a:xfrm>
          <a:off x="6005673" y="1749918"/>
          <a:ext cx="608441" cy="608441"/>
        </a:xfrm>
        <a:prstGeom prst="downArrow">
          <a:avLst>
            <a:gd name="adj1" fmla="val 55000"/>
            <a:gd name="adj2" fmla="val 45000"/>
          </a:avLst>
        </a:prstGeom>
        <a:solidFill>
          <a:schemeClr val="accent3">
            <a:tint val="40000"/>
            <a:alpha val="90000"/>
            <a:hueOff val="676380"/>
            <a:satOff val="33333"/>
            <a:lumOff val="593"/>
            <a:alphaOff val="0"/>
          </a:schemeClr>
        </a:solidFill>
        <a:ln w="12700" cap="flat" cmpd="sng" algn="ctr">
          <a:solidFill>
            <a:schemeClr val="accent3">
              <a:tint val="40000"/>
              <a:alpha val="90000"/>
              <a:hueOff val="676380"/>
              <a:satOff val="33333"/>
              <a:lumOff val="59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ru-BY" sz="2700" kern="1200"/>
        </a:p>
      </dsp:txBody>
      <dsp:txXfrm>
        <a:off x="6142572" y="1749918"/>
        <a:ext cx="334643" cy="457852"/>
      </dsp:txXfrm>
    </dsp:sp>
    <dsp:sp modelId="{07DC73F0-DB23-4C9B-980D-A713FAD236EF}">
      <dsp:nvSpPr>
        <dsp:cNvPr id="0" name=""/>
        <dsp:cNvSpPr/>
      </dsp:nvSpPr>
      <dsp:spPr>
        <a:xfrm>
          <a:off x="6465264" y="2800389"/>
          <a:ext cx="608441" cy="608441"/>
        </a:xfrm>
        <a:prstGeom prst="downArrow">
          <a:avLst>
            <a:gd name="adj1" fmla="val 55000"/>
            <a:gd name="adj2" fmla="val 45000"/>
          </a:avLst>
        </a:prstGeom>
        <a:solidFill>
          <a:schemeClr val="accent3">
            <a:tint val="40000"/>
            <a:alpha val="90000"/>
            <a:hueOff val="1352761"/>
            <a:satOff val="66667"/>
            <a:lumOff val="1186"/>
            <a:alphaOff val="0"/>
          </a:schemeClr>
        </a:solidFill>
        <a:ln w="12700" cap="flat" cmpd="sng" algn="ctr">
          <a:solidFill>
            <a:schemeClr val="accent3">
              <a:tint val="40000"/>
              <a:alpha val="90000"/>
              <a:hueOff val="1352761"/>
              <a:satOff val="66667"/>
              <a:lumOff val="118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ru-BY" sz="2700" kern="1200"/>
        </a:p>
      </dsp:txBody>
      <dsp:txXfrm>
        <a:off x="6602163" y="2800389"/>
        <a:ext cx="334643" cy="457852"/>
      </dsp:txXfrm>
    </dsp:sp>
    <dsp:sp modelId="{82AD9DEB-B550-4D95-9260-269EEFA787AB}">
      <dsp:nvSpPr>
        <dsp:cNvPr id="0" name=""/>
        <dsp:cNvSpPr/>
      </dsp:nvSpPr>
      <dsp:spPr>
        <a:xfrm>
          <a:off x="6924855" y="3876862"/>
          <a:ext cx="608441" cy="608441"/>
        </a:xfrm>
        <a:prstGeom prst="downArrow">
          <a:avLst>
            <a:gd name="adj1" fmla="val 55000"/>
            <a:gd name="adj2" fmla="val 45000"/>
          </a:avLst>
        </a:prstGeom>
        <a:solidFill>
          <a:schemeClr val="accent3">
            <a:tint val="40000"/>
            <a:alpha val="90000"/>
            <a:hueOff val="2029141"/>
            <a:satOff val="100000"/>
            <a:lumOff val="1779"/>
            <a:alphaOff val="0"/>
          </a:schemeClr>
        </a:solidFill>
        <a:ln w="12700" cap="flat" cmpd="sng" algn="ctr">
          <a:solidFill>
            <a:schemeClr val="accent3">
              <a:tint val="40000"/>
              <a:alpha val="90000"/>
              <a:hueOff val="2029141"/>
              <a:satOff val="100000"/>
              <a:lumOff val="177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ru-BY" sz="2700" kern="1200"/>
        </a:p>
      </dsp:txBody>
      <dsp:txXfrm>
        <a:off x="7061754" y="3876862"/>
        <a:ext cx="334643" cy="45785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5B51D1-6491-4BCB-BB80-2E2B1CA70EFB}">
      <dsp:nvSpPr>
        <dsp:cNvPr id="0" name=""/>
        <dsp:cNvSpPr/>
      </dsp:nvSpPr>
      <dsp:spPr>
        <a:xfrm>
          <a:off x="-4919424" y="-753830"/>
          <a:ext cx="5858998" cy="5858998"/>
        </a:xfrm>
        <a:prstGeom prst="blockArc">
          <a:avLst>
            <a:gd name="adj1" fmla="val 18900000"/>
            <a:gd name="adj2" fmla="val 2700000"/>
            <a:gd name="adj3" fmla="val 369"/>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2C8318-16F4-4011-A7AA-8924F92AC97A}">
      <dsp:nvSpPr>
        <dsp:cNvPr id="0" name=""/>
        <dsp:cNvSpPr/>
      </dsp:nvSpPr>
      <dsp:spPr>
        <a:xfrm>
          <a:off x="411090" y="271871"/>
          <a:ext cx="10044785" cy="544091"/>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31872" tIns="71120" rIns="71120" bIns="71120" numCol="1" spcCol="1270" anchor="ctr" anchorCtr="0">
          <a:noAutofit/>
        </a:bodyPr>
        <a:lstStyle/>
        <a:p>
          <a:pPr marL="0" lvl="0" indent="0" algn="l" defTabSz="1244600">
            <a:lnSpc>
              <a:spcPct val="90000"/>
            </a:lnSpc>
            <a:spcBef>
              <a:spcPct val="0"/>
            </a:spcBef>
            <a:spcAft>
              <a:spcPct val="35000"/>
            </a:spcAft>
            <a:buNone/>
          </a:pPr>
          <a:r>
            <a:rPr lang="en-US" sz="2800" kern="1200" dirty="0"/>
            <a:t>What?</a:t>
          </a:r>
          <a:r>
            <a:rPr lang="ru-RU" sz="2800" kern="1200" dirty="0"/>
            <a:t> Формулировка цели и продукта</a:t>
          </a:r>
          <a:endParaRPr lang="ru-BY" sz="2800" kern="1200" dirty="0"/>
        </a:p>
      </dsp:txBody>
      <dsp:txXfrm>
        <a:off x="411090" y="271871"/>
        <a:ext cx="10044785" cy="544091"/>
      </dsp:txXfrm>
    </dsp:sp>
    <dsp:sp modelId="{6BC72DA7-8DA0-405C-A936-ECED25EAB7FD}">
      <dsp:nvSpPr>
        <dsp:cNvPr id="0" name=""/>
        <dsp:cNvSpPr/>
      </dsp:nvSpPr>
      <dsp:spPr>
        <a:xfrm>
          <a:off x="71032" y="203860"/>
          <a:ext cx="680114" cy="680114"/>
        </a:xfrm>
        <a:prstGeom prst="ellipse">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0">
          <a:scrgbClr r="0" g="0" b="0"/>
        </a:effectRef>
        <a:fontRef idx="minor"/>
      </dsp:style>
    </dsp:sp>
    <dsp:sp modelId="{EFD4433A-F651-421C-9789-7B698336F8EB}">
      <dsp:nvSpPr>
        <dsp:cNvPr id="0" name=""/>
        <dsp:cNvSpPr/>
      </dsp:nvSpPr>
      <dsp:spPr>
        <a:xfrm>
          <a:off x="800969" y="1087747"/>
          <a:ext cx="9654905" cy="544091"/>
        </a:xfrm>
        <a:prstGeom prst="rect">
          <a:avLst/>
        </a:prstGeom>
        <a:gradFill rotWithShape="0">
          <a:gsLst>
            <a:gs pos="0">
              <a:schemeClr val="accent3">
                <a:hueOff val="677650"/>
                <a:satOff val="25000"/>
                <a:lumOff val="-3676"/>
                <a:alphaOff val="0"/>
                <a:lumMod val="110000"/>
                <a:satMod val="105000"/>
                <a:tint val="67000"/>
              </a:schemeClr>
            </a:gs>
            <a:gs pos="50000">
              <a:schemeClr val="accent3">
                <a:hueOff val="677650"/>
                <a:satOff val="25000"/>
                <a:lumOff val="-3676"/>
                <a:alphaOff val="0"/>
                <a:lumMod val="105000"/>
                <a:satMod val="103000"/>
                <a:tint val="73000"/>
              </a:schemeClr>
            </a:gs>
            <a:gs pos="100000">
              <a:schemeClr val="accent3">
                <a:hueOff val="677650"/>
                <a:satOff val="25000"/>
                <a:lumOff val="-3676"/>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31872" tIns="71120" rIns="71120" bIns="71120" numCol="1" spcCol="1270" anchor="ctr" anchorCtr="0">
          <a:noAutofit/>
        </a:bodyPr>
        <a:lstStyle/>
        <a:p>
          <a:pPr marL="0" lvl="0" indent="0" algn="l" defTabSz="1244600">
            <a:lnSpc>
              <a:spcPct val="90000"/>
            </a:lnSpc>
            <a:spcBef>
              <a:spcPct val="0"/>
            </a:spcBef>
            <a:spcAft>
              <a:spcPct val="35000"/>
            </a:spcAft>
            <a:buNone/>
          </a:pPr>
          <a:r>
            <a:rPr lang="en-US" sz="2800" kern="1200" dirty="0"/>
            <a:t>Why?</a:t>
          </a:r>
          <a:r>
            <a:rPr lang="ru-RU" sz="2800" kern="1200" dirty="0"/>
            <a:t> Обоснование необходимости и ценности</a:t>
          </a:r>
          <a:endParaRPr lang="ru-BY" sz="2800" kern="1200" dirty="0"/>
        </a:p>
      </dsp:txBody>
      <dsp:txXfrm>
        <a:off x="800969" y="1087747"/>
        <a:ext cx="9654905" cy="544091"/>
      </dsp:txXfrm>
    </dsp:sp>
    <dsp:sp modelId="{E96C3A34-7FB9-412F-90A2-65EAF9E981D9}">
      <dsp:nvSpPr>
        <dsp:cNvPr id="0" name=""/>
        <dsp:cNvSpPr/>
      </dsp:nvSpPr>
      <dsp:spPr>
        <a:xfrm>
          <a:off x="460912" y="1019736"/>
          <a:ext cx="680114" cy="680114"/>
        </a:xfrm>
        <a:prstGeom prst="ellipse">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accent3">
              <a:hueOff val="677650"/>
              <a:satOff val="25000"/>
              <a:lumOff val="-3676"/>
              <a:alphaOff val="0"/>
            </a:schemeClr>
          </a:solidFill>
          <a:prstDash val="solid"/>
          <a:miter lim="800000"/>
        </a:ln>
        <a:effectLst/>
      </dsp:spPr>
      <dsp:style>
        <a:lnRef idx="1">
          <a:scrgbClr r="0" g="0" b="0"/>
        </a:lnRef>
        <a:fillRef idx="2">
          <a:scrgbClr r="0" g="0" b="0"/>
        </a:fillRef>
        <a:effectRef idx="0">
          <a:scrgbClr r="0" g="0" b="0"/>
        </a:effectRef>
        <a:fontRef idx="minor"/>
      </dsp:style>
    </dsp:sp>
    <dsp:sp modelId="{CDF66399-2778-4E5A-A638-CC218BC5631A}">
      <dsp:nvSpPr>
        <dsp:cNvPr id="0" name=""/>
        <dsp:cNvSpPr/>
      </dsp:nvSpPr>
      <dsp:spPr>
        <a:xfrm>
          <a:off x="920631" y="1903623"/>
          <a:ext cx="9535243" cy="544091"/>
        </a:xfrm>
        <a:prstGeom prst="rect">
          <a:avLst/>
        </a:prstGeom>
        <a:gradFill rotWithShape="0">
          <a:gsLst>
            <a:gs pos="0">
              <a:schemeClr val="accent3">
                <a:hueOff val="1355300"/>
                <a:satOff val="50000"/>
                <a:lumOff val="-7353"/>
                <a:alphaOff val="0"/>
                <a:lumMod val="110000"/>
                <a:satMod val="105000"/>
                <a:tint val="67000"/>
              </a:schemeClr>
            </a:gs>
            <a:gs pos="50000">
              <a:schemeClr val="accent3">
                <a:hueOff val="1355300"/>
                <a:satOff val="50000"/>
                <a:lumOff val="-7353"/>
                <a:alphaOff val="0"/>
                <a:lumMod val="105000"/>
                <a:satMod val="103000"/>
                <a:tint val="73000"/>
              </a:schemeClr>
            </a:gs>
            <a:gs pos="100000">
              <a:schemeClr val="accent3">
                <a:hueOff val="1355300"/>
                <a:satOff val="50000"/>
                <a:lumOff val="-735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31872" tIns="71120" rIns="71120" bIns="71120" numCol="1" spcCol="1270" anchor="ctr" anchorCtr="0">
          <a:noAutofit/>
        </a:bodyPr>
        <a:lstStyle/>
        <a:p>
          <a:pPr marL="0" lvl="0" indent="0" algn="l" defTabSz="1244600">
            <a:lnSpc>
              <a:spcPct val="90000"/>
            </a:lnSpc>
            <a:spcBef>
              <a:spcPct val="0"/>
            </a:spcBef>
            <a:spcAft>
              <a:spcPct val="35000"/>
            </a:spcAft>
            <a:buNone/>
          </a:pPr>
          <a:r>
            <a:rPr lang="en-US" sz="2800" kern="1200" dirty="0"/>
            <a:t>Who?</a:t>
          </a:r>
          <a:r>
            <a:rPr lang="ru-RU" sz="2800" kern="1200" dirty="0"/>
            <a:t> Определение главных действующих лиц</a:t>
          </a:r>
          <a:endParaRPr lang="ru-BY" sz="2800" kern="1200" dirty="0"/>
        </a:p>
      </dsp:txBody>
      <dsp:txXfrm>
        <a:off x="920631" y="1903623"/>
        <a:ext cx="9535243" cy="544091"/>
      </dsp:txXfrm>
    </dsp:sp>
    <dsp:sp modelId="{ECAFFE96-4848-4124-890D-9A12BE3AF048}">
      <dsp:nvSpPr>
        <dsp:cNvPr id="0" name=""/>
        <dsp:cNvSpPr/>
      </dsp:nvSpPr>
      <dsp:spPr>
        <a:xfrm>
          <a:off x="580574" y="1835611"/>
          <a:ext cx="680114" cy="680114"/>
        </a:xfrm>
        <a:prstGeom prst="ellipse">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accent3">
              <a:hueOff val="1355300"/>
              <a:satOff val="50000"/>
              <a:lumOff val="-7353"/>
              <a:alphaOff val="0"/>
            </a:schemeClr>
          </a:solidFill>
          <a:prstDash val="solid"/>
          <a:miter lim="800000"/>
        </a:ln>
        <a:effectLst/>
      </dsp:spPr>
      <dsp:style>
        <a:lnRef idx="1">
          <a:scrgbClr r="0" g="0" b="0"/>
        </a:lnRef>
        <a:fillRef idx="2">
          <a:scrgbClr r="0" g="0" b="0"/>
        </a:fillRef>
        <a:effectRef idx="0">
          <a:scrgbClr r="0" g="0" b="0"/>
        </a:effectRef>
        <a:fontRef idx="minor"/>
      </dsp:style>
    </dsp:sp>
    <dsp:sp modelId="{3B8C7A59-E0DD-4305-9120-0A6587F07DCE}">
      <dsp:nvSpPr>
        <dsp:cNvPr id="0" name=""/>
        <dsp:cNvSpPr/>
      </dsp:nvSpPr>
      <dsp:spPr>
        <a:xfrm>
          <a:off x="800969" y="2719499"/>
          <a:ext cx="9654905" cy="544091"/>
        </a:xfrm>
        <a:prstGeom prst="rect">
          <a:avLst/>
        </a:prstGeom>
        <a:gradFill rotWithShape="0">
          <a:gsLst>
            <a:gs pos="0">
              <a:schemeClr val="accent3">
                <a:hueOff val="2032949"/>
                <a:satOff val="75000"/>
                <a:lumOff val="-11029"/>
                <a:alphaOff val="0"/>
                <a:lumMod val="110000"/>
                <a:satMod val="105000"/>
                <a:tint val="67000"/>
              </a:schemeClr>
            </a:gs>
            <a:gs pos="50000">
              <a:schemeClr val="accent3">
                <a:hueOff val="2032949"/>
                <a:satOff val="75000"/>
                <a:lumOff val="-11029"/>
                <a:alphaOff val="0"/>
                <a:lumMod val="105000"/>
                <a:satMod val="103000"/>
                <a:tint val="73000"/>
              </a:schemeClr>
            </a:gs>
            <a:gs pos="100000">
              <a:schemeClr val="accent3">
                <a:hueOff val="2032949"/>
                <a:satOff val="75000"/>
                <a:lumOff val="-11029"/>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31872" tIns="71120" rIns="71120" bIns="71120" numCol="1" spcCol="1270" anchor="ctr" anchorCtr="0">
          <a:noAutofit/>
        </a:bodyPr>
        <a:lstStyle/>
        <a:p>
          <a:pPr marL="0" lvl="0" indent="0" algn="l" defTabSz="1244600">
            <a:lnSpc>
              <a:spcPct val="90000"/>
            </a:lnSpc>
            <a:spcBef>
              <a:spcPct val="0"/>
            </a:spcBef>
            <a:spcAft>
              <a:spcPct val="35000"/>
            </a:spcAft>
            <a:buNone/>
          </a:pPr>
          <a:r>
            <a:rPr lang="en-US" sz="2800" kern="1200" dirty="0"/>
            <a:t>Where?</a:t>
          </a:r>
          <a:r>
            <a:rPr lang="ru-RU" sz="2800" kern="1200" dirty="0"/>
            <a:t> Определение географии, границ и контекста</a:t>
          </a:r>
          <a:endParaRPr lang="ru-BY" sz="2800" kern="1200" dirty="0"/>
        </a:p>
      </dsp:txBody>
      <dsp:txXfrm>
        <a:off x="800969" y="2719499"/>
        <a:ext cx="9654905" cy="544091"/>
      </dsp:txXfrm>
    </dsp:sp>
    <dsp:sp modelId="{9AD0DD7C-F493-4636-A4E3-0FFAD67C9C29}">
      <dsp:nvSpPr>
        <dsp:cNvPr id="0" name=""/>
        <dsp:cNvSpPr/>
      </dsp:nvSpPr>
      <dsp:spPr>
        <a:xfrm>
          <a:off x="460912" y="2651487"/>
          <a:ext cx="680114" cy="680114"/>
        </a:xfrm>
        <a:prstGeom prst="ellipse">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accent3">
              <a:hueOff val="2032949"/>
              <a:satOff val="75000"/>
              <a:lumOff val="-11029"/>
              <a:alphaOff val="0"/>
            </a:schemeClr>
          </a:solidFill>
          <a:prstDash val="solid"/>
          <a:miter lim="800000"/>
        </a:ln>
        <a:effectLst/>
      </dsp:spPr>
      <dsp:style>
        <a:lnRef idx="1">
          <a:scrgbClr r="0" g="0" b="0"/>
        </a:lnRef>
        <a:fillRef idx="2">
          <a:scrgbClr r="0" g="0" b="0"/>
        </a:fillRef>
        <a:effectRef idx="0">
          <a:scrgbClr r="0" g="0" b="0"/>
        </a:effectRef>
        <a:fontRef idx="minor"/>
      </dsp:style>
    </dsp:sp>
    <dsp:sp modelId="{4BC71B41-CB7E-4877-9429-C92C46433033}">
      <dsp:nvSpPr>
        <dsp:cNvPr id="0" name=""/>
        <dsp:cNvSpPr/>
      </dsp:nvSpPr>
      <dsp:spPr>
        <a:xfrm>
          <a:off x="411090" y="3535375"/>
          <a:ext cx="10044785" cy="544091"/>
        </a:xfrm>
        <a:prstGeom prst="rect">
          <a:avLst/>
        </a:prstGeom>
        <a:gradFill rotWithShape="0">
          <a:gsLst>
            <a:gs pos="0">
              <a:schemeClr val="accent3">
                <a:hueOff val="2710599"/>
                <a:satOff val="100000"/>
                <a:lumOff val="-14706"/>
                <a:alphaOff val="0"/>
                <a:lumMod val="110000"/>
                <a:satMod val="105000"/>
                <a:tint val="67000"/>
              </a:schemeClr>
            </a:gs>
            <a:gs pos="50000">
              <a:schemeClr val="accent3">
                <a:hueOff val="2710599"/>
                <a:satOff val="100000"/>
                <a:lumOff val="-14706"/>
                <a:alphaOff val="0"/>
                <a:lumMod val="105000"/>
                <a:satMod val="103000"/>
                <a:tint val="73000"/>
              </a:schemeClr>
            </a:gs>
            <a:gs pos="100000">
              <a:schemeClr val="accent3">
                <a:hueOff val="2710599"/>
                <a:satOff val="100000"/>
                <a:lumOff val="-14706"/>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31872" tIns="71120" rIns="71120" bIns="71120" numCol="1" spcCol="1270" anchor="ctr" anchorCtr="0">
          <a:noAutofit/>
        </a:bodyPr>
        <a:lstStyle/>
        <a:p>
          <a:pPr marL="0" lvl="0" indent="0" algn="l" defTabSz="1244600">
            <a:lnSpc>
              <a:spcPct val="90000"/>
            </a:lnSpc>
            <a:spcBef>
              <a:spcPct val="0"/>
            </a:spcBef>
            <a:spcAft>
              <a:spcPct val="35000"/>
            </a:spcAft>
            <a:buNone/>
          </a:pPr>
          <a:r>
            <a:rPr lang="en-US" sz="2800" kern="1200" dirty="0"/>
            <a:t>When?</a:t>
          </a:r>
          <a:r>
            <a:rPr lang="ru-RU" sz="2800" kern="1200" dirty="0"/>
            <a:t> Построение временных рамок</a:t>
          </a:r>
          <a:endParaRPr lang="ru-BY" sz="2800" kern="1200" dirty="0"/>
        </a:p>
      </dsp:txBody>
      <dsp:txXfrm>
        <a:off x="411090" y="3535375"/>
        <a:ext cx="10044785" cy="544091"/>
      </dsp:txXfrm>
    </dsp:sp>
    <dsp:sp modelId="{A65FC951-090C-4EC4-8690-F2BCDDCE0C24}">
      <dsp:nvSpPr>
        <dsp:cNvPr id="0" name=""/>
        <dsp:cNvSpPr/>
      </dsp:nvSpPr>
      <dsp:spPr>
        <a:xfrm>
          <a:off x="71032" y="3467363"/>
          <a:ext cx="680114" cy="680114"/>
        </a:xfrm>
        <a:prstGeom prst="ellipse">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accent3">
              <a:hueOff val="2710599"/>
              <a:satOff val="100000"/>
              <a:lumOff val="-14706"/>
              <a:alphaOff val="0"/>
            </a:schemeClr>
          </a:solidFill>
          <a:prstDash val="solid"/>
          <a:miter lim="800000"/>
        </a:ln>
        <a:effectLst/>
      </dsp:spPr>
      <dsp:style>
        <a:lnRef idx="1">
          <a:scrgbClr r="0" g="0" b="0"/>
        </a:lnRef>
        <a:fillRef idx="2">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D6D9CC-DAC4-471B-807B-692A41025EAE}">
      <dsp:nvSpPr>
        <dsp:cNvPr id="0" name=""/>
        <dsp:cNvSpPr/>
      </dsp:nvSpPr>
      <dsp:spPr>
        <a:xfrm>
          <a:off x="4929" y="809564"/>
          <a:ext cx="1889521" cy="755808"/>
        </a:xfrm>
        <a:prstGeom prst="rect">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dirty="0"/>
            <a:t>S (Specific) — </a:t>
          </a:r>
          <a:r>
            <a:rPr lang="ru-RU" sz="1500" kern="1200" dirty="0"/>
            <a:t>Конкретная</a:t>
          </a:r>
          <a:endParaRPr lang="ru-BY" sz="1500" kern="1200" dirty="0"/>
        </a:p>
      </dsp:txBody>
      <dsp:txXfrm>
        <a:off x="4929" y="809564"/>
        <a:ext cx="1889521" cy="755808"/>
      </dsp:txXfrm>
    </dsp:sp>
    <dsp:sp modelId="{E4A17226-A6C8-49E2-ACC8-8D57E45BBC90}">
      <dsp:nvSpPr>
        <dsp:cNvPr id="0" name=""/>
        <dsp:cNvSpPr/>
      </dsp:nvSpPr>
      <dsp:spPr>
        <a:xfrm>
          <a:off x="4929" y="1565373"/>
          <a:ext cx="1889521" cy="1976400"/>
        </a:xfrm>
        <a:prstGeom prst="rect">
          <a:avLst/>
        </a:prstGeom>
        <a:solidFill>
          <a:schemeClr val="accent3">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SzPts val="1000"/>
            <a:buFont typeface="Symbol" panose="05050102010706020507" pitchFamily="18" charset="2"/>
            <a:buChar char=""/>
          </a:pPr>
          <a:r>
            <a:rPr lang="ru-BY" sz="1500" kern="1200" dirty="0"/>
            <a:t>Что именно нужно достичь? </a:t>
          </a:r>
        </a:p>
        <a:p>
          <a:pPr marL="114300" lvl="1" indent="-114300" algn="l" defTabSz="666750">
            <a:lnSpc>
              <a:spcPct val="90000"/>
            </a:lnSpc>
            <a:spcBef>
              <a:spcPct val="0"/>
            </a:spcBef>
            <a:spcAft>
              <a:spcPct val="15000"/>
            </a:spcAft>
            <a:buSzPts val="1000"/>
            <a:buFont typeface="Symbol" panose="05050102010706020507" pitchFamily="18" charset="2"/>
            <a:buChar char=""/>
          </a:pPr>
          <a:r>
            <a:rPr lang="ru-BY" sz="1500" kern="1200" dirty="0"/>
            <a:t>Какой конечный результат? Кто вовлечен?</a:t>
          </a:r>
        </a:p>
        <a:p>
          <a:pPr marL="114300" lvl="1" indent="-114300" algn="l" defTabSz="666750">
            <a:lnSpc>
              <a:spcPct val="90000"/>
            </a:lnSpc>
            <a:spcBef>
              <a:spcPct val="0"/>
            </a:spcBef>
            <a:spcAft>
              <a:spcPct val="15000"/>
            </a:spcAft>
            <a:buSzPts val="1000"/>
            <a:buFont typeface="Symbol" panose="05050102010706020507" pitchFamily="18" charset="2"/>
            <a:buChar char=""/>
          </a:pPr>
          <a:r>
            <a:rPr lang="ru-BY" sz="1500" kern="1200" dirty="0"/>
            <a:t> Каковы требования и ограничения?</a:t>
          </a:r>
        </a:p>
      </dsp:txBody>
      <dsp:txXfrm>
        <a:off x="4929" y="1565373"/>
        <a:ext cx="1889521" cy="1976400"/>
      </dsp:txXfrm>
    </dsp:sp>
    <dsp:sp modelId="{8A82A723-1E4C-4A5E-9CE9-AA288845CCC8}">
      <dsp:nvSpPr>
        <dsp:cNvPr id="0" name=""/>
        <dsp:cNvSpPr/>
      </dsp:nvSpPr>
      <dsp:spPr>
        <a:xfrm>
          <a:off x="2158984" y="809564"/>
          <a:ext cx="1889521" cy="755808"/>
        </a:xfrm>
        <a:prstGeom prst="rect">
          <a:avLst/>
        </a:prstGeom>
        <a:solidFill>
          <a:schemeClr val="accent3">
            <a:hueOff val="677650"/>
            <a:satOff val="25000"/>
            <a:lumOff val="-367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ru-BY" sz="1500" b="1" kern="1200" dirty="0"/>
            <a:t>M (</a:t>
          </a:r>
          <a:r>
            <a:rPr lang="ru-BY" sz="1500" b="1" kern="1200" dirty="0" err="1"/>
            <a:t>Measurable</a:t>
          </a:r>
          <a:r>
            <a:rPr lang="ru-BY" sz="1500" b="1" kern="1200" dirty="0"/>
            <a:t>) — Измеримая</a:t>
          </a:r>
          <a:endParaRPr lang="ru-BY" sz="1500" kern="1200" dirty="0"/>
        </a:p>
      </dsp:txBody>
      <dsp:txXfrm>
        <a:off x="2158984" y="809564"/>
        <a:ext cx="1889521" cy="755808"/>
      </dsp:txXfrm>
    </dsp:sp>
    <dsp:sp modelId="{D9E533DD-457E-4BD3-9FD2-C1F4639F1C78}">
      <dsp:nvSpPr>
        <dsp:cNvPr id="0" name=""/>
        <dsp:cNvSpPr/>
      </dsp:nvSpPr>
      <dsp:spPr>
        <a:xfrm>
          <a:off x="2158984" y="1565373"/>
          <a:ext cx="1889521" cy="1976400"/>
        </a:xfrm>
        <a:prstGeom prst="rect">
          <a:avLst/>
        </a:prstGeom>
        <a:solidFill>
          <a:schemeClr val="accent3">
            <a:tint val="40000"/>
            <a:alpha val="90000"/>
            <a:hueOff val="507285"/>
            <a:satOff val="25000"/>
            <a:lumOff val="445"/>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SzPts val="1000"/>
            <a:buFont typeface="Symbol" panose="05050102010706020507" pitchFamily="18" charset="2"/>
            <a:buChar char=""/>
          </a:pPr>
          <a:r>
            <a:rPr lang="ru-BY" sz="1500" kern="1200" dirty="0"/>
            <a:t>Как мы измерим результат?</a:t>
          </a:r>
        </a:p>
        <a:p>
          <a:pPr marL="114300" lvl="1" indent="-114300" algn="l" defTabSz="666750">
            <a:lnSpc>
              <a:spcPct val="90000"/>
            </a:lnSpc>
            <a:spcBef>
              <a:spcPct val="0"/>
            </a:spcBef>
            <a:spcAft>
              <a:spcPct val="15000"/>
            </a:spcAft>
            <a:buSzPts val="1000"/>
            <a:buFont typeface="Symbol" panose="05050102010706020507" pitchFamily="18" charset="2"/>
            <a:buChar char=""/>
          </a:pPr>
          <a:r>
            <a:rPr lang="ru-BY" sz="1500" kern="1200" dirty="0"/>
            <a:t>Сколько?</a:t>
          </a:r>
        </a:p>
        <a:p>
          <a:pPr marL="114300" lvl="1" indent="-114300" algn="l" defTabSz="666750">
            <a:lnSpc>
              <a:spcPct val="90000"/>
            </a:lnSpc>
            <a:spcBef>
              <a:spcPct val="0"/>
            </a:spcBef>
            <a:spcAft>
              <a:spcPct val="15000"/>
            </a:spcAft>
            <a:buSzPts val="1000"/>
            <a:buFont typeface="Symbol" panose="05050102010706020507" pitchFamily="18" charset="2"/>
            <a:buChar char=""/>
          </a:pPr>
          <a:r>
            <a:rPr lang="ru-BY" sz="1500" kern="1200" dirty="0"/>
            <a:t> Насколько?</a:t>
          </a:r>
        </a:p>
      </dsp:txBody>
      <dsp:txXfrm>
        <a:off x="2158984" y="1565373"/>
        <a:ext cx="1889521" cy="1976400"/>
      </dsp:txXfrm>
    </dsp:sp>
    <dsp:sp modelId="{80B0C10F-4572-4A91-9EEF-94C92C56E8C0}">
      <dsp:nvSpPr>
        <dsp:cNvPr id="0" name=""/>
        <dsp:cNvSpPr/>
      </dsp:nvSpPr>
      <dsp:spPr>
        <a:xfrm>
          <a:off x="4313039" y="809564"/>
          <a:ext cx="1889521" cy="755808"/>
        </a:xfrm>
        <a:prstGeom prst="rect">
          <a:avLst/>
        </a:prstGeom>
        <a:solidFill>
          <a:schemeClr val="accent3">
            <a:hueOff val="1355300"/>
            <a:satOff val="50000"/>
            <a:lumOff val="-7353"/>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ru-BY" sz="1500" b="1" kern="1200" dirty="0"/>
            <a:t>A (</a:t>
          </a:r>
          <a:r>
            <a:rPr lang="ru-BY" sz="1500" b="1" kern="1200" dirty="0" err="1"/>
            <a:t>Achievable</a:t>
          </a:r>
          <a:r>
            <a:rPr lang="ru-BY" sz="1500" b="1" kern="1200" dirty="0"/>
            <a:t>) — Достижимая</a:t>
          </a:r>
          <a:endParaRPr lang="ru-BY" sz="1500" kern="1200" dirty="0"/>
        </a:p>
      </dsp:txBody>
      <dsp:txXfrm>
        <a:off x="4313039" y="809564"/>
        <a:ext cx="1889521" cy="755808"/>
      </dsp:txXfrm>
    </dsp:sp>
    <dsp:sp modelId="{F1AB6EF2-2EFD-4772-8EBD-B93C296815F9}">
      <dsp:nvSpPr>
        <dsp:cNvPr id="0" name=""/>
        <dsp:cNvSpPr/>
      </dsp:nvSpPr>
      <dsp:spPr>
        <a:xfrm>
          <a:off x="4313039" y="1565373"/>
          <a:ext cx="1889521" cy="1976400"/>
        </a:xfrm>
        <a:prstGeom prst="rect">
          <a:avLst/>
        </a:prstGeom>
        <a:solidFill>
          <a:schemeClr val="accent3">
            <a:tint val="40000"/>
            <a:alpha val="90000"/>
            <a:hueOff val="1014570"/>
            <a:satOff val="50000"/>
            <a:lumOff val="89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SzPts val="1000"/>
            <a:buFont typeface="Symbol" panose="05050102010706020507" pitchFamily="18" charset="2"/>
            <a:buChar char=""/>
          </a:pPr>
          <a:r>
            <a:rPr lang="ru-BY" sz="1500" kern="1200" dirty="0"/>
            <a:t>Реалистична ли цель с учетом ограничений? </a:t>
          </a:r>
        </a:p>
        <a:p>
          <a:pPr marL="114300" lvl="1" indent="-114300" algn="l" defTabSz="666750">
            <a:lnSpc>
              <a:spcPct val="90000"/>
            </a:lnSpc>
            <a:spcBef>
              <a:spcPct val="0"/>
            </a:spcBef>
            <a:spcAft>
              <a:spcPct val="15000"/>
            </a:spcAft>
            <a:buSzPts val="1000"/>
            <a:buFont typeface="Symbol" panose="05050102010706020507" pitchFamily="18" charset="2"/>
            <a:buChar char=""/>
          </a:pPr>
          <a:r>
            <a:rPr lang="ru-BY" sz="1500" kern="1200" dirty="0"/>
            <a:t>Можно ли ее достичь?</a:t>
          </a:r>
        </a:p>
      </dsp:txBody>
      <dsp:txXfrm>
        <a:off x="4313039" y="1565373"/>
        <a:ext cx="1889521" cy="1976400"/>
      </dsp:txXfrm>
    </dsp:sp>
    <dsp:sp modelId="{6D32EAF1-4452-4C6C-9A6C-1992E5272077}">
      <dsp:nvSpPr>
        <dsp:cNvPr id="0" name=""/>
        <dsp:cNvSpPr/>
      </dsp:nvSpPr>
      <dsp:spPr>
        <a:xfrm>
          <a:off x="6467094" y="809564"/>
          <a:ext cx="1889521" cy="755808"/>
        </a:xfrm>
        <a:prstGeom prst="rect">
          <a:avLst/>
        </a:prstGeom>
        <a:solidFill>
          <a:schemeClr val="accent3">
            <a:hueOff val="2032949"/>
            <a:satOff val="75000"/>
            <a:lumOff val="-11029"/>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ru-BY" sz="1500" b="1" kern="1200" dirty="0"/>
            <a:t>R (</a:t>
          </a:r>
          <a:r>
            <a:rPr lang="ru-BY" sz="1500" b="1" kern="1200" dirty="0" err="1"/>
            <a:t>Relevant</a:t>
          </a:r>
          <a:r>
            <a:rPr lang="ru-BY" sz="1500" b="1" kern="1200" dirty="0"/>
            <a:t>) — Актуальная</a:t>
          </a:r>
          <a:endParaRPr lang="ru-BY" sz="1500" kern="1200" dirty="0"/>
        </a:p>
      </dsp:txBody>
      <dsp:txXfrm>
        <a:off x="6467094" y="809564"/>
        <a:ext cx="1889521" cy="755808"/>
      </dsp:txXfrm>
    </dsp:sp>
    <dsp:sp modelId="{D122E4F4-6D40-4646-9AC1-F3ABA795D7E8}">
      <dsp:nvSpPr>
        <dsp:cNvPr id="0" name=""/>
        <dsp:cNvSpPr/>
      </dsp:nvSpPr>
      <dsp:spPr>
        <a:xfrm>
          <a:off x="6467094" y="1565373"/>
          <a:ext cx="1889521" cy="1976400"/>
        </a:xfrm>
        <a:prstGeom prst="rect">
          <a:avLst/>
        </a:prstGeom>
        <a:solidFill>
          <a:schemeClr val="accent3">
            <a:tint val="40000"/>
            <a:alpha val="90000"/>
            <a:hueOff val="1521856"/>
            <a:satOff val="75000"/>
            <a:lumOff val="1334"/>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SzPts val="1000"/>
            <a:buFont typeface="Symbol" panose="05050102010706020507" pitchFamily="18" charset="2"/>
            <a:buChar char=""/>
          </a:pPr>
          <a:r>
            <a:rPr lang="ru-BY" sz="1500" kern="1200" dirty="0"/>
            <a:t>Зачем нам достигать эту цель? </a:t>
          </a:r>
        </a:p>
        <a:p>
          <a:pPr marL="114300" lvl="1" indent="-114300" algn="l" defTabSz="666750">
            <a:lnSpc>
              <a:spcPct val="90000"/>
            </a:lnSpc>
            <a:spcBef>
              <a:spcPct val="0"/>
            </a:spcBef>
            <a:spcAft>
              <a:spcPct val="15000"/>
            </a:spcAft>
            <a:buSzPts val="1000"/>
            <a:buFont typeface="Symbol" panose="05050102010706020507" pitchFamily="18" charset="2"/>
            <a:buChar char=""/>
          </a:pPr>
          <a:r>
            <a:rPr lang="ru-BY" sz="1500" kern="1200" dirty="0"/>
            <a:t>Как она согласуется с другими нашими целями и планами?</a:t>
          </a:r>
        </a:p>
      </dsp:txBody>
      <dsp:txXfrm>
        <a:off x="6467094" y="1565373"/>
        <a:ext cx="1889521" cy="1976400"/>
      </dsp:txXfrm>
    </dsp:sp>
    <dsp:sp modelId="{8B2641B0-C4A5-4334-9D7D-FDEB1CD2726C}">
      <dsp:nvSpPr>
        <dsp:cNvPr id="0" name=""/>
        <dsp:cNvSpPr/>
      </dsp:nvSpPr>
      <dsp:spPr>
        <a:xfrm>
          <a:off x="8621148" y="809564"/>
          <a:ext cx="1889521" cy="755808"/>
        </a:xfrm>
        <a:prstGeom prst="rect">
          <a:avLst/>
        </a:prstGeom>
        <a:solidFill>
          <a:schemeClr val="accent3">
            <a:hueOff val="2710599"/>
            <a:satOff val="100000"/>
            <a:lumOff val="-1470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ru-BY" sz="1500" b="1" kern="1200" dirty="0"/>
            <a:t>T (</a:t>
          </a:r>
          <a:r>
            <a:rPr lang="ru-BY" sz="1500" b="1" kern="1200" dirty="0" err="1"/>
            <a:t>Time-bound</a:t>
          </a:r>
          <a:r>
            <a:rPr lang="ru-BY" sz="1500" b="1" kern="1200" dirty="0"/>
            <a:t>) — Ограниченная во времени</a:t>
          </a:r>
          <a:endParaRPr lang="ru-BY" sz="1500" kern="1200" dirty="0"/>
        </a:p>
      </dsp:txBody>
      <dsp:txXfrm>
        <a:off x="8621148" y="809564"/>
        <a:ext cx="1889521" cy="755808"/>
      </dsp:txXfrm>
    </dsp:sp>
    <dsp:sp modelId="{C3BC2FED-7AA4-4185-B712-8D0AD5074BD5}">
      <dsp:nvSpPr>
        <dsp:cNvPr id="0" name=""/>
        <dsp:cNvSpPr/>
      </dsp:nvSpPr>
      <dsp:spPr>
        <a:xfrm>
          <a:off x="8621148" y="1565373"/>
          <a:ext cx="1889521" cy="1976400"/>
        </a:xfrm>
        <a:prstGeom prst="rect">
          <a:avLst/>
        </a:prstGeom>
        <a:solidFill>
          <a:schemeClr val="accent3">
            <a:tint val="40000"/>
            <a:alpha val="90000"/>
            <a:hueOff val="2029141"/>
            <a:satOff val="100000"/>
            <a:lumOff val="1779"/>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SzPts val="1000"/>
            <a:buFont typeface="Symbol" panose="05050102010706020507" pitchFamily="18" charset="2"/>
            <a:buChar char=""/>
          </a:pPr>
          <a:r>
            <a:rPr lang="ru-BY" sz="1500" kern="1200" dirty="0"/>
            <a:t>Когда должен быть достигнут результат? Какой крайний срок?</a:t>
          </a:r>
        </a:p>
      </dsp:txBody>
      <dsp:txXfrm>
        <a:off x="8621148" y="1565373"/>
        <a:ext cx="1889521" cy="19764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4259A6-F266-4FE6-B3BC-9371F52EE26E}">
      <dsp:nvSpPr>
        <dsp:cNvPr id="0" name=""/>
        <dsp:cNvSpPr/>
      </dsp:nvSpPr>
      <dsp:spPr>
        <a:xfrm rot="5400000">
          <a:off x="-114002" y="116401"/>
          <a:ext cx="760015" cy="532010"/>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ru-RU" sz="1200" kern="1200" dirty="0"/>
            <a:t>Цель A:</a:t>
          </a:r>
          <a:endParaRPr lang="ru-BY" sz="1200" kern="1200" dirty="0"/>
        </a:p>
      </dsp:txBody>
      <dsp:txXfrm rot="-5400000">
        <a:off x="1" y="268403"/>
        <a:ext cx="532010" cy="228005"/>
      </dsp:txXfrm>
    </dsp:sp>
    <dsp:sp modelId="{4EEB615C-D2D0-4B2A-B483-6D4CBFFEA54F}">
      <dsp:nvSpPr>
        <dsp:cNvPr id="0" name=""/>
        <dsp:cNvSpPr/>
      </dsp:nvSpPr>
      <dsp:spPr>
        <a:xfrm rot="5400000">
          <a:off x="3835424" y="-3301014"/>
          <a:ext cx="494010" cy="7100838"/>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90000"/>
            </a:lnSpc>
            <a:spcBef>
              <a:spcPct val="0"/>
            </a:spcBef>
            <a:spcAft>
              <a:spcPct val="15000"/>
            </a:spcAft>
            <a:buChar char="•"/>
          </a:pPr>
          <a:r>
            <a:rPr lang="ru-RU" sz="1500" kern="1200"/>
            <a:t>"Увеличить уровень безопасности данных на 30% в течение следующего года, внедрив новые системы контроля доступа."</a:t>
          </a:r>
          <a:endParaRPr lang="ru-BY" sz="1500" kern="1200" dirty="0"/>
        </a:p>
      </dsp:txBody>
      <dsp:txXfrm rot="-5400000">
        <a:off x="532010" y="26516"/>
        <a:ext cx="7076722" cy="445778"/>
      </dsp:txXfrm>
    </dsp:sp>
    <dsp:sp modelId="{CAF09DAA-CA81-45A1-AF56-BE3B88B99612}">
      <dsp:nvSpPr>
        <dsp:cNvPr id="0" name=""/>
        <dsp:cNvSpPr/>
      </dsp:nvSpPr>
      <dsp:spPr>
        <a:xfrm rot="5400000">
          <a:off x="-114002" y="776238"/>
          <a:ext cx="760015" cy="532010"/>
        </a:xfrm>
        <a:prstGeom prst="chevron">
          <a:avLst/>
        </a:prstGeom>
        <a:solidFill>
          <a:schemeClr val="accent3">
            <a:hueOff val="542120"/>
            <a:satOff val="20000"/>
            <a:lumOff val="-2941"/>
            <a:alphaOff val="0"/>
          </a:schemeClr>
        </a:solidFill>
        <a:ln w="12700" cap="flat" cmpd="sng" algn="ctr">
          <a:solidFill>
            <a:schemeClr val="accent3">
              <a:hueOff val="542120"/>
              <a:satOff val="20000"/>
              <a:lumOff val="-294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ru-RU" sz="1200" kern="1200" dirty="0"/>
            <a:t>Цель B:</a:t>
          </a:r>
          <a:endParaRPr lang="ru-BY" sz="1200" kern="1200" dirty="0"/>
        </a:p>
      </dsp:txBody>
      <dsp:txXfrm rot="-5400000">
        <a:off x="1" y="928240"/>
        <a:ext cx="532010" cy="228005"/>
      </dsp:txXfrm>
    </dsp:sp>
    <dsp:sp modelId="{E14AABA7-931E-4D04-AD38-CB9EBA7BBA1D}">
      <dsp:nvSpPr>
        <dsp:cNvPr id="0" name=""/>
        <dsp:cNvSpPr/>
      </dsp:nvSpPr>
      <dsp:spPr>
        <a:xfrm rot="5400000">
          <a:off x="3835424" y="-2641177"/>
          <a:ext cx="494010" cy="7100838"/>
        </a:xfrm>
        <a:prstGeom prst="round2SameRect">
          <a:avLst/>
        </a:prstGeom>
        <a:solidFill>
          <a:schemeClr val="lt1">
            <a:alpha val="90000"/>
            <a:hueOff val="0"/>
            <a:satOff val="0"/>
            <a:lumOff val="0"/>
            <a:alphaOff val="0"/>
          </a:schemeClr>
        </a:solidFill>
        <a:ln w="12700" cap="flat" cmpd="sng" algn="ctr">
          <a:solidFill>
            <a:schemeClr val="accent3">
              <a:hueOff val="542120"/>
              <a:satOff val="20000"/>
              <a:lumOff val="-294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90000"/>
            </a:lnSpc>
            <a:spcBef>
              <a:spcPct val="0"/>
            </a:spcBef>
            <a:spcAft>
              <a:spcPct val="15000"/>
            </a:spcAft>
            <a:buChar char="•"/>
          </a:pPr>
          <a:r>
            <a:rPr lang="ru-RU" sz="1500" kern="1200"/>
            <a:t>"</a:t>
          </a:r>
          <a:r>
            <a:rPr lang="ru-RU" sz="1500" kern="1200" dirty="0"/>
            <a:t>Убедиться, что наши данные защищены."</a:t>
          </a:r>
          <a:endParaRPr lang="ru-BY" sz="1500" kern="1200" dirty="0"/>
        </a:p>
      </dsp:txBody>
      <dsp:txXfrm rot="-5400000">
        <a:off x="532010" y="686353"/>
        <a:ext cx="7076722" cy="445778"/>
      </dsp:txXfrm>
    </dsp:sp>
    <dsp:sp modelId="{18C20507-E639-4A4A-9C94-D9C4F3A28A76}">
      <dsp:nvSpPr>
        <dsp:cNvPr id="0" name=""/>
        <dsp:cNvSpPr/>
      </dsp:nvSpPr>
      <dsp:spPr>
        <a:xfrm rot="5400000">
          <a:off x="-114002" y="1436075"/>
          <a:ext cx="760015" cy="532010"/>
        </a:xfrm>
        <a:prstGeom prst="chevron">
          <a:avLst/>
        </a:prstGeom>
        <a:solidFill>
          <a:schemeClr val="accent3">
            <a:hueOff val="1084240"/>
            <a:satOff val="40000"/>
            <a:lumOff val="-5882"/>
            <a:alphaOff val="0"/>
          </a:schemeClr>
        </a:solidFill>
        <a:ln w="12700" cap="flat" cmpd="sng" algn="ctr">
          <a:solidFill>
            <a:schemeClr val="accent3">
              <a:hueOff val="1084240"/>
              <a:satOff val="40000"/>
              <a:lumOff val="-588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ru-RU" sz="1200" kern="1200" dirty="0"/>
            <a:t>Цель C:</a:t>
          </a:r>
          <a:endParaRPr lang="ru-BY" sz="1200" kern="1200" dirty="0"/>
        </a:p>
      </dsp:txBody>
      <dsp:txXfrm rot="-5400000">
        <a:off x="1" y="1588077"/>
        <a:ext cx="532010" cy="228005"/>
      </dsp:txXfrm>
    </dsp:sp>
    <dsp:sp modelId="{DC238AE8-3F1F-4D9C-A259-0E74370222E1}">
      <dsp:nvSpPr>
        <dsp:cNvPr id="0" name=""/>
        <dsp:cNvSpPr/>
      </dsp:nvSpPr>
      <dsp:spPr>
        <a:xfrm rot="5400000">
          <a:off x="3835424" y="-1981340"/>
          <a:ext cx="494010" cy="7100838"/>
        </a:xfrm>
        <a:prstGeom prst="round2SameRect">
          <a:avLst/>
        </a:prstGeom>
        <a:solidFill>
          <a:schemeClr val="lt1">
            <a:alpha val="90000"/>
            <a:hueOff val="0"/>
            <a:satOff val="0"/>
            <a:lumOff val="0"/>
            <a:alphaOff val="0"/>
          </a:schemeClr>
        </a:solidFill>
        <a:ln w="12700" cap="flat" cmpd="sng" algn="ctr">
          <a:solidFill>
            <a:schemeClr val="accent3">
              <a:hueOff val="1084240"/>
              <a:satOff val="40000"/>
              <a:lumOff val="-588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90000"/>
            </a:lnSpc>
            <a:spcBef>
              <a:spcPct val="0"/>
            </a:spcBef>
            <a:spcAft>
              <a:spcPct val="15000"/>
            </a:spcAft>
            <a:buChar char="•"/>
          </a:pPr>
          <a:r>
            <a:rPr lang="ru-RU" sz="1500" kern="1200" dirty="0"/>
            <a:t>"Снизить количество инцидентов утечки информации на 50% в течение 6 месяцев за счет обучения сотрудников и внедрения новых процедур."</a:t>
          </a:r>
          <a:endParaRPr lang="ru-BY" sz="1500" kern="1200" dirty="0"/>
        </a:p>
      </dsp:txBody>
      <dsp:txXfrm rot="-5400000">
        <a:off x="532010" y="1346190"/>
        <a:ext cx="7076722" cy="445778"/>
      </dsp:txXfrm>
    </dsp:sp>
    <dsp:sp modelId="{589B5DD1-B986-487A-9F05-A67EE9B21BBF}">
      <dsp:nvSpPr>
        <dsp:cNvPr id="0" name=""/>
        <dsp:cNvSpPr/>
      </dsp:nvSpPr>
      <dsp:spPr>
        <a:xfrm rot="5400000">
          <a:off x="-114002" y="2095913"/>
          <a:ext cx="760015" cy="532010"/>
        </a:xfrm>
        <a:prstGeom prst="chevron">
          <a:avLst/>
        </a:prstGeom>
        <a:solidFill>
          <a:schemeClr val="accent3">
            <a:hueOff val="1626359"/>
            <a:satOff val="60000"/>
            <a:lumOff val="-8824"/>
            <a:alphaOff val="0"/>
          </a:schemeClr>
        </a:solidFill>
        <a:ln w="12700" cap="flat" cmpd="sng" algn="ctr">
          <a:solidFill>
            <a:schemeClr val="accent3">
              <a:hueOff val="1626359"/>
              <a:satOff val="60000"/>
              <a:lumOff val="-882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ru-RU" sz="1200" kern="1200" dirty="0"/>
            <a:t>Цель D:</a:t>
          </a:r>
          <a:endParaRPr lang="ru-BY" sz="1200" kern="1200" dirty="0"/>
        </a:p>
      </dsp:txBody>
      <dsp:txXfrm rot="-5400000">
        <a:off x="1" y="2247915"/>
        <a:ext cx="532010" cy="228005"/>
      </dsp:txXfrm>
    </dsp:sp>
    <dsp:sp modelId="{709D234D-3341-4239-92FC-5ABB2DC404BD}">
      <dsp:nvSpPr>
        <dsp:cNvPr id="0" name=""/>
        <dsp:cNvSpPr/>
      </dsp:nvSpPr>
      <dsp:spPr>
        <a:xfrm rot="5400000">
          <a:off x="3835424" y="-1321503"/>
          <a:ext cx="494010" cy="7100838"/>
        </a:xfrm>
        <a:prstGeom prst="round2SameRect">
          <a:avLst/>
        </a:prstGeom>
        <a:solidFill>
          <a:schemeClr val="lt1">
            <a:alpha val="90000"/>
            <a:hueOff val="0"/>
            <a:satOff val="0"/>
            <a:lumOff val="0"/>
            <a:alphaOff val="0"/>
          </a:schemeClr>
        </a:solidFill>
        <a:ln w="12700" cap="flat" cmpd="sng" algn="ctr">
          <a:solidFill>
            <a:schemeClr val="accent3">
              <a:hueOff val="1626359"/>
              <a:satOff val="60000"/>
              <a:lumOff val="-882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90000"/>
            </a:lnSpc>
            <a:spcBef>
              <a:spcPct val="0"/>
            </a:spcBef>
            <a:spcAft>
              <a:spcPct val="15000"/>
            </a:spcAft>
            <a:buChar char="•"/>
          </a:pPr>
          <a:r>
            <a:rPr lang="ru-RU" sz="1500" kern="1200"/>
            <a:t>"</a:t>
          </a:r>
          <a:r>
            <a:rPr lang="ru-RU" sz="1500" kern="1200" dirty="0"/>
            <a:t>Провести аудит безопасности."</a:t>
          </a:r>
          <a:endParaRPr lang="ru-BY" sz="1500" kern="1200" dirty="0"/>
        </a:p>
      </dsp:txBody>
      <dsp:txXfrm rot="-5400000">
        <a:off x="532010" y="2006027"/>
        <a:ext cx="7076722" cy="445778"/>
      </dsp:txXfrm>
    </dsp:sp>
    <dsp:sp modelId="{F65F7C0D-EDDE-4A8A-BC01-470985C6D77F}">
      <dsp:nvSpPr>
        <dsp:cNvPr id="0" name=""/>
        <dsp:cNvSpPr/>
      </dsp:nvSpPr>
      <dsp:spPr>
        <a:xfrm rot="5400000">
          <a:off x="-114002" y="2755750"/>
          <a:ext cx="760015" cy="532010"/>
        </a:xfrm>
        <a:prstGeom prst="chevron">
          <a:avLst/>
        </a:prstGeom>
        <a:solidFill>
          <a:schemeClr val="accent3">
            <a:hueOff val="2168479"/>
            <a:satOff val="80000"/>
            <a:lumOff val="-11765"/>
            <a:alphaOff val="0"/>
          </a:schemeClr>
        </a:solidFill>
        <a:ln w="12700" cap="flat" cmpd="sng" algn="ctr">
          <a:solidFill>
            <a:schemeClr val="accent3">
              <a:hueOff val="2168479"/>
              <a:satOff val="80000"/>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ru-RU" sz="1200" kern="1200" dirty="0"/>
            <a:t>Цель E:</a:t>
          </a:r>
          <a:endParaRPr lang="ru-BY" sz="1200" kern="1200" dirty="0"/>
        </a:p>
      </dsp:txBody>
      <dsp:txXfrm rot="-5400000">
        <a:off x="1" y="2907752"/>
        <a:ext cx="532010" cy="228005"/>
      </dsp:txXfrm>
    </dsp:sp>
    <dsp:sp modelId="{BAB69C0E-647C-4E5A-9A74-BF1DCCAE06AF}">
      <dsp:nvSpPr>
        <dsp:cNvPr id="0" name=""/>
        <dsp:cNvSpPr/>
      </dsp:nvSpPr>
      <dsp:spPr>
        <a:xfrm rot="5400000">
          <a:off x="3835424" y="-661665"/>
          <a:ext cx="494010" cy="7100838"/>
        </a:xfrm>
        <a:prstGeom prst="round2SameRect">
          <a:avLst/>
        </a:prstGeom>
        <a:solidFill>
          <a:schemeClr val="lt1">
            <a:alpha val="90000"/>
            <a:hueOff val="0"/>
            <a:satOff val="0"/>
            <a:lumOff val="0"/>
            <a:alphaOff val="0"/>
          </a:schemeClr>
        </a:solidFill>
        <a:ln w="12700" cap="flat" cmpd="sng" algn="ctr">
          <a:solidFill>
            <a:schemeClr val="accent3">
              <a:hueOff val="2168479"/>
              <a:satOff val="80000"/>
              <a:lumOff val="-1176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90000"/>
            </a:lnSpc>
            <a:spcBef>
              <a:spcPct val="0"/>
            </a:spcBef>
            <a:spcAft>
              <a:spcPct val="15000"/>
            </a:spcAft>
            <a:buChar char="•"/>
          </a:pPr>
          <a:r>
            <a:rPr lang="ru-RU" sz="1500" kern="1200"/>
            <a:t>"</a:t>
          </a:r>
          <a:r>
            <a:rPr lang="ru-RU" sz="1500" kern="1200" dirty="0"/>
            <a:t>Разработать и внедрить политику управления доступом к данным до конца третьего квартала."</a:t>
          </a:r>
          <a:endParaRPr lang="ru-BY" sz="1500" kern="1200" dirty="0"/>
        </a:p>
      </dsp:txBody>
      <dsp:txXfrm rot="-5400000">
        <a:off x="532010" y="2665865"/>
        <a:ext cx="7076722" cy="445778"/>
      </dsp:txXfrm>
    </dsp:sp>
    <dsp:sp modelId="{E0A05C8E-BED1-4894-8CE3-8C39E8240A25}">
      <dsp:nvSpPr>
        <dsp:cNvPr id="0" name=""/>
        <dsp:cNvSpPr/>
      </dsp:nvSpPr>
      <dsp:spPr>
        <a:xfrm rot="5400000">
          <a:off x="-114002" y="3415587"/>
          <a:ext cx="760015" cy="532010"/>
        </a:xfrm>
        <a:prstGeom prst="chevron">
          <a:avLst/>
        </a:prstGeom>
        <a:solidFill>
          <a:schemeClr val="accent3">
            <a:hueOff val="2710599"/>
            <a:satOff val="100000"/>
            <a:lumOff val="-14706"/>
            <a:alphaOff val="0"/>
          </a:schemeClr>
        </a:solidFill>
        <a:ln w="12700" cap="flat" cmpd="sng" algn="ctr">
          <a:solidFill>
            <a:schemeClr val="accent3">
              <a:hueOff val="2710599"/>
              <a:satOff val="100000"/>
              <a:lumOff val="-1470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ru-RU" sz="1200" kern="1200" dirty="0"/>
            <a:t>Цель F:</a:t>
          </a:r>
          <a:endParaRPr lang="ru-BY" sz="1200" kern="1200" dirty="0"/>
        </a:p>
      </dsp:txBody>
      <dsp:txXfrm rot="-5400000">
        <a:off x="1" y="3567589"/>
        <a:ext cx="532010" cy="228005"/>
      </dsp:txXfrm>
    </dsp:sp>
    <dsp:sp modelId="{9DD0A0FC-D019-461C-8EF3-19A4EEF43847}">
      <dsp:nvSpPr>
        <dsp:cNvPr id="0" name=""/>
        <dsp:cNvSpPr/>
      </dsp:nvSpPr>
      <dsp:spPr>
        <a:xfrm rot="5400000">
          <a:off x="3835424" y="-1828"/>
          <a:ext cx="494010" cy="7100838"/>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90000"/>
            </a:lnSpc>
            <a:spcBef>
              <a:spcPct val="0"/>
            </a:spcBef>
            <a:spcAft>
              <a:spcPct val="15000"/>
            </a:spcAft>
            <a:buChar char="•"/>
          </a:pPr>
          <a:r>
            <a:rPr lang="ru-RU" sz="1500" kern="1200"/>
            <a:t>"</a:t>
          </a:r>
          <a:r>
            <a:rPr lang="ru-RU" sz="1500" kern="1200" dirty="0"/>
            <a:t>Повысить осведомленность сотрудников по вопросам кибербезопасности."</a:t>
          </a:r>
          <a:endParaRPr lang="ru-BY" sz="1500" kern="1200" dirty="0"/>
        </a:p>
      </dsp:txBody>
      <dsp:txXfrm rot="-5400000">
        <a:off x="532010" y="3325702"/>
        <a:ext cx="7076722" cy="44577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42F7A6-388A-4F59-AD43-11FFED230925}">
      <dsp:nvSpPr>
        <dsp:cNvPr id="0" name=""/>
        <dsp:cNvSpPr/>
      </dsp:nvSpPr>
      <dsp:spPr>
        <a:xfrm rot="5400000">
          <a:off x="6816183" y="-2945049"/>
          <a:ext cx="668848" cy="6729984"/>
        </a:xfrm>
        <a:prstGeom prst="round2Same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8100" tIns="19050" rIns="38100" bIns="19050" numCol="1" spcCol="1270" anchor="ctr" anchorCtr="0">
          <a:noAutofit/>
        </a:bodyPr>
        <a:lstStyle/>
        <a:p>
          <a:pPr marL="57150" lvl="1" indent="-57150" algn="l" defTabSz="444500">
            <a:lnSpc>
              <a:spcPct val="90000"/>
            </a:lnSpc>
            <a:spcBef>
              <a:spcPct val="0"/>
            </a:spcBef>
            <a:spcAft>
              <a:spcPct val="15000"/>
            </a:spcAft>
            <a:buChar char="•"/>
          </a:pPr>
          <a:r>
            <a:rPr lang="ru-RU" sz="1000" b="0" i="0" kern="1200" dirty="0"/>
            <a:t>Идея: Мобильный дневник.</a:t>
          </a:r>
          <a:br>
            <a:rPr lang="ru-RU" sz="1000" b="0" i="0" kern="1200" dirty="0"/>
          </a:br>
          <a:r>
            <a:rPr lang="ru-RU" sz="1000" b="0" i="0" kern="1200" dirty="0"/>
            <a:t>SMART-цель: «За 3 месяца разработать приложение для </a:t>
          </a:r>
          <a:r>
            <a:rPr lang="ru-RU" sz="1000" b="0" i="0" kern="1200" dirty="0" err="1"/>
            <a:t>Android</a:t>
          </a:r>
          <a:r>
            <a:rPr lang="ru-RU" sz="1000" b="0" i="0" kern="1200" dirty="0"/>
            <a:t> с функциями авторизации, создания заметок и календаря. Приложение должно работать без вылетов на 3 тестовых устройствах, выложено в </a:t>
          </a:r>
          <a:r>
            <a:rPr lang="ru-RU" sz="1000" b="0" i="0" kern="1200" dirty="0" err="1"/>
            <a:t>Google</a:t>
          </a:r>
          <a:r>
            <a:rPr lang="ru-RU" sz="1000" b="0" i="0" kern="1200" dirty="0"/>
            <a:t> </a:t>
          </a:r>
          <a:r>
            <a:rPr lang="ru-RU" sz="1000" b="0" i="0" kern="1200" dirty="0" err="1"/>
            <a:t>Play</a:t>
          </a:r>
          <a:r>
            <a:rPr lang="ru-RU" sz="1000" b="0" i="0" kern="1200" dirty="0"/>
            <a:t> и иметь не менее 500 скачиваний».</a:t>
          </a:r>
          <a:endParaRPr lang="ru-BY" sz="1000" kern="1200" dirty="0"/>
        </a:p>
      </dsp:txBody>
      <dsp:txXfrm rot="-5400000">
        <a:off x="3785615" y="118169"/>
        <a:ext cx="6697334" cy="603548"/>
      </dsp:txXfrm>
    </dsp:sp>
    <dsp:sp modelId="{134C606D-B9BC-410B-B6A6-8F04BA8D75CC}">
      <dsp:nvSpPr>
        <dsp:cNvPr id="0" name=""/>
        <dsp:cNvSpPr/>
      </dsp:nvSpPr>
      <dsp:spPr>
        <a:xfrm>
          <a:off x="0" y="1912"/>
          <a:ext cx="3785616" cy="836060"/>
        </a:xfrm>
        <a:prstGeom prst="round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ru-RU" sz="1800" b="1" i="0" kern="1200" dirty="0"/>
            <a:t>1. Источник: Рынок / Конкуренция</a:t>
          </a:r>
          <a:endParaRPr lang="ru-BY" sz="1800" kern="1200" dirty="0"/>
        </a:p>
      </dsp:txBody>
      <dsp:txXfrm>
        <a:off x="40813" y="42725"/>
        <a:ext cx="3703990" cy="754434"/>
      </dsp:txXfrm>
    </dsp:sp>
    <dsp:sp modelId="{C7107D9C-4D1C-4123-814B-0115B99ECD33}">
      <dsp:nvSpPr>
        <dsp:cNvPr id="0" name=""/>
        <dsp:cNvSpPr/>
      </dsp:nvSpPr>
      <dsp:spPr>
        <a:xfrm rot="5400000">
          <a:off x="6816183" y="-2067186"/>
          <a:ext cx="668848" cy="6729984"/>
        </a:xfrm>
        <a:prstGeom prst="round2SameRect">
          <a:avLst/>
        </a:prstGeom>
        <a:solidFill>
          <a:schemeClr val="accent3">
            <a:tint val="40000"/>
            <a:alpha val="90000"/>
            <a:hueOff val="507285"/>
            <a:satOff val="25000"/>
            <a:lumOff val="445"/>
            <a:alphaOff val="0"/>
          </a:schemeClr>
        </a:solidFill>
        <a:ln w="6350" cap="flat" cmpd="sng" algn="ctr">
          <a:solidFill>
            <a:schemeClr val="accent3">
              <a:tint val="40000"/>
              <a:alpha val="90000"/>
              <a:hueOff val="507285"/>
              <a:satOff val="25000"/>
              <a:lumOff val="445"/>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8100" tIns="19050" rIns="38100" bIns="19050" numCol="1" spcCol="1270" anchor="ctr" anchorCtr="0">
          <a:noAutofit/>
        </a:bodyPr>
        <a:lstStyle/>
        <a:p>
          <a:pPr marL="57150" lvl="1" indent="-57150" algn="l" defTabSz="444500">
            <a:lnSpc>
              <a:spcPct val="90000"/>
            </a:lnSpc>
            <a:spcBef>
              <a:spcPct val="0"/>
            </a:spcBef>
            <a:spcAft>
              <a:spcPct val="15000"/>
            </a:spcAft>
            <a:buChar char="•"/>
          </a:pPr>
          <a:r>
            <a:rPr lang="ru-RU" sz="1000" b="0" i="0" kern="1200"/>
            <a:t>Идея</a:t>
          </a:r>
          <a:r>
            <a:rPr lang="ru-RU" sz="1000" b="0" i="0" kern="1200" dirty="0"/>
            <a:t>: Органайзер задач.</a:t>
          </a:r>
          <a:br>
            <a:rPr lang="ru-RU" sz="1000" b="0" i="0" kern="1200" dirty="0"/>
          </a:br>
          <a:r>
            <a:rPr lang="ru-RU" sz="1000" b="0" i="0" kern="1200" dirty="0"/>
            <a:t>SMART-цель: «За 4 месяца разработать приложение для </a:t>
          </a:r>
          <a:r>
            <a:rPr lang="ru-RU" sz="1000" b="0" i="0" kern="1200" dirty="0" err="1"/>
            <a:t>Windows</a:t>
          </a:r>
          <a:r>
            <a:rPr lang="ru-RU" sz="1000" b="0" i="0" kern="1200" dirty="0"/>
            <a:t> с функциями создания задач, назначения дедлайнов, установки приоритетов, фильтрации и поиска. Приложение должно поддерживать одновременную работу 5 сотрудников без потери данных».</a:t>
          </a:r>
        </a:p>
      </dsp:txBody>
      <dsp:txXfrm rot="-5400000">
        <a:off x="3785615" y="996032"/>
        <a:ext cx="6697334" cy="603548"/>
      </dsp:txXfrm>
    </dsp:sp>
    <dsp:sp modelId="{3A5C49C3-7D53-4502-ABFC-66FBE27B9236}">
      <dsp:nvSpPr>
        <dsp:cNvPr id="0" name=""/>
        <dsp:cNvSpPr/>
      </dsp:nvSpPr>
      <dsp:spPr>
        <a:xfrm>
          <a:off x="0" y="879775"/>
          <a:ext cx="3785616" cy="836060"/>
        </a:xfrm>
        <a:prstGeom prst="roundRect">
          <a:avLst/>
        </a:prstGeom>
        <a:gradFill rotWithShape="0">
          <a:gsLst>
            <a:gs pos="0">
              <a:schemeClr val="accent3">
                <a:hueOff val="677650"/>
                <a:satOff val="25000"/>
                <a:lumOff val="-3676"/>
                <a:alphaOff val="0"/>
                <a:lumMod val="110000"/>
                <a:satMod val="105000"/>
                <a:tint val="67000"/>
              </a:schemeClr>
            </a:gs>
            <a:gs pos="50000">
              <a:schemeClr val="accent3">
                <a:hueOff val="677650"/>
                <a:satOff val="25000"/>
                <a:lumOff val="-3676"/>
                <a:alphaOff val="0"/>
                <a:lumMod val="105000"/>
                <a:satMod val="103000"/>
                <a:tint val="73000"/>
              </a:schemeClr>
            </a:gs>
            <a:gs pos="100000">
              <a:schemeClr val="accent3">
                <a:hueOff val="677650"/>
                <a:satOff val="25000"/>
                <a:lumOff val="-3676"/>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ru-RU" sz="1800" b="1" i="0" kern="1200" dirty="0"/>
            <a:t>2. Источник: Организация / Компания</a:t>
          </a:r>
          <a:endParaRPr lang="ru-RU" sz="1800" b="0" i="0" kern="1200" dirty="0"/>
        </a:p>
      </dsp:txBody>
      <dsp:txXfrm>
        <a:off x="40813" y="920588"/>
        <a:ext cx="3703990" cy="754434"/>
      </dsp:txXfrm>
    </dsp:sp>
    <dsp:sp modelId="{E9CF9CD4-4F24-4879-95FC-8874C52029A1}">
      <dsp:nvSpPr>
        <dsp:cNvPr id="0" name=""/>
        <dsp:cNvSpPr/>
      </dsp:nvSpPr>
      <dsp:spPr>
        <a:xfrm rot="5400000">
          <a:off x="6816183" y="-1189323"/>
          <a:ext cx="668848" cy="6729984"/>
        </a:xfrm>
        <a:prstGeom prst="round2SameRect">
          <a:avLst/>
        </a:prstGeom>
        <a:solidFill>
          <a:schemeClr val="accent3">
            <a:tint val="40000"/>
            <a:alpha val="90000"/>
            <a:hueOff val="1014570"/>
            <a:satOff val="50000"/>
            <a:lumOff val="890"/>
            <a:alphaOff val="0"/>
          </a:schemeClr>
        </a:solidFill>
        <a:ln w="6350" cap="flat" cmpd="sng" algn="ctr">
          <a:solidFill>
            <a:schemeClr val="accent3">
              <a:tint val="40000"/>
              <a:alpha val="90000"/>
              <a:hueOff val="1014570"/>
              <a:satOff val="50000"/>
              <a:lumOff val="89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8100" tIns="19050" rIns="38100" bIns="19050" numCol="1" spcCol="1270" anchor="ctr" anchorCtr="0">
          <a:noAutofit/>
        </a:bodyPr>
        <a:lstStyle/>
        <a:p>
          <a:pPr marL="57150" lvl="1" indent="-57150" algn="l" defTabSz="444500">
            <a:lnSpc>
              <a:spcPct val="90000"/>
            </a:lnSpc>
            <a:spcBef>
              <a:spcPct val="0"/>
            </a:spcBef>
            <a:spcAft>
              <a:spcPct val="15000"/>
            </a:spcAft>
            <a:buChar char="•"/>
          </a:pPr>
          <a:r>
            <a:rPr lang="ru-RU" sz="1000" b="0" i="0" kern="1200" dirty="0"/>
            <a:t>Идея: Учёт товаров.</a:t>
          </a:r>
          <a:br>
            <a:rPr lang="ru-RU" sz="1000" b="0" i="0" kern="1200" dirty="0"/>
          </a:br>
          <a:r>
            <a:rPr lang="ru-RU" sz="1000" b="0" i="0" kern="1200" dirty="0"/>
            <a:t>SMART-цель: «За 2 месяца разработать приложение для складского учёта с функциями прихода, расхода, подсчёта остатков и формирования отчётов. Приложение должно обрабатывать базу до 10 000 товаров без падения производительности».</a:t>
          </a:r>
        </a:p>
      </dsp:txBody>
      <dsp:txXfrm rot="-5400000">
        <a:off x="3785615" y="1873895"/>
        <a:ext cx="6697334" cy="603548"/>
      </dsp:txXfrm>
    </dsp:sp>
    <dsp:sp modelId="{222170BB-440F-4B2D-8988-B653340403F7}">
      <dsp:nvSpPr>
        <dsp:cNvPr id="0" name=""/>
        <dsp:cNvSpPr/>
      </dsp:nvSpPr>
      <dsp:spPr>
        <a:xfrm>
          <a:off x="0" y="1757638"/>
          <a:ext cx="3785616" cy="836060"/>
        </a:xfrm>
        <a:prstGeom prst="roundRect">
          <a:avLst/>
        </a:prstGeom>
        <a:gradFill rotWithShape="0">
          <a:gsLst>
            <a:gs pos="0">
              <a:schemeClr val="accent3">
                <a:hueOff val="1355300"/>
                <a:satOff val="50000"/>
                <a:lumOff val="-7353"/>
                <a:alphaOff val="0"/>
                <a:lumMod val="110000"/>
                <a:satMod val="105000"/>
                <a:tint val="67000"/>
              </a:schemeClr>
            </a:gs>
            <a:gs pos="50000">
              <a:schemeClr val="accent3">
                <a:hueOff val="1355300"/>
                <a:satOff val="50000"/>
                <a:lumOff val="-7353"/>
                <a:alphaOff val="0"/>
                <a:lumMod val="105000"/>
                <a:satMod val="103000"/>
                <a:tint val="73000"/>
              </a:schemeClr>
            </a:gs>
            <a:gs pos="100000">
              <a:schemeClr val="accent3">
                <a:hueOff val="1355300"/>
                <a:satOff val="50000"/>
                <a:lumOff val="-735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ru-RU" sz="1800" b="1" i="0" kern="1200" dirty="0"/>
            <a:t>3. Источник: Заказчик / Пользователь (юридическое лицо)</a:t>
          </a:r>
          <a:endParaRPr lang="ru-RU" sz="1800" b="0" i="0" kern="1200" dirty="0"/>
        </a:p>
      </dsp:txBody>
      <dsp:txXfrm>
        <a:off x="40813" y="1798451"/>
        <a:ext cx="3703990" cy="754434"/>
      </dsp:txXfrm>
    </dsp:sp>
    <dsp:sp modelId="{9E89A214-12B5-497D-964B-112A9FD89CF9}">
      <dsp:nvSpPr>
        <dsp:cNvPr id="0" name=""/>
        <dsp:cNvSpPr/>
      </dsp:nvSpPr>
      <dsp:spPr>
        <a:xfrm rot="5400000">
          <a:off x="6816183" y="-311459"/>
          <a:ext cx="668848" cy="6729984"/>
        </a:xfrm>
        <a:prstGeom prst="round2SameRect">
          <a:avLst/>
        </a:prstGeom>
        <a:solidFill>
          <a:schemeClr val="accent3">
            <a:tint val="40000"/>
            <a:alpha val="90000"/>
            <a:hueOff val="1521856"/>
            <a:satOff val="75000"/>
            <a:lumOff val="1334"/>
            <a:alphaOff val="0"/>
          </a:schemeClr>
        </a:solidFill>
        <a:ln w="6350" cap="flat" cmpd="sng" algn="ctr">
          <a:solidFill>
            <a:schemeClr val="accent3">
              <a:tint val="40000"/>
              <a:alpha val="90000"/>
              <a:hueOff val="1521856"/>
              <a:satOff val="75000"/>
              <a:lumOff val="133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8100" tIns="19050" rIns="38100" bIns="19050" numCol="1" spcCol="1270" anchor="ctr" anchorCtr="0">
          <a:noAutofit/>
        </a:bodyPr>
        <a:lstStyle/>
        <a:p>
          <a:pPr marL="57150" lvl="1" indent="-57150" algn="l" defTabSz="444500">
            <a:lnSpc>
              <a:spcPct val="90000"/>
            </a:lnSpc>
            <a:spcBef>
              <a:spcPct val="0"/>
            </a:spcBef>
            <a:spcAft>
              <a:spcPct val="15000"/>
            </a:spcAft>
            <a:buChar char="•"/>
          </a:pPr>
          <a:r>
            <a:rPr lang="ru-RU" sz="1000" b="0" i="0" kern="1200" dirty="0"/>
            <a:t>Идея: Браузер.</a:t>
          </a:r>
          <a:br>
            <a:rPr lang="ru-RU" sz="1000" b="0" i="0" kern="1200" dirty="0"/>
          </a:br>
          <a:r>
            <a:rPr lang="en-US" sz="1000" b="0" i="0" kern="1200" dirty="0"/>
            <a:t>SMART-</a:t>
          </a:r>
          <a:r>
            <a:rPr lang="ru-RU" sz="1000" b="0" i="0" kern="1200" dirty="0"/>
            <a:t>цель: «За 5 месяцев написать браузер на </a:t>
          </a:r>
          <a:r>
            <a:rPr lang="en-US" sz="1000" b="0" i="0" kern="1200" dirty="0"/>
            <a:t>Python </a:t>
          </a:r>
          <a:r>
            <a:rPr lang="ru-RU" sz="1000" b="0" i="0" kern="1200" dirty="0"/>
            <a:t>с адресной строкой, вкладками и закладками. Браузер должен корректно отображать 5 тестовых сайтов (</a:t>
          </a:r>
          <a:r>
            <a:rPr lang="en-US" sz="1000" b="0" i="0" kern="1200" dirty="0"/>
            <a:t>). </a:t>
          </a:r>
          <a:r>
            <a:rPr lang="ru-RU" sz="1000" b="0" i="0" kern="1200" dirty="0"/>
            <a:t>Объём кода — не более 3000 строк».</a:t>
          </a:r>
        </a:p>
      </dsp:txBody>
      <dsp:txXfrm rot="-5400000">
        <a:off x="3785615" y="2751759"/>
        <a:ext cx="6697334" cy="603548"/>
      </dsp:txXfrm>
    </dsp:sp>
    <dsp:sp modelId="{EE5E03F1-09C0-473F-8C35-EE068B44DC1B}">
      <dsp:nvSpPr>
        <dsp:cNvPr id="0" name=""/>
        <dsp:cNvSpPr/>
      </dsp:nvSpPr>
      <dsp:spPr>
        <a:xfrm>
          <a:off x="0" y="2635502"/>
          <a:ext cx="3785616" cy="836060"/>
        </a:xfrm>
        <a:prstGeom prst="roundRect">
          <a:avLst/>
        </a:prstGeom>
        <a:gradFill rotWithShape="0">
          <a:gsLst>
            <a:gs pos="0">
              <a:schemeClr val="accent3">
                <a:hueOff val="2032949"/>
                <a:satOff val="75000"/>
                <a:lumOff val="-11029"/>
                <a:alphaOff val="0"/>
                <a:lumMod val="110000"/>
                <a:satMod val="105000"/>
                <a:tint val="67000"/>
              </a:schemeClr>
            </a:gs>
            <a:gs pos="50000">
              <a:schemeClr val="accent3">
                <a:hueOff val="2032949"/>
                <a:satOff val="75000"/>
                <a:lumOff val="-11029"/>
                <a:alphaOff val="0"/>
                <a:lumMod val="105000"/>
                <a:satMod val="103000"/>
                <a:tint val="73000"/>
              </a:schemeClr>
            </a:gs>
            <a:gs pos="100000">
              <a:schemeClr val="accent3">
                <a:hueOff val="2032949"/>
                <a:satOff val="75000"/>
                <a:lumOff val="-11029"/>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ru-RU" sz="1800" b="1" i="0" kern="1200" dirty="0"/>
            <a:t>4. Источник: Технологии</a:t>
          </a:r>
          <a:endParaRPr lang="ru-RU" sz="1800" b="0" i="0" kern="1200" dirty="0"/>
        </a:p>
      </dsp:txBody>
      <dsp:txXfrm>
        <a:off x="40813" y="2676315"/>
        <a:ext cx="3703990" cy="754434"/>
      </dsp:txXfrm>
    </dsp:sp>
    <dsp:sp modelId="{96C6ED1E-582B-460E-A4F5-FC64EF0B7C58}">
      <dsp:nvSpPr>
        <dsp:cNvPr id="0" name=""/>
        <dsp:cNvSpPr/>
      </dsp:nvSpPr>
      <dsp:spPr>
        <a:xfrm rot="5400000">
          <a:off x="6816183" y="566403"/>
          <a:ext cx="668848" cy="6729984"/>
        </a:xfrm>
        <a:prstGeom prst="round2SameRect">
          <a:avLst/>
        </a:prstGeom>
        <a:solidFill>
          <a:schemeClr val="accent3">
            <a:tint val="40000"/>
            <a:alpha val="90000"/>
            <a:hueOff val="2029141"/>
            <a:satOff val="100000"/>
            <a:lumOff val="1779"/>
            <a:alphaOff val="0"/>
          </a:schemeClr>
        </a:solidFill>
        <a:ln w="6350" cap="flat" cmpd="sng" algn="ctr">
          <a:solidFill>
            <a:schemeClr val="accent3">
              <a:tint val="40000"/>
              <a:alpha val="90000"/>
              <a:hueOff val="2029141"/>
              <a:satOff val="100000"/>
              <a:lumOff val="177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8100" tIns="19050" rIns="38100" bIns="19050" numCol="1" spcCol="1270" anchor="ctr" anchorCtr="0">
          <a:noAutofit/>
        </a:bodyPr>
        <a:lstStyle/>
        <a:p>
          <a:pPr marL="57150" lvl="1" indent="-57150" algn="l" defTabSz="444500">
            <a:lnSpc>
              <a:spcPct val="90000"/>
            </a:lnSpc>
            <a:spcBef>
              <a:spcPct val="0"/>
            </a:spcBef>
            <a:spcAft>
              <a:spcPct val="15000"/>
            </a:spcAft>
            <a:buChar char="•"/>
          </a:pPr>
          <a:r>
            <a:rPr lang="ru-RU" sz="1000" b="0" i="0" kern="1200"/>
            <a:t>Идея</a:t>
          </a:r>
          <a:r>
            <a:rPr lang="ru-RU" sz="1000" b="0" i="0" kern="1200" dirty="0"/>
            <a:t>: Менеджер паролей.</a:t>
          </a:r>
          <a:br>
            <a:rPr lang="ru-RU" sz="1000" b="0" i="0" kern="1200" dirty="0"/>
          </a:br>
          <a:r>
            <a:rPr lang="ru-RU" sz="1000" b="0" i="0" kern="1200" dirty="0"/>
            <a:t>SMART-цель: «За 4 месяца разработать приложение с шифрованием AES-256, мастер-паролем и локальным хранением. Время взлома зашифрованной базы методом полного перебора — не менее 1 года на стандартной видеокарте».</a:t>
          </a:r>
        </a:p>
      </dsp:txBody>
      <dsp:txXfrm rot="-5400000">
        <a:off x="3785615" y="3629621"/>
        <a:ext cx="6697334" cy="603548"/>
      </dsp:txXfrm>
    </dsp:sp>
    <dsp:sp modelId="{7470B4DE-1CBF-4D02-BC54-6FB164395DCB}">
      <dsp:nvSpPr>
        <dsp:cNvPr id="0" name=""/>
        <dsp:cNvSpPr/>
      </dsp:nvSpPr>
      <dsp:spPr>
        <a:xfrm>
          <a:off x="0" y="3513365"/>
          <a:ext cx="3785616" cy="836060"/>
        </a:xfrm>
        <a:prstGeom prst="roundRect">
          <a:avLst/>
        </a:prstGeom>
        <a:gradFill rotWithShape="0">
          <a:gsLst>
            <a:gs pos="0">
              <a:schemeClr val="accent3">
                <a:hueOff val="2710599"/>
                <a:satOff val="100000"/>
                <a:lumOff val="-14706"/>
                <a:alphaOff val="0"/>
                <a:lumMod val="110000"/>
                <a:satMod val="105000"/>
                <a:tint val="67000"/>
              </a:schemeClr>
            </a:gs>
            <a:gs pos="50000">
              <a:schemeClr val="accent3">
                <a:hueOff val="2710599"/>
                <a:satOff val="100000"/>
                <a:lumOff val="-14706"/>
                <a:alphaOff val="0"/>
                <a:lumMod val="105000"/>
                <a:satMod val="103000"/>
                <a:tint val="73000"/>
              </a:schemeClr>
            </a:gs>
            <a:gs pos="100000">
              <a:schemeClr val="accent3">
                <a:hueOff val="2710599"/>
                <a:satOff val="100000"/>
                <a:lumOff val="-14706"/>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ru-RU" sz="1800" b="1" i="0" kern="1200" dirty="0"/>
            <a:t>5. Источник: Законодательство / Безопасность данных</a:t>
          </a:r>
          <a:endParaRPr lang="ru-RU" sz="1800" b="0" i="0" kern="1200" dirty="0"/>
        </a:p>
      </dsp:txBody>
      <dsp:txXfrm>
        <a:off x="40813" y="3554178"/>
        <a:ext cx="3703990" cy="75443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AE5A0B-4281-4336-8C99-6A1FE6B0AB08}">
      <dsp:nvSpPr>
        <dsp:cNvPr id="0" name=""/>
        <dsp:cNvSpPr/>
      </dsp:nvSpPr>
      <dsp:spPr>
        <a:xfrm>
          <a:off x="0" y="197253"/>
          <a:ext cx="8128000" cy="3024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6CC6D617-EADD-4935-A28D-C69D251E5633}">
      <dsp:nvSpPr>
        <dsp:cNvPr id="0" name=""/>
        <dsp:cNvSpPr/>
      </dsp:nvSpPr>
      <dsp:spPr>
        <a:xfrm>
          <a:off x="406400" y="20133"/>
          <a:ext cx="5689600" cy="354240"/>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053" tIns="0" rIns="215053" bIns="0" numCol="1" spcCol="1270" anchor="ctr" anchorCtr="0">
          <a:noAutofit/>
        </a:bodyPr>
        <a:lstStyle/>
        <a:p>
          <a:pPr marL="0" lvl="0" indent="0" algn="l" defTabSz="711200">
            <a:lnSpc>
              <a:spcPct val="90000"/>
            </a:lnSpc>
            <a:spcBef>
              <a:spcPct val="0"/>
            </a:spcBef>
            <a:spcAft>
              <a:spcPct val="35000"/>
            </a:spcAft>
            <a:buNone/>
          </a:pPr>
          <a:r>
            <a:rPr lang="ru-RU" altLang="ru-RU" sz="1600" b="1" kern="1200" dirty="0">
              <a:cs typeface="Calibri" panose="020F0502020204030204" pitchFamily="34" charset="0"/>
            </a:rPr>
            <a:t>Название проекта </a:t>
          </a:r>
          <a:endParaRPr lang="ru-BY" sz="1600" b="1" kern="1200" dirty="0"/>
        </a:p>
      </dsp:txBody>
      <dsp:txXfrm>
        <a:off x="423693" y="37426"/>
        <a:ext cx="5655014" cy="319654"/>
      </dsp:txXfrm>
    </dsp:sp>
    <dsp:sp modelId="{0B2588FD-EBE3-47D5-ACCA-D98635A1BCCE}">
      <dsp:nvSpPr>
        <dsp:cNvPr id="0" name=""/>
        <dsp:cNvSpPr/>
      </dsp:nvSpPr>
      <dsp:spPr>
        <a:xfrm>
          <a:off x="0" y="741573"/>
          <a:ext cx="8128000" cy="302400"/>
        </a:xfrm>
        <a:prstGeom prst="rect">
          <a:avLst/>
        </a:prstGeom>
        <a:solidFill>
          <a:schemeClr val="lt1">
            <a:alpha val="90000"/>
            <a:hueOff val="0"/>
            <a:satOff val="0"/>
            <a:lumOff val="0"/>
            <a:alphaOff val="0"/>
          </a:schemeClr>
        </a:solidFill>
        <a:ln w="6350" cap="flat" cmpd="sng" algn="ctr">
          <a:solidFill>
            <a:schemeClr val="accent2">
              <a:hueOff val="-161707"/>
              <a:satOff val="-9325"/>
              <a:lumOff val="959"/>
              <a:alphaOff val="0"/>
            </a:schemeClr>
          </a:solidFill>
          <a:prstDash val="solid"/>
          <a:miter lim="800000"/>
        </a:ln>
        <a:effectLst/>
      </dsp:spPr>
      <dsp:style>
        <a:lnRef idx="1">
          <a:scrgbClr r="0" g="0" b="0"/>
        </a:lnRef>
        <a:fillRef idx="1">
          <a:scrgbClr r="0" g="0" b="0"/>
        </a:fillRef>
        <a:effectRef idx="0">
          <a:scrgbClr r="0" g="0" b="0"/>
        </a:effectRef>
        <a:fontRef idx="minor"/>
      </dsp:style>
    </dsp:sp>
    <dsp:sp modelId="{F4A535A6-4048-4D0D-876E-81D9FF2EEAD0}">
      <dsp:nvSpPr>
        <dsp:cNvPr id="0" name=""/>
        <dsp:cNvSpPr/>
      </dsp:nvSpPr>
      <dsp:spPr>
        <a:xfrm>
          <a:off x="406400" y="564453"/>
          <a:ext cx="5689600" cy="354240"/>
        </a:xfrm>
        <a:prstGeom prst="roundRect">
          <a:avLst/>
        </a:prstGeom>
        <a:gradFill rotWithShape="0">
          <a:gsLst>
            <a:gs pos="0">
              <a:schemeClr val="accent2">
                <a:hueOff val="-161707"/>
                <a:satOff val="-9325"/>
                <a:lumOff val="959"/>
                <a:alphaOff val="0"/>
                <a:lumMod val="110000"/>
                <a:satMod val="105000"/>
                <a:tint val="67000"/>
              </a:schemeClr>
            </a:gs>
            <a:gs pos="50000">
              <a:schemeClr val="accent2">
                <a:hueOff val="-161707"/>
                <a:satOff val="-9325"/>
                <a:lumOff val="959"/>
                <a:alphaOff val="0"/>
                <a:lumMod val="105000"/>
                <a:satMod val="103000"/>
                <a:tint val="73000"/>
              </a:schemeClr>
            </a:gs>
            <a:gs pos="100000">
              <a:schemeClr val="accent2">
                <a:hueOff val="-161707"/>
                <a:satOff val="-9325"/>
                <a:lumOff val="959"/>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053" tIns="0" rIns="215053" bIns="0" numCol="1" spcCol="1270" anchor="ctr" anchorCtr="0">
          <a:noAutofit/>
        </a:bodyPr>
        <a:lstStyle/>
        <a:p>
          <a:pPr marL="0" lvl="0" indent="0" algn="l" defTabSz="711200">
            <a:lnSpc>
              <a:spcPct val="90000"/>
            </a:lnSpc>
            <a:spcBef>
              <a:spcPct val="0"/>
            </a:spcBef>
            <a:spcAft>
              <a:spcPct val="35000"/>
            </a:spcAft>
            <a:buNone/>
          </a:pPr>
          <a:r>
            <a:rPr lang="ru-RU" altLang="ru-RU" sz="1600" b="1" kern="1200" dirty="0">
              <a:cs typeface="Calibri" panose="020F0502020204030204" pitchFamily="34" charset="0"/>
            </a:rPr>
            <a:t>Цели проекта </a:t>
          </a:r>
        </a:p>
      </dsp:txBody>
      <dsp:txXfrm>
        <a:off x="423693" y="581746"/>
        <a:ext cx="5655014" cy="319654"/>
      </dsp:txXfrm>
    </dsp:sp>
    <dsp:sp modelId="{5B49352C-4DA4-4E21-9046-9D227B905159}">
      <dsp:nvSpPr>
        <dsp:cNvPr id="0" name=""/>
        <dsp:cNvSpPr/>
      </dsp:nvSpPr>
      <dsp:spPr>
        <a:xfrm>
          <a:off x="0" y="1285893"/>
          <a:ext cx="8128000" cy="302400"/>
        </a:xfrm>
        <a:prstGeom prst="rect">
          <a:avLst/>
        </a:prstGeom>
        <a:solidFill>
          <a:schemeClr val="lt1">
            <a:alpha val="90000"/>
            <a:hueOff val="0"/>
            <a:satOff val="0"/>
            <a:lumOff val="0"/>
            <a:alphaOff val="0"/>
          </a:schemeClr>
        </a:solidFill>
        <a:ln w="6350" cap="flat" cmpd="sng" algn="ctr">
          <a:solidFill>
            <a:schemeClr val="accent2">
              <a:hueOff val="-323414"/>
              <a:satOff val="-18651"/>
              <a:lumOff val="1917"/>
              <a:alphaOff val="0"/>
            </a:schemeClr>
          </a:solidFill>
          <a:prstDash val="solid"/>
          <a:miter lim="800000"/>
        </a:ln>
        <a:effectLst/>
      </dsp:spPr>
      <dsp:style>
        <a:lnRef idx="1">
          <a:scrgbClr r="0" g="0" b="0"/>
        </a:lnRef>
        <a:fillRef idx="1">
          <a:scrgbClr r="0" g="0" b="0"/>
        </a:fillRef>
        <a:effectRef idx="0">
          <a:scrgbClr r="0" g="0" b="0"/>
        </a:effectRef>
        <a:fontRef idx="minor"/>
      </dsp:style>
    </dsp:sp>
    <dsp:sp modelId="{E61A0DD3-D8C4-4B8E-BD54-B0DC972C9052}">
      <dsp:nvSpPr>
        <dsp:cNvPr id="0" name=""/>
        <dsp:cNvSpPr/>
      </dsp:nvSpPr>
      <dsp:spPr>
        <a:xfrm>
          <a:off x="406400" y="1108773"/>
          <a:ext cx="5689600" cy="354240"/>
        </a:xfrm>
        <a:prstGeom prst="roundRect">
          <a:avLst/>
        </a:prstGeom>
        <a:gradFill rotWithShape="0">
          <a:gsLst>
            <a:gs pos="0">
              <a:schemeClr val="accent2">
                <a:hueOff val="-323414"/>
                <a:satOff val="-18651"/>
                <a:lumOff val="1917"/>
                <a:alphaOff val="0"/>
                <a:lumMod val="110000"/>
                <a:satMod val="105000"/>
                <a:tint val="67000"/>
              </a:schemeClr>
            </a:gs>
            <a:gs pos="50000">
              <a:schemeClr val="accent2">
                <a:hueOff val="-323414"/>
                <a:satOff val="-18651"/>
                <a:lumOff val="1917"/>
                <a:alphaOff val="0"/>
                <a:lumMod val="105000"/>
                <a:satMod val="103000"/>
                <a:tint val="73000"/>
              </a:schemeClr>
            </a:gs>
            <a:gs pos="100000">
              <a:schemeClr val="accent2">
                <a:hueOff val="-323414"/>
                <a:satOff val="-18651"/>
                <a:lumOff val="1917"/>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053" tIns="0" rIns="215053" bIns="0" numCol="1" spcCol="1270" anchor="ctr" anchorCtr="0">
          <a:noAutofit/>
        </a:bodyPr>
        <a:lstStyle/>
        <a:p>
          <a:pPr marL="0" lvl="0" indent="0" algn="l" defTabSz="711200">
            <a:lnSpc>
              <a:spcPct val="90000"/>
            </a:lnSpc>
            <a:spcBef>
              <a:spcPct val="0"/>
            </a:spcBef>
            <a:spcAft>
              <a:spcPct val="35000"/>
            </a:spcAft>
            <a:buNone/>
          </a:pPr>
          <a:r>
            <a:rPr lang="ru-RU" altLang="ru-RU" sz="1600" b="1" kern="1200" dirty="0">
              <a:cs typeface="Calibri" panose="020F0502020204030204" pitchFamily="34" charset="0"/>
            </a:rPr>
            <a:t>Результаты проекта </a:t>
          </a:r>
        </a:p>
      </dsp:txBody>
      <dsp:txXfrm>
        <a:off x="423693" y="1126066"/>
        <a:ext cx="5655014" cy="319654"/>
      </dsp:txXfrm>
    </dsp:sp>
    <dsp:sp modelId="{E4B77256-DAFF-44BA-8FF8-F45955D6FF3E}">
      <dsp:nvSpPr>
        <dsp:cNvPr id="0" name=""/>
        <dsp:cNvSpPr/>
      </dsp:nvSpPr>
      <dsp:spPr>
        <a:xfrm>
          <a:off x="0" y="1830213"/>
          <a:ext cx="8128000" cy="302400"/>
        </a:xfrm>
        <a:prstGeom prst="rect">
          <a:avLst/>
        </a:prstGeom>
        <a:solidFill>
          <a:schemeClr val="lt1">
            <a:alpha val="90000"/>
            <a:hueOff val="0"/>
            <a:satOff val="0"/>
            <a:lumOff val="0"/>
            <a:alphaOff val="0"/>
          </a:schemeClr>
        </a:solidFill>
        <a:ln w="6350" cap="flat" cmpd="sng" algn="ctr">
          <a:solidFill>
            <a:schemeClr val="accent2">
              <a:hueOff val="-485121"/>
              <a:satOff val="-27976"/>
              <a:lumOff val="2876"/>
              <a:alphaOff val="0"/>
            </a:schemeClr>
          </a:solidFill>
          <a:prstDash val="solid"/>
          <a:miter lim="800000"/>
        </a:ln>
        <a:effectLst/>
      </dsp:spPr>
      <dsp:style>
        <a:lnRef idx="1">
          <a:scrgbClr r="0" g="0" b="0"/>
        </a:lnRef>
        <a:fillRef idx="1">
          <a:scrgbClr r="0" g="0" b="0"/>
        </a:fillRef>
        <a:effectRef idx="0">
          <a:scrgbClr r="0" g="0" b="0"/>
        </a:effectRef>
        <a:fontRef idx="minor"/>
      </dsp:style>
    </dsp:sp>
    <dsp:sp modelId="{95281AE0-8FD3-4E33-97B7-48EBC55CF18F}">
      <dsp:nvSpPr>
        <dsp:cNvPr id="0" name=""/>
        <dsp:cNvSpPr/>
      </dsp:nvSpPr>
      <dsp:spPr>
        <a:xfrm>
          <a:off x="406400" y="1653093"/>
          <a:ext cx="5689600" cy="354240"/>
        </a:xfrm>
        <a:prstGeom prst="roundRect">
          <a:avLst/>
        </a:prstGeom>
        <a:gradFill rotWithShape="0">
          <a:gsLst>
            <a:gs pos="0">
              <a:schemeClr val="accent2">
                <a:hueOff val="-485121"/>
                <a:satOff val="-27976"/>
                <a:lumOff val="2876"/>
                <a:alphaOff val="0"/>
                <a:lumMod val="110000"/>
                <a:satMod val="105000"/>
                <a:tint val="67000"/>
              </a:schemeClr>
            </a:gs>
            <a:gs pos="50000">
              <a:schemeClr val="accent2">
                <a:hueOff val="-485121"/>
                <a:satOff val="-27976"/>
                <a:lumOff val="2876"/>
                <a:alphaOff val="0"/>
                <a:lumMod val="105000"/>
                <a:satMod val="103000"/>
                <a:tint val="73000"/>
              </a:schemeClr>
            </a:gs>
            <a:gs pos="100000">
              <a:schemeClr val="accent2">
                <a:hueOff val="-485121"/>
                <a:satOff val="-27976"/>
                <a:lumOff val="2876"/>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053" tIns="0" rIns="215053" bIns="0" numCol="1" spcCol="1270" anchor="ctr" anchorCtr="0">
          <a:noAutofit/>
        </a:bodyPr>
        <a:lstStyle/>
        <a:p>
          <a:pPr marL="0" lvl="0" indent="0" algn="l" defTabSz="711200">
            <a:lnSpc>
              <a:spcPct val="90000"/>
            </a:lnSpc>
            <a:spcBef>
              <a:spcPct val="0"/>
            </a:spcBef>
            <a:spcAft>
              <a:spcPct val="35000"/>
            </a:spcAft>
            <a:buNone/>
          </a:pPr>
          <a:r>
            <a:rPr lang="ru-RU" altLang="ru-RU" sz="1600" b="1" kern="1200" dirty="0">
              <a:cs typeface="Calibri" panose="020F0502020204030204" pitchFamily="34" charset="0"/>
            </a:rPr>
            <a:t>Допущения и ограничения </a:t>
          </a:r>
        </a:p>
      </dsp:txBody>
      <dsp:txXfrm>
        <a:off x="423693" y="1670386"/>
        <a:ext cx="5655014" cy="319654"/>
      </dsp:txXfrm>
    </dsp:sp>
    <dsp:sp modelId="{E815F9CC-3724-4B17-AFF6-CF3EAE032C33}">
      <dsp:nvSpPr>
        <dsp:cNvPr id="0" name=""/>
        <dsp:cNvSpPr/>
      </dsp:nvSpPr>
      <dsp:spPr>
        <a:xfrm>
          <a:off x="0" y="2374533"/>
          <a:ext cx="8128000" cy="302400"/>
        </a:xfrm>
        <a:prstGeom prst="rect">
          <a:avLst/>
        </a:prstGeom>
        <a:solidFill>
          <a:schemeClr val="lt1">
            <a:alpha val="90000"/>
            <a:hueOff val="0"/>
            <a:satOff val="0"/>
            <a:lumOff val="0"/>
            <a:alphaOff val="0"/>
          </a:schemeClr>
        </a:solidFill>
        <a:ln w="6350" cap="flat" cmpd="sng" algn="ctr">
          <a:solidFill>
            <a:schemeClr val="accent2">
              <a:hueOff val="-646828"/>
              <a:satOff val="-37301"/>
              <a:lumOff val="3835"/>
              <a:alphaOff val="0"/>
            </a:schemeClr>
          </a:solidFill>
          <a:prstDash val="solid"/>
          <a:miter lim="800000"/>
        </a:ln>
        <a:effectLst/>
      </dsp:spPr>
      <dsp:style>
        <a:lnRef idx="1">
          <a:scrgbClr r="0" g="0" b="0"/>
        </a:lnRef>
        <a:fillRef idx="1">
          <a:scrgbClr r="0" g="0" b="0"/>
        </a:fillRef>
        <a:effectRef idx="0">
          <a:scrgbClr r="0" g="0" b="0"/>
        </a:effectRef>
        <a:fontRef idx="minor"/>
      </dsp:style>
    </dsp:sp>
    <dsp:sp modelId="{9B0F7C33-3F31-4EFE-8D48-B41FD3020E4B}">
      <dsp:nvSpPr>
        <dsp:cNvPr id="0" name=""/>
        <dsp:cNvSpPr/>
      </dsp:nvSpPr>
      <dsp:spPr>
        <a:xfrm>
          <a:off x="406400" y="2197413"/>
          <a:ext cx="5689600" cy="354240"/>
        </a:xfrm>
        <a:prstGeom prst="roundRect">
          <a:avLst/>
        </a:prstGeom>
        <a:gradFill rotWithShape="0">
          <a:gsLst>
            <a:gs pos="0">
              <a:schemeClr val="accent2">
                <a:hueOff val="-646828"/>
                <a:satOff val="-37301"/>
                <a:lumOff val="3835"/>
                <a:alphaOff val="0"/>
                <a:lumMod val="110000"/>
                <a:satMod val="105000"/>
                <a:tint val="67000"/>
              </a:schemeClr>
            </a:gs>
            <a:gs pos="50000">
              <a:schemeClr val="accent2">
                <a:hueOff val="-646828"/>
                <a:satOff val="-37301"/>
                <a:lumOff val="3835"/>
                <a:alphaOff val="0"/>
                <a:lumMod val="105000"/>
                <a:satMod val="103000"/>
                <a:tint val="73000"/>
              </a:schemeClr>
            </a:gs>
            <a:gs pos="100000">
              <a:schemeClr val="accent2">
                <a:hueOff val="-646828"/>
                <a:satOff val="-37301"/>
                <a:lumOff val="383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053" tIns="0" rIns="215053" bIns="0" numCol="1" spcCol="1270" anchor="ctr" anchorCtr="0">
          <a:noAutofit/>
        </a:bodyPr>
        <a:lstStyle/>
        <a:p>
          <a:pPr marL="0" lvl="0" indent="0" algn="l" defTabSz="711200">
            <a:lnSpc>
              <a:spcPct val="90000"/>
            </a:lnSpc>
            <a:spcBef>
              <a:spcPct val="0"/>
            </a:spcBef>
            <a:spcAft>
              <a:spcPct val="35000"/>
            </a:spcAft>
            <a:buNone/>
          </a:pPr>
          <a:r>
            <a:rPr lang="ru-RU" altLang="ru-RU" sz="1600" b="1" kern="1200" dirty="0">
              <a:cs typeface="Calibri" panose="020F0502020204030204" pitchFamily="34" charset="0"/>
            </a:rPr>
            <a:t>Ключевые участники и заинтересованные стороны </a:t>
          </a:r>
        </a:p>
      </dsp:txBody>
      <dsp:txXfrm>
        <a:off x="423693" y="2214706"/>
        <a:ext cx="5655014" cy="319654"/>
      </dsp:txXfrm>
    </dsp:sp>
    <dsp:sp modelId="{3BF06494-79AA-4B7B-B0C4-F124F3CDE126}">
      <dsp:nvSpPr>
        <dsp:cNvPr id="0" name=""/>
        <dsp:cNvSpPr/>
      </dsp:nvSpPr>
      <dsp:spPr>
        <a:xfrm>
          <a:off x="0" y="2918853"/>
          <a:ext cx="8128000" cy="302400"/>
        </a:xfrm>
        <a:prstGeom prst="rect">
          <a:avLst/>
        </a:prstGeom>
        <a:solidFill>
          <a:schemeClr val="lt1">
            <a:alpha val="90000"/>
            <a:hueOff val="0"/>
            <a:satOff val="0"/>
            <a:lumOff val="0"/>
            <a:alphaOff val="0"/>
          </a:schemeClr>
        </a:solidFill>
        <a:ln w="6350" cap="flat" cmpd="sng" algn="ctr">
          <a:solidFill>
            <a:schemeClr val="accent2">
              <a:hueOff val="-808535"/>
              <a:satOff val="-46627"/>
              <a:lumOff val="4793"/>
              <a:alphaOff val="0"/>
            </a:schemeClr>
          </a:solidFill>
          <a:prstDash val="solid"/>
          <a:miter lim="800000"/>
        </a:ln>
        <a:effectLst/>
      </dsp:spPr>
      <dsp:style>
        <a:lnRef idx="1">
          <a:scrgbClr r="0" g="0" b="0"/>
        </a:lnRef>
        <a:fillRef idx="1">
          <a:scrgbClr r="0" g="0" b="0"/>
        </a:fillRef>
        <a:effectRef idx="0">
          <a:scrgbClr r="0" g="0" b="0"/>
        </a:effectRef>
        <a:fontRef idx="minor"/>
      </dsp:style>
    </dsp:sp>
    <dsp:sp modelId="{32186261-7E83-4629-99BF-45220DBB3C2C}">
      <dsp:nvSpPr>
        <dsp:cNvPr id="0" name=""/>
        <dsp:cNvSpPr/>
      </dsp:nvSpPr>
      <dsp:spPr>
        <a:xfrm>
          <a:off x="406400" y="2741733"/>
          <a:ext cx="5689600" cy="354240"/>
        </a:xfrm>
        <a:prstGeom prst="roundRect">
          <a:avLst/>
        </a:prstGeom>
        <a:gradFill rotWithShape="0">
          <a:gsLst>
            <a:gs pos="0">
              <a:schemeClr val="accent2">
                <a:hueOff val="-808535"/>
                <a:satOff val="-46627"/>
                <a:lumOff val="4793"/>
                <a:alphaOff val="0"/>
                <a:lumMod val="110000"/>
                <a:satMod val="105000"/>
                <a:tint val="67000"/>
              </a:schemeClr>
            </a:gs>
            <a:gs pos="50000">
              <a:schemeClr val="accent2">
                <a:hueOff val="-808535"/>
                <a:satOff val="-46627"/>
                <a:lumOff val="4793"/>
                <a:alphaOff val="0"/>
                <a:lumMod val="105000"/>
                <a:satMod val="103000"/>
                <a:tint val="73000"/>
              </a:schemeClr>
            </a:gs>
            <a:gs pos="100000">
              <a:schemeClr val="accent2">
                <a:hueOff val="-808535"/>
                <a:satOff val="-46627"/>
                <a:lumOff val="479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053" tIns="0" rIns="215053" bIns="0" numCol="1" spcCol="1270" anchor="ctr" anchorCtr="0">
          <a:noAutofit/>
        </a:bodyPr>
        <a:lstStyle/>
        <a:p>
          <a:pPr marL="0" lvl="0" indent="0" algn="l" defTabSz="711200">
            <a:lnSpc>
              <a:spcPct val="90000"/>
            </a:lnSpc>
            <a:spcBef>
              <a:spcPct val="0"/>
            </a:spcBef>
            <a:spcAft>
              <a:spcPct val="35000"/>
            </a:spcAft>
            <a:buNone/>
          </a:pPr>
          <a:r>
            <a:rPr lang="ru-RU" altLang="ru-RU" sz="1600" b="1" kern="1200" dirty="0">
              <a:cs typeface="Calibri" panose="020F0502020204030204" pitchFamily="34" charset="0"/>
            </a:rPr>
            <a:t>Ресурсы проекта</a:t>
          </a:r>
        </a:p>
      </dsp:txBody>
      <dsp:txXfrm>
        <a:off x="423693" y="2759026"/>
        <a:ext cx="5655014" cy="319654"/>
      </dsp:txXfrm>
    </dsp:sp>
    <dsp:sp modelId="{AC400C50-563F-48C2-9284-1F75FDF3B4F9}">
      <dsp:nvSpPr>
        <dsp:cNvPr id="0" name=""/>
        <dsp:cNvSpPr/>
      </dsp:nvSpPr>
      <dsp:spPr>
        <a:xfrm>
          <a:off x="0" y="3463173"/>
          <a:ext cx="8128000" cy="302400"/>
        </a:xfrm>
        <a:prstGeom prst="rect">
          <a:avLst/>
        </a:prstGeom>
        <a:solidFill>
          <a:schemeClr val="lt1">
            <a:alpha val="90000"/>
            <a:hueOff val="0"/>
            <a:satOff val="0"/>
            <a:lumOff val="0"/>
            <a:alphaOff val="0"/>
          </a:schemeClr>
        </a:solidFill>
        <a:ln w="6350" cap="flat" cmpd="sng" algn="ctr">
          <a:solidFill>
            <a:schemeClr val="accent2">
              <a:hueOff val="-970242"/>
              <a:satOff val="-55952"/>
              <a:lumOff val="5752"/>
              <a:alphaOff val="0"/>
            </a:schemeClr>
          </a:solidFill>
          <a:prstDash val="solid"/>
          <a:miter lim="800000"/>
        </a:ln>
        <a:effectLst/>
      </dsp:spPr>
      <dsp:style>
        <a:lnRef idx="1">
          <a:scrgbClr r="0" g="0" b="0"/>
        </a:lnRef>
        <a:fillRef idx="1">
          <a:scrgbClr r="0" g="0" b="0"/>
        </a:fillRef>
        <a:effectRef idx="0">
          <a:scrgbClr r="0" g="0" b="0"/>
        </a:effectRef>
        <a:fontRef idx="minor"/>
      </dsp:style>
    </dsp:sp>
    <dsp:sp modelId="{1F8498AE-01EB-4A94-8A7A-5DAF614E8E38}">
      <dsp:nvSpPr>
        <dsp:cNvPr id="0" name=""/>
        <dsp:cNvSpPr/>
      </dsp:nvSpPr>
      <dsp:spPr>
        <a:xfrm>
          <a:off x="406400" y="3286053"/>
          <a:ext cx="5689600" cy="354240"/>
        </a:xfrm>
        <a:prstGeom prst="roundRect">
          <a:avLst/>
        </a:prstGeom>
        <a:gradFill rotWithShape="0">
          <a:gsLst>
            <a:gs pos="0">
              <a:schemeClr val="accent2">
                <a:hueOff val="-970242"/>
                <a:satOff val="-55952"/>
                <a:lumOff val="5752"/>
                <a:alphaOff val="0"/>
                <a:lumMod val="110000"/>
                <a:satMod val="105000"/>
                <a:tint val="67000"/>
              </a:schemeClr>
            </a:gs>
            <a:gs pos="50000">
              <a:schemeClr val="accent2">
                <a:hueOff val="-970242"/>
                <a:satOff val="-55952"/>
                <a:lumOff val="5752"/>
                <a:alphaOff val="0"/>
                <a:lumMod val="105000"/>
                <a:satMod val="103000"/>
                <a:tint val="73000"/>
              </a:schemeClr>
            </a:gs>
            <a:gs pos="100000">
              <a:schemeClr val="accent2">
                <a:hueOff val="-970242"/>
                <a:satOff val="-55952"/>
                <a:lumOff val="5752"/>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053" tIns="0" rIns="215053" bIns="0"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ru-RU" altLang="ru-RU" sz="1600" b="1" kern="1200" dirty="0">
              <a:latin typeface="Calibri" panose="020F0502020204030204" pitchFamily="34" charset="0"/>
              <a:cs typeface="Calibri" panose="020F0502020204030204" pitchFamily="34" charset="0"/>
            </a:rPr>
            <a:t>Сроки </a:t>
          </a:r>
          <a:endParaRPr lang="ru-BY" sz="1600" b="1" kern="1200" dirty="0"/>
        </a:p>
      </dsp:txBody>
      <dsp:txXfrm>
        <a:off x="423693" y="3303346"/>
        <a:ext cx="5655014" cy="319654"/>
      </dsp:txXfrm>
    </dsp:sp>
    <dsp:sp modelId="{1BFAB323-E225-43F1-A924-6AC936C6EA29}">
      <dsp:nvSpPr>
        <dsp:cNvPr id="0" name=""/>
        <dsp:cNvSpPr/>
      </dsp:nvSpPr>
      <dsp:spPr>
        <a:xfrm>
          <a:off x="0" y="4007493"/>
          <a:ext cx="8128000" cy="302400"/>
        </a:xfrm>
        <a:prstGeom prst="rect">
          <a:avLst/>
        </a:prstGeom>
        <a:solidFill>
          <a:schemeClr val="lt1">
            <a:alpha val="90000"/>
            <a:hueOff val="0"/>
            <a:satOff val="0"/>
            <a:lumOff val="0"/>
            <a:alphaOff val="0"/>
          </a:schemeClr>
        </a:solidFill>
        <a:ln w="6350" cap="flat" cmpd="sng" algn="ctr">
          <a:solidFill>
            <a:schemeClr val="accent2">
              <a:hueOff val="-1131949"/>
              <a:satOff val="-65277"/>
              <a:lumOff val="6711"/>
              <a:alphaOff val="0"/>
            </a:schemeClr>
          </a:solidFill>
          <a:prstDash val="solid"/>
          <a:miter lim="800000"/>
        </a:ln>
        <a:effectLst/>
      </dsp:spPr>
      <dsp:style>
        <a:lnRef idx="1">
          <a:scrgbClr r="0" g="0" b="0"/>
        </a:lnRef>
        <a:fillRef idx="1">
          <a:scrgbClr r="0" g="0" b="0"/>
        </a:fillRef>
        <a:effectRef idx="0">
          <a:scrgbClr r="0" g="0" b="0"/>
        </a:effectRef>
        <a:fontRef idx="minor"/>
      </dsp:style>
    </dsp:sp>
    <dsp:sp modelId="{589847FF-D7EB-4363-96F2-56C21A12B4B0}">
      <dsp:nvSpPr>
        <dsp:cNvPr id="0" name=""/>
        <dsp:cNvSpPr/>
      </dsp:nvSpPr>
      <dsp:spPr>
        <a:xfrm>
          <a:off x="406400" y="3830373"/>
          <a:ext cx="5689600" cy="354240"/>
        </a:xfrm>
        <a:prstGeom prst="roundRect">
          <a:avLst/>
        </a:prstGeom>
        <a:gradFill rotWithShape="0">
          <a:gsLst>
            <a:gs pos="0">
              <a:schemeClr val="accent2">
                <a:hueOff val="-1131949"/>
                <a:satOff val="-65277"/>
                <a:lumOff val="6711"/>
                <a:alphaOff val="0"/>
                <a:lumMod val="110000"/>
                <a:satMod val="105000"/>
                <a:tint val="67000"/>
              </a:schemeClr>
            </a:gs>
            <a:gs pos="50000">
              <a:schemeClr val="accent2">
                <a:hueOff val="-1131949"/>
                <a:satOff val="-65277"/>
                <a:lumOff val="6711"/>
                <a:alphaOff val="0"/>
                <a:lumMod val="105000"/>
                <a:satMod val="103000"/>
                <a:tint val="73000"/>
              </a:schemeClr>
            </a:gs>
            <a:gs pos="100000">
              <a:schemeClr val="accent2">
                <a:hueOff val="-1131949"/>
                <a:satOff val="-65277"/>
                <a:lumOff val="6711"/>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053" tIns="0" rIns="215053" bIns="0" numCol="1" spcCol="1270" anchor="ctr" anchorCtr="0">
          <a:noAutofit/>
        </a:bodyPr>
        <a:lstStyle/>
        <a:p>
          <a:pPr marL="0" lvl="0" indent="0" algn="l" defTabSz="711200">
            <a:lnSpc>
              <a:spcPct val="90000"/>
            </a:lnSpc>
            <a:spcBef>
              <a:spcPct val="0"/>
            </a:spcBef>
            <a:spcAft>
              <a:spcPct val="35000"/>
            </a:spcAft>
            <a:buNone/>
          </a:pPr>
          <a:r>
            <a:rPr lang="ru-RU" altLang="ru-RU" sz="1600" b="1" kern="1200" dirty="0">
              <a:latin typeface="Calibri" panose="020F0502020204030204" pitchFamily="34" charset="0"/>
              <a:cs typeface="Calibri" panose="020F0502020204030204" pitchFamily="34" charset="0"/>
            </a:rPr>
            <a:t>Риски </a:t>
          </a:r>
        </a:p>
      </dsp:txBody>
      <dsp:txXfrm>
        <a:off x="423693" y="3847666"/>
        <a:ext cx="5655014" cy="319654"/>
      </dsp:txXfrm>
    </dsp:sp>
    <dsp:sp modelId="{CB1186A3-11F7-4783-8897-63B14D539248}">
      <dsp:nvSpPr>
        <dsp:cNvPr id="0" name=""/>
        <dsp:cNvSpPr/>
      </dsp:nvSpPr>
      <dsp:spPr>
        <a:xfrm>
          <a:off x="0" y="4551813"/>
          <a:ext cx="8128000" cy="302400"/>
        </a:xfrm>
        <a:prstGeom prst="rect">
          <a:avLst/>
        </a:prstGeom>
        <a:solidFill>
          <a:schemeClr val="lt1">
            <a:alpha val="90000"/>
            <a:hueOff val="0"/>
            <a:satOff val="0"/>
            <a:lumOff val="0"/>
            <a:alphaOff val="0"/>
          </a:schemeClr>
        </a:solidFill>
        <a:ln w="6350" cap="flat" cmpd="sng" algn="ctr">
          <a:solidFill>
            <a:schemeClr val="accent2">
              <a:hueOff val="-1293656"/>
              <a:satOff val="-74603"/>
              <a:lumOff val="7669"/>
              <a:alphaOff val="0"/>
            </a:schemeClr>
          </a:solidFill>
          <a:prstDash val="solid"/>
          <a:miter lim="800000"/>
        </a:ln>
        <a:effectLst/>
      </dsp:spPr>
      <dsp:style>
        <a:lnRef idx="1">
          <a:scrgbClr r="0" g="0" b="0"/>
        </a:lnRef>
        <a:fillRef idx="1">
          <a:scrgbClr r="0" g="0" b="0"/>
        </a:fillRef>
        <a:effectRef idx="0">
          <a:scrgbClr r="0" g="0" b="0"/>
        </a:effectRef>
        <a:fontRef idx="minor"/>
      </dsp:style>
    </dsp:sp>
    <dsp:sp modelId="{E84B636D-0553-4A58-A032-6066E0147D33}">
      <dsp:nvSpPr>
        <dsp:cNvPr id="0" name=""/>
        <dsp:cNvSpPr/>
      </dsp:nvSpPr>
      <dsp:spPr>
        <a:xfrm>
          <a:off x="406400" y="4374693"/>
          <a:ext cx="5689600" cy="354240"/>
        </a:xfrm>
        <a:prstGeom prst="roundRect">
          <a:avLst/>
        </a:prstGeom>
        <a:gradFill rotWithShape="0">
          <a:gsLst>
            <a:gs pos="0">
              <a:schemeClr val="accent2">
                <a:hueOff val="-1293656"/>
                <a:satOff val="-74603"/>
                <a:lumOff val="7669"/>
                <a:alphaOff val="0"/>
                <a:lumMod val="110000"/>
                <a:satMod val="105000"/>
                <a:tint val="67000"/>
              </a:schemeClr>
            </a:gs>
            <a:gs pos="50000">
              <a:schemeClr val="accent2">
                <a:hueOff val="-1293656"/>
                <a:satOff val="-74603"/>
                <a:lumOff val="7669"/>
                <a:alphaOff val="0"/>
                <a:lumMod val="105000"/>
                <a:satMod val="103000"/>
                <a:tint val="73000"/>
              </a:schemeClr>
            </a:gs>
            <a:gs pos="100000">
              <a:schemeClr val="accent2">
                <a:hueOff val="-1293656"/>
                <a:satOff val="-74603"/>
                <a:lumOff val="7669"/>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053" tIns="0" rIns="215053" bIns="0" numCol="1" spcCol="1270" anchor="ctr" anchorCtr="0">
          <a:noAutofit/>
        </a:bodyPr>
        <a:lstStyle/>
        <a:p>
          <a:pPr marL="0" lvl="0" indent="0" algn="l" defTabSz="711200">
            <a:lnSpc>
              <a:spcPct val="90000"/>
            </a:lnSpc>
            <a:spcBef>
              <a:spcPct val="0"/>
            </a:spcBef>
            <a:spcAft>
              <a:spcPct val="35000"/>
            </a:spcAft>
            <a:buNone/>
          </a:pPr>
          <a:r>
            <a:rPr lang="ru-RU" altLang="ru-RU" sz="1600" b="1" kern="1200" dirty="0">
              <a:latin typeface="Calibri" panose="020F0502020204030204" pitchFamily="34" charset="0"/>
              <a:cs typeface="Calibri" panose="020F0502020204030204" pitchFamily="34" charset="0"/>
            </a:rPr>
            <a:t>Критерии приемки </a:t>
          </a:r>
        </a:p>
      </dsp:txBody>
      <dsp:txXfrm>
        <a:off x="423693" y="4391986"/>
        <a:ext cx="5655014" cy="319654"/>
      </dsp:txXfrm>
    </dsp:sp>
    <dsp:sp modelId="{844900C0-0251-4983-BC52-8AA99B8A5643}">
      <dsp:nvSpPr>
        <dsp:cNvPr id="0" name=""/>
        <dsp:cNvSpPr/>
      </dsp:nvSpPr>
      <dsp:spPr>
        <a:xfrm>
          <a:off x="0" y="5096133"/>
          <a:ext cx="8128000" cy="302400"/>
        </a:xfrm>
        <a:prstGeom prst="rect">
          <a:avLst/>
        </a:prstGeom>
        <a:solidFill>
          <a:schemeClr val="lt1">
            <a:alpha val="90000"/>
            <a:hueOff val="0"/>
            <a:satOff val="0"/>
            <a:lumOff val="0"/>
            <a:alphaOff val="0"/>
          </a:schemeClr>
        </a:solidFill>
        <a:ln w="6350" cap="flat" cmpd="sng" algn="ctr">
          <a:solidFill>
            <a:schemeClr val="accent2">
              <a:hueOff val="-1455363"/>
              <a:satOff val="-83928"/>
              <a:lumOff val="8628"/>
              <a:alphaOff val="0"/>
            </a:schemeClr>
          </a:solidFill>
          <a:prstDash val="solid"/>
          <a:miter lim="800000"/>
        </a:ln>
        <a:effectLst/>
      </dsp:spPr>
      <dsp:style>
        <a:lnRef idx="1">
          <a:scrgbClr r="0" g="0" b="0"/>
        </a:lnRef>
        <a:fillRef idx="1">
          <a:scrgbClr r="0" g="0" b="0"/>
        </a:fillRef>
        <a:effectRef idx="0">
          <a:scrgbClr r="0" g="0" b="0"/>
        </a:effectRef>
        <a:fontRef idx="minor"/>
      </dsp:style>
    </dsp:sp>
    <dsp:sp modelId="{8F34531D-ECAA-4495-9FF4-A4C0D9446FD0}">
      <dsp:nvSpPr>
        <dsp:cNvPr id="0" name=""/>
        <dsp:cNvSpPr/>
      </dsp:nvSpPr>
      <dsp:spPr>
        <a:xfrm>
          <a:off x="406400" y="4919013"/>
          <a:ext cx="5689600" cy="354240"/>
        </a:xfrm>
        <a:prstGeom prst="roundRect">
          <a:avLst/>
        </a:prstGeom>
        <a:gradFill rotWithShape="0">
          <a:gsLst>
            <a:gs pos="0">
              <a:schemeClr val="accent2">
                <a:hueOff val="-1455363"/>
                <a:satOff val="-83928"/>
                <a:lumOff val="8628"/>
                <a:alphaOff val="0"/>
                <a:lumMod val="110000"/>
                <a:satMod val="105000"/>
                <a:tint val="67000"/>
              </a:schemeClr>
            </a:gs>
            <a:gs pos="50000">
              <a:schemeClr val="accent2">
                <a:hueOff val="-1455363"/>
                <a:satOff val="-83928"/>
                <a:lumOff val="8628"/>
                <a:alphaOff val="0"/>
                <a:lumMod val="105000"/>
                <a:satMod val="103000"/>
                <a:tint val="73000"/>
              </a:schemeClr>
            </a:gs>
            <a:gs pos="100000">
              <a:schemeClr val="accent2">
                <a:hueOff val="-1455363"/>
                <a:satOff val="-83928"/>
                <a:lumOff val="862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053" tIns="0" rIns="215053" bIns="0" numCol="1" spcCol="1270" anchor="ctr" anchorCtr="0">
          <a:noAutofit/>
        </a:bodyPr>
        <a:lstStyle/>
        <a:p>
          <a:pPr marL="0" lvl="0" indent="0" algn="l" defTabSz="711200">
            <a:lnSpc>
              <a:spcPct val="90000"/>
            </a:lnSpc>
            <a:spcBef>
              <a:spcPct val="0"/>
            </a:spcBef>
            <a:spcAft>
              <a:spcPct val="35000"/>
            </a:spcAft>
            <a:buNone/>
          </a:pPr>
          <a:r>
            <a:rPr lang="ru-RU" altLang="ru-RU" sz="1600" b="1" kern="1200" dirty="0">
              <a:latin typeface="Calibri" panose="020F0502020204030204" pitchFamily="34" charset="0"/>
              <a:cs typeface="Calibri" panose="020F0502020204030204" pitchFamily="34" charset="0"/>
            </a:rPr>
            <a:t>Обоснование полезности проекта </a:t>
          </a:r>
        </a:p>
      </dsp:txBody>
      <dsp:txXfrm>
        <a:off x="423693" y="4936306"/>
        <a:ext cx="5655014" cy="31965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857D4F-37DB-40DF-B536-2071357B3088}">
      <dsp:nvSpPr>
        <dsp:cNvPr id="0" name=""/>
        <dsp:cNvSpPr/>
      </dsp:nvSpPr>
      <dsp:spPr>
        <a:xfrm>
          <a:off x="0" y="348611"/>
          <a:ext cx="8352928" cy="3780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51E50DF-FCD9-4194-8576-77DAEC598ED8}">
      <dsp:nvSpPr>
        <dsp:cNvPr id="0" name=""/>
        <dsp:cNvSpPr/>
      </dsp:nvSpPr>
      <dsp:spPr>
        <a:xfrm>
          <a:off x="417646" y="127211"/>
          <a:ext cx="5847049" cy="44280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21005" tIns="0" rIns="221005" bIns="0" numCol="1" spcCol="1270" anchor="ctr" anchorCtr="0">
          <a:noAutofit/>
        </a:bodyPr>
        <a:lstStyle/>
        <a:p>
          <a:pPr marL="0" lvl="0" indent="0" algn="l" defTabSz="711200">
            <a:lnSpc>
              <a:spcPct val="90000"/>
            </a:lnSpc>
            <a:spcBef>
              <a:spcPct val="0"/>
            </a:spcBef>
            <a:spcAft>
              <a:spcPct val="35000"/>
            </a:spcAft>
            <a:buNone/>
          </a:pPr>
          <a:r>
            <a:rPr lang="ru-RU" sz="1600" b="1" kern="1200" dirty="0"/>
            <a:t>Разработка устава проекта</a:t>
          </a:r>
          <a:endParaRPr lang="ru-BY" sz="1600" b="1" kern="1200" dirty="0"/>
        </a:p>
      </dsp:txBody>
      <dsp:txXfrm>
        <a:off x="439262" y="148827"/>
        <a:ext cx="5803817" cy="399568"/>
      </dsp:txXfrm>
    </dsp:sp>
    <dsp:sp modelId="{E2401004-3D9A-421E-9045-CFCB0E030540}">
      <dsp:nvSpPr>
        <dsp:cNvPr id="0" name=""/>
        <dsp:cNvSpPr/>
      </dsp:nvSpPr>
      <dsp:spPr>
        <a:xfrm>
          <a:off x="0" y="1029012"/>
          <a:ext cx="8352928" cy="378000"/>
        </a:xfrm>
        <a:prstGeom prst="rect">
          <a:avLst/>
        </a:prstGeom>
        <a:solidFill>
          <a:schemeClr val="lt1">
            <a:alpha val="90000"/>
            <a:hueOff val="0"/>
            <a:satOff val="0"/>
            <a:lumOff val="0"/>
            <a:alphaOff val="0"/>
          </a:schemeClr>
        </a:solidFill>
        <a:ln w="12700" cap="flat" cmpd="sng" algn="ctr">
          <a:solidFill>
            <a:schemeClr val="accent3">
              <a:hueOff val="387228"/>
              <a:satOff val="14286"/>
              <a:lumOff val="-2101"/>
              <a:alphaOff val="0"/>
            </a:schemeClr>
          </a:solidFill>
          <a:prstDash val="solid"/>
          <a:miter lim="800000"/>
        </a:ln>
        <a:effectLst/>
      </dsp:spPr>
      <dsp:style>
        <a:lnRef idx="2">
          <a:scrgbClr r="0" g="0" b="0"/>
        </a:lnRef>
        <a:fillRef idx="1">
          <a:scrgbClr r="0" g="0" b="0"/>
        </a:fillRef>
        <a:effectRef idx="0">
          <a:scrgbClr r="0" g="0" b="0"/>
        </a:effectRef>
        <a:fontRef idx="minor"/>
      </dsp:style>
    </dsp:sp>
    <dsp:sp modelId="{512D6F7A-C7ED-490D-937C-0C10FEA4577E}">
      <dsp:nvSpPr>
        <dsp:cNvPr id="0" name=""/>
        <dsp:cNvSpPr/>
      </dsp:nvSpPr>
      <dsp:spPr>
        <a:xfrm>
          <a:off x="417646" y="807611"/>
          <a:ext cx="5847049" cy="442800"/>
        </a:xfrm>
        <a:prstGeom prst="roundRect">
          <a:avLst/>
        </a:prstGeom>
        <a:solidFill>
          <a:schemeClr val="accent3">
            <a:hueOff val="387228"/>
            <a:satOff val="14286"/>
            <a:lumOff val="-2101"/>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21005" tIns="0" rIns="221005" bIns="0" numCol="1" spcCol="1270" anchor="ctr" anchorCtr="0">
          <a:noAutofit/>
        </a:bodyPr>
        <a:lstStyle/>
        <a:p>
          <a:pPr marL="0" lvl="0" indent="0" algn="l" defTabSz="711200">
            <a:lnSpc>
              <a:spcPct val="90000"/>
            </a:lnSpc>
            <a:spcBef>
              <a:spcPct val="0"/>
            </a:spcBef>
            <a:spcAft>
              <a:spcPct val="35000"/>
            </a:spcAft>
            <a:buNone/>
          </a:pPr>
          <a:r>
            <a:rPr lang="ru-RU" sz="1600" b="1" kern="1200" dirty="0"/>
            <a:t>Разработка плана управления проектом</a:t>
          </a:r>
          <a:endParaRPr lang="ru-BY" sz="1600" b="1" kern="1200" dirty="0"/>
        </a:p>
      </dsp:txBody>
      <dsp:txXfrm>
        <a:off x="439262" y="829227"/>
        <a:ext cx="5803817" cy="399568"/>
      </dsp:txXfrm>
    </dsp:sp>
    <dsp:sp modelId="{BD042C99-8F0A-4772-80C5-A653B84C2F52}">
      <dsp:nvSpPr>
        <dsp:cNvPr id="0" name=""/>
        <dsp:cNvSpPr/>
      </dsp:nvSpPr>
      <dsp:spPr>
        <a:xfrm>
          <a:off x="0" y="1709412"/>
          <a:ext cx="8352928" cy="378000"/>
        </a:xfrm>
        <a:prstGeom prst="rect">
          <a:avLst/>
        </a:prstGeom>
        <a:solidFill>
          <a:schemeClr val="lt1">
            <a:alpha val="90000"/>
            <a:hueOff val="0"/>
            <a:satOff val="0"/>
            <a:lumOff val="0"/>
            <a:alphaOff val="0"/>
          </a:schemeClr>
        </a:solidFill>
        <a:ln w="12700" cap="flat" cmpd="sng" algn="ctr">
          <a:solidFill>
            <a:schemeClr val="accent3">
              <a:hueOff val="774457"/>
              <a:satOff val="28571"/>
              <a:lumOff val="-4202"/>
              <a:alphaOff val="0"/>
            </a:schemeClr>
          </a:solidFill>
          <a:prstDash val="solid"/>
          <a:miter lim="800000"/>
        </a:ln>
        <a:effectLst/>
      </dsp:spPr>
      <dsp:style>
        <a:lnRef idx="2">
          <a:scrgbClr r="0" g="0" b="0"/>
        </a:lnRef>
        <a:fillRef idx="1">
          <a:scrgbClr r="0" g="0" b="0"/>
        </a:fillRef>
        <a:effectRef idx="0">
          <a:scrgbClr r="0" g="0" b="0"/>
        </a:effectRef>
        <a:fontRef idx="minor"/>
      </dsp:style>
    </dsp:sp>
    <dsp:sp modelId="{86EA883B-37FD-427C-8C0A-C7BDAD35A2AF}">
      <dsp:nvSpPr>
        <dsp:cNvPr id="0" name=""/>
        <dsp:cNvSpPr/>
      </dsp:nvSpPr>
      <dsp:spPr>
        <a:xfrm>
          <a:off x="417646" y="1488012"/>
          <a:ext cx="5847049" cy="442800"/>
        </a:xfrm>
        <a:prstGeom prst="roundRect">
          <a:avLst/>
        </a:prstGeom>
        <a:solidFill>
          <a:schemeClr val="accent3">
            <a:hueOff val="774457"/>
            <a:satOff val="28571"/>
            <a:lumOff val="-4202"/>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21005" tIns="0" rIns="221005" bIns="0" numCol="1" spcCol="1270" anchor="ctr" anchorCtr="0">
          <a:noAutofit/>
        </a:bodyPr>
        <a:lstStyle/>
        <a:p>
          <a:pPr marL="0" lvl="0" indent="0" algn="l" defTabSz="711200">
            <a:lnSpc>
              <a:spcPct val="90000"/>
            </a:lnSpc>
            <a:spcBef>
              <a:spcPct val="0"/>
            </a:spcBef>
            <a:spcAft>
              <a:spcPct val="35000"/>
            </a:spcAft>
            <a:buNone/>
          </a:pPr>
          <a:r>
            <a:rPr lang="ru-RU" sz="1600" b="1" kern="1200" dirty="0"/>
            <a:t>Составление рабочей структуры проекта (WBS)</a:t>
          </a:r>
          <a:endParaRPr lang="ru-BY" sz="1600" b="1" kern="1200" dirty="0"/>
        </a:p>
      </dsp:txBody>
      <dsp:txXfrm>
        <a:off x="439262" y="1509628"/>
        <a:ext cx="5803817" cy="399568"/>
      </dsp:txXfrm>
    </dsp:sp>
    <dsp:sp modelId="{7DCAD062-7DD4-4C47-922D-FD5AF705C824}">
      <dsp:nvSpPr>
        <dsp:cNvPr id="0" name=""/>
        <dsp:cNvSpPr/>
      </dsp:nvSpPr>
      <dsp:spPr>
        <a:xfrm>
          <a:off x="0" y="2389812"/>
          <a:ext cx="8352928" cy="378000"/>
        </a:xfrm>
        <a:prstGeom prst="rect">
          <a:avLst/>
        </a:prstGeom>
        <a:solidFill>
          <a:schemeClr val="lt1">
            <a:alpha val="90000"/>
            <a:hueOff val="0"/>
            <a:satOff val="0"/>
            <a:lumOff val="0"/>
            <a:alphaOff val="0"/>
          </a:schemeClr>
        </a:solidFill>
        <a:ln w="12700" cap="flat" cmpd="sng" algn="ctr">
          <a:solidFill>
            <a:schemeClr val="accent3">
              <a:hueOff val="1161685"/>
              <a:satOff val="42857"/>
              <a:lumOff val="-6303"/>
              <a:alphaOff val="0"/>
            </a:schemeClr>
          </a:solidFill>
          <a:prstDash val="solid"/>
          <a:miter lim="800000"/>
        </a:ln>
        <a:effectLst/>
      </dsp:spPr>
      <dsp:style>
        <a:lnRef idx="2">
          <a:scrgbClr r="0" g="0" b="0"/>
        </a:lnRef>
        <a:fillRef idx="1">
          <a:scrgbClr r="0" g="0" b="0"/>
        </a:fillRef>
        <a:effectRef idx="0">
          <a:scrgbClr r="0" g="0" b="0"/>
        </a:effectRef>
        <a:fontRef idx="minor"/>
      </dsp:style>
    </dsp:sp>
    <dsp:sp modelId="{5A809D20-B843-4191-A77B-CD68772FDEB6}">
      <dsp:nvSpPr>
        <dsp:cNvPr id="0" name=""/>
        <dsp:cNvSpPr/>
      </dsp:nvSpPr>
      <dsp:spPr>
        <a:xfrm>
          <a:off x="417646" y="2168412"/>
          <a:ext cx="5847049" cy="442800"/>
        </a:xfrm>
        <a:prstGeom prst="roundRect">
          <a:avLst/>
        </a:prstGeom>
        <a:solidFill>
          <a:schemeClr val="accent3">
            <a:hueOff val="1161685"/>
            <a:satOff val="42857"/>
            <a:lumOff val="-6303"/>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21005" tIns="0" rIns="221005" bIns="0" numCol="1" spcCol="1270" anchor="ctr" anchorCtr="0">
          <a:noAutofit/>
        </a:bodyPr>
        <a:lstStyle/>
        <a:p>
          <a:pPr marL="0" lvl="0" indent="0" algn="l" defTabSz="711200">
            <a:lnSpc>
              <a:spcPct val="90000"/>
            </a:lnSpc>
            <a:spcBef>
              <a:spcPct val="0"/>
            </a:spcBef>
            <a:spcAft>
              <a:spcPct val="35000"/>
            </a:spcAft>
            <a:buNone/>
          </a:pPr>
          <a:r>
            <a:rPr lang="ru-RU" sz="1600" b="1" kern="1200" dirty="0"/>
            <a:t>Разработка расписания проекта </a:t>
          </a:r>
          <a:endParaRPr lang="ru-BY" sz="1600" b="1" kern="1200" dirty="0"/>
        </a:p>
      </dsp:txBody>
      <dsp:txXfrm>
        <a:off x="439262" y="2190028"/>
        <a:ext cx="5803817" cy="399568"/>
      </dsp:txXfrm>
    </dsp:sp>
    <dsp:sp modelId="{679E9741-F394-4403-B449-07DD9B38B0F5}">
      <dsp:nvSpPr>
        <dsp:cNvPr id="0" name=""/>
        <dsp:cNvSpPr/>
      </dsp:nvSpPr>
      <dsp:spPr>
        <a:xfrm>
          <a:off x="0" y="3070212"/>
          <a:ext cx="8352928" cy="378000"/>
        </a:xfrm>
        <a:prstGeom prst="rect">
          <a:avLst/>
        </a:prstGeom>
        <a:solidFill>
          <a:schemeClr val="lt1">
            <a:alpha val="90000"/>
            <a:hueOff val="0"/>
            <a:satOff val="0"/>
            <a:lumOff val="0"/>
            <a:alphaOff val="0"/>
          </a:schemeClr>
        </a:solidFill>
        <a:ln w="12700" cap="flat" cmpd="sng" algn="ctr">
          <a:solidFill>
            <a:schemeClr val="accent3">
              <a:hueOff val="1548914"/>
              <a:satOff val="57143"/>
              <a:lumOff val="-8403"/>
              <a:alphaOff val="0"/>
            </a:schemeClr>
          </a:solidFill>
          <a:prstDash val="solid"/>
          <a:miter lim="800000"/>
        </a:ln>
        <a:effectLst/>
      </dsp:spPr>
      <dsp:style>
        <a:lnRef idx="2">
          <a:scrgbClr r="0" g="0" b="0"/>
        </a:lnRef>
        <a:fillRef idx="1">
          <a:scrgbClr r="0" g="0" b="0"/>
        </a:fillRef>
        <a:effectRef idx="0">
          <a:scrgbClr r="0" g="0" b="0"/>
        </a:effectRef>
        <a:fontRef idx="minor"/>
      </dsp:style>
    </dsp:sp>
    <dsp:sp modelId="{41E2D821-58C1-4CC9-A81B-E06F316838FF}">
      <dsp:nvSpPr>
        <dsp:cNvPr id="0" name=""/>
        <dsp:cNvSpPr/>
      </dsp:nvSpPr>
      <dsp:spPr>
        <a:xfrm>
          <a:off x="417646" y="2848812"/>
          <a:ext cx="5847049" cy="442800"/>
        </a:xfrm>
        <a:prstGeom prst="roundRect">
          <a:avLst/>
        </a:prstGeom>
        <a:solidFill>
          <a:schemeClr val="accent3">
            <a:hueOff val="1548914"/>
            <a:satOff val="57143"/>
            <a:lumOff val="-8403"/>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21005" tIns="0" rIns="221005" bIns="0" numCol="1" spcCol="1270" anchor="ctr" anchorCtr="0">
          <a:noAutofit/>
        </a:bodyPr>
        <a:lstStyle/>
        <a:p>
          <a:pPr marL="0" lvl="0" indent="0" algn="l" defTabSz="711200">
            <a:lnSpc>
              <a:spcPct val="90000"/>
            </a:lnSpc>
            <a:spcBef>
              <a:spcPct val="0"/>
            </a:spcBef>
            <a:spcAft>
              <a:spcPct val="35000"/>
            </a:spcAft>
            <a:buNone/>
          </a:pPr>
          <a:r>
            <a:rPr lang="ru-RU" sz="1600" b="1" kern="1200" dirty="0"/>
            <a:t>Разработка бюджета проекта</a:t>
          </a:r>
          <a:endParaRPr lang="ru-BY" sz="1600" b="1" kern="1200" dirty="0"/>
        </a:p>
      </dsp:txBody>
      <dsp:txXfrm>
        <a:off x="439262" y="2870428"/>
        <a:ext cx="5803817" cy="399568"/>
      </dsp:txXfrm>
    </dsp:sp>
    <dsp:sp modelId="{FB740964-640C-4EB3-86E8-C232DF7B8078}">
      <dsp:nvSpPr>
        <dsp:cNvPr id="0" name=""/>
        <dsp:cNvSpPr/>
      </dsp:nvSpPr>
      <dsp:spPr>
        <a:xfrm>
          <a:off x="0" y="3750612"/>
          <a:ext cx="8352928" cy="378000"/>
        </a:xfrm>
        <a:prstGeom prst="rect">
          <a:avLst/>
        </a:prstGeom>
        <a:solidFill>
          <a:schemeClr val="lt1">
            <a:alpha val="90000"/>
            <a:hueOff val="0"/>
            <a:satOff val="0"/>
            <a:lumOff val="0"/>
            <a:alphaOff val="0"/>
          </a:schemeClr>
        </a:solidFill>
        <a:ln w="12700" cap="flat" cmpd="sng" algn="ctr">
          <a:solidFill>
            <a:schemeClr val="accent3">
              <a:hueOff val="1936142"/>
              <a:satOff val="71429"/>
              <a:lumOff val="-10504"/>
              <a:alphaOff val="0"/>
            </a:schemeClr>
          </a:solidFill>
          <a:prstDash val="solid"/>
          <a:miter lim="800000"/>
        </a:ln>
        <a:effectLst/>
      </dsp:spPr>
      <dsp:style>
        <a:lnRef idx="2">
          <a:scrgbClr r="0" g="0" b="0"/>
        </a:lnRef>
        <a:fillRef idx="1">
          <a:scrgbClr r="0" g="0" b="0"/>
        </a:fillRef>
        <a:effectRef idx="0">
          <a:scrgbClr r="0" g="0" b="0"/>
        </a:effectRef>
        <a:fontRef idx="minor"/>
      </dsp:style>
    </dsp:sp>
    <dsp:sp modelId="{80785C47-BE9B-49E0-ADF2-6A85F1E92752}">
      <dsp:nvSpPr>
        <dsp:cNvPr id="0" name=""/>
        <dsp:cNvSpPr/>
      </dsp:nvSpPr>
      <dsp:spPr>
        <a:xfrm>
          <a:off x="417646" y="3529212"/>
          <a:ext cx="5847049" cy="442800"/>
        </a:xfrm>
        <a:prstGeom prst="roundRect">
          <a:avLst/>
        </a:prstGeom>
        <a:solidFill>
          <a:schemeClr val="accent3">
            <a:hueOff val="1936142"/>
            <a:satOff val="71429"/>
            <a:lumOff val="-10504"/>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21005" tIns="0" rIns="221005" bIns="0" numCol="1" spcCol="1270" anchor="ctr" anchorCtr="0">
          <a:noAutofit/>
        </a:bodyPr>
        <a:lstStyle/>
        <a:p>
          <a:pPr marL="0" lvl="0" indent="0" algn="l" defTabSz="711200">
            <a:lnSpc>
              <a:spcPct val="90000"/>
            </a:lnSpc>
            <a:spcBef>
              <a:spcPct val="0"/>
            </a:spcBef>
            <a:spcAft>
              <a:spcPct val="35000"/>
            </a:spcAft>
            <a:buNone/>
          </a:pPr>
          <a:r>
            <a:rPr lang="ru-RU" sz="1600" b="1" kern="1200" dirty="0"/>
            <a:t>Планирование качества проекта</a:t>
          </a:r>
          <a:endParaRPr lang="ru-BY" sz="1600" b="1" kern="1200" dirty="0"/>
        </a:p>
      </dsp:txBody>
      <dsp:txXfrm>
        <a:off x="439262" y="3550828"/>
        <a:ext cx="5803817" cy="399568"/>
      </dsp:txXfrm>
    </dsp:sp>
    <dsp:sp modelId="{41236118-133D-4157-B63A-D61CDC9DDB75}">
      <dsp:nvSpPr>
        <dsp:cNvPr id="0" name=""/>
        <dsp:cNvSpPr/>
      </dsp:nvSpPr>
      <dsp:spPr>
        <a:xfrm>
          <a:off x="0" y="4431012"/>
          <a:ext cx="8352928" cy="378000"/>
        </a:xfrm>
        <a:prstGeom prst="rect">
          <a:avLst/>
        </a:prstGeom>
        <a:solidFill>
          <a:schemeClr val="lt1">
            <a:alpha val="90000"/>
            <a:hueOff val="0"/>
            <a:satOff val="0"/>
            <a:lumOff val="0"/>
            <a:alphaOff val="0"/>
          </a:schemeClr>
        </a:solidFill>
        <a:ln w="12700" cap="flat" cmpd="sng" algn="ctr">
          <a:solidFill>
            <a:schemeClr val="accent3">
              <a:hueOff val="2323371"/>
              <a:satOff val="85714"/>
              <a:lumOff val="-12605"/>
              <a:alphaOff val="0"/>
            </a:schemeClr>
          </a:solidFill>
          <a:prstDash val="solid"/>
          <a:miter lim="800000"/>
        </a:ln>
        <a:effectLst/>
      </dsp:spPr>
      <dsp:style>
        <a:lnRef idx="2">
          <a:scrgbClr r="0" g="0" b="0"/>
        </a:lnRef>
        <a:fillRef idx="1">
          <a:scrgbClr r="0" g="0" b="0"/>
        </a:fillRef>
        <a:effectRef idx="0">
          <a:scrgbClr r="0" g="0" b="0"/>
        </a:effectRef>
        <a:fontRef idx="minor"/>
      </dsp:style>
    </dsp:sp>
    <dsp:sp modelId="{98D45CD0-80C5-4FCB-8B85-EFD30B376B0F}">
      <dsp:nvSpPr>
        <dsp:cNvPr id="0" name=""/>
        <dsp:cNvSpPr/>
      </dsp:nvSpPr>
      <dsp:spPr>
        <a:xfrm>
          <a:off x="417646" y="4209612"/>
          <a:ext cx="5847049" cy="442800"/>
        </a:xfrm>
        <a:prstGeom prst="roundRect">
          <a:avLst/>
        </a:prstGeom>
        <a:solidFill>
          <a:schemeClr val="accent3">
            <a:hueOff val="2323371"/>
            <a:satOff val="85714"/>
            <a:lumOff val="-12605"/>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21005" tIns="0" rIns="221005" bIns="0" numCol="1" spcCol="1270" anchor="ctr" anchorCtr="0">
          <a:noAutofit/>
        </a:bodyPr>
        <a:lstStyle/>
        <a:p>
          <a:pPr marL="0" lvl="0" indent="0" algn="l" defTabSz="711200">
            <a:lnSpc>
              <a:spcPct val="90000"/>
            </a:lnSpc>
            <a:spcBef>
              <a:spcPct val="0"/>
            </a:spcBef>
            <a:spcAft>
              <a:spcPct val="35000"/>
            </a:spcAft>
            <a:buNone/>
          </a:pPr>
          <a:r>
            <a:rPr lang="ru-RU" sz="1600" b="1" kern="1200" dirty="0"/>
            <a:t>Планирование управления рисками</a:t>
          </a:r>
          <a:endParaRPr lang="ru-BY" sz="1600" b="1" kern="1200" dirty="0"/>
        </a:p>
      </dsp:txBody>
      <dsp:txXfrm>
        <a:off x="439262" y="4231228"/>
        <a:ext cx="5803817" cy="399568"/>
      </dsp:txXfrm>
    </dsp:sp>
    <dsp:sp modelId="{FAC60F84-B878-460F-AB2B-DC105EB56B85}">
      <dsp:nvSpPr>
        <dsp:cNvPr id="0" name=""/>
        <dsp:cNvSpPr/>
      </dsp:nvSpPr>
      <dsp:spPr>
        <a:xfrm>
          <a:off x="0" y="5111412"/>
          <a:ext cx="8352928" cy="378000"/>
        </a:xfrm>
        <a:prstGeom prst="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dsp:spPr>
      <dsp:style>
        <a:lnRef idx="2">
          <a:scrgbClr r="0" g="0" b="0"/>
        </a:lnRef>
        <a:fillRef idx="1">
          <a:scrgbClr r="0" g="0" b="0"/>
        </a:fillRef>
        <a:effectRef idx="0">
          <a:scrgbClr r="0" g="0" b="0"/>
        </a:effectRef>
        <a:fontRef idx="minor"/>
      </dsp:style>
    </dsp:sp>
    <dsp:sp modelId="{D8F51D31-4E45-4885-8246-0A403CE59E02}">
      <dsp:nvSpPr>
        <dsp:cNvPr id="0" name=""/>
        <dsp:cNvSpPr/>
      </dsp:nvSpPr>
      <dsp:spPr>
        <a:xfrm>
          <a:off x="417646" y="4890012"/>
          <a:ext cx="5847049" cy="442800"/>
        </a:xfrm>
        <a:prstGeom prst="roundRect">
          <a:avLst/>
        </a:prstGeom>
        <a:solidFill>
          <a:schemeClr val="accent3">
            <a:hueOff val="2710599"/>
            <a:satOff val="100000"/>
            <a:lumOff val="-14706"/>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21005" tIns="0" rIns="221005" bIns="0" numCol="1" spcCol="1270" anchor="ctr" anchorCtr="0">
          <a:noAutofit/>
        </a:bodyPr>
        <a:lstStyle/>
        <a:p>
          <a:pPr marL="0" lvl="0" indent="0" algn="l" defTabSz="711200">
            <a:lnSpc>
              <a:spcPct val="90000"/>
            </a:lnSpc>
            <a:spcBef>
              <a:spcPct val="0"/>
            </a:spcBef>
            <a:spcAft>
              <a:spcPct val="35000"/>
            </a:spcAft>
            <a:buNone/>
          </a:pPr>
          <a:r>
            <a:rPr lang="ru-RU" sz="1600" b="1" kern="1200" dirty="0"/>
            <a:t>Планирование коммуникаций</a:t>
          </a:r>
          <a:endParaRPr lang="ru-BY" sz="1600" b="1" kern="1200" dirty="0"/>
        </a:p>
      </dsp:txBody>
      <dsp:txXfrm>
        <a:off x="439262" y="4911628"/>
        <a:ext cx="5803817" cy="39956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2A4044-0E4E-4F85-A597-F5B5B53C8E9B}">
      <dsp:nvSpPr>
        <dsp:cNvPr id="0" name=""/>
        <dsp:cNvSpPr/>
      </dsp:nvSpPr>
      <dsp:spPr>
        <a:xfrm>
          <a:off x="0" y="39687"/>
          <a:ext cx="3286125" cy="1971675"/>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ru-RU" sz="3600" kern="1200" dirty="0"/>
            <a:t>Иерархическая структура работ (</a:t>
          </a:r>
          <a:r>
            <a:rPr lang="en-US" sz="3600" kern="1200" dirty="0"/>
            <a:t>WBS)</a:t>
          </a:r>
          <a:endParaRPr lang="ru-BY" sz="3600" kern="1200" dirty="0"/>
        </a:p>
      </dsp:txBody>
      <dsp:txXfrm>
        <a:off x="0" y="39687"/>
        <a:ext cx="3286125" cy="1971675"/>
      </dsp:txXfrm>
    </dsp:sp>
    <dsp:sp modelId="{94C5679E-7199-4B20-9ECD-88DA36551183}">
      <dsp:nvSpPr>
        <dsp:cNvPr id="0" name=""/>
        <dsp:cNvSpPr/>
      </dsp:nvSpPr>
      <dsp:spPr>
        <a:xfrm>
          <a:off x="3614737" y="39687"/>
          <a:ext cx="3286125" cy="1971675"/>
        </a:xfrm>
        <a:prstGeom prst="rect">
          <a:avLst/>
        </a:prstGeom>
        <a:gradFill rotWithShape="0">
          <a:gsLst>
            <a:gs pos="0">
              <a:schemeClr val="accent3">
                <a:hueOff val="677650"/>
                <a:satOff val="25000"/>
                <a:lumOff val="-3676"/>
                <a:alphaOff val="0"/>
                <a:lumMod val="110000"/>
                <a:satMod val="105000"/>
                <a:tint val="67000"/>
              </a:schemeClr>
            </a:gs>
            <a:gs pos="50000">
              <a:schemeClr val="accent3">
                <a:hueOff val="677650"/>
                <a:satOff val="25000"/>
                <a:lumOff val="-3676"/>
                <a:alphaOff val="0"/>
                <a:lumMod val="105000"/>
                <a:satMod val="103000"/>
                <a:tint val="73000"/>
              </a:schemeClr>
            </a:gs>
            <a:gs pos="100000">
              <a:schemeClr val="accent3">
                <a:hueOff val="677650"/>
                <a:satOff val="25000"/>
                <a:lumOff val="-3676"/>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t>PERT-</a:t>
          </a:r>
          <a:r>
            <a:rPr lang="ru-RU" sz="3600" kern="1200" dirty="0"/>
            <a:t>анализ</a:t>
          </a:r>
          <a:endParaRPr lang="ru-BY" sz="3600" kern="1200" dirty="0"/>
        </a:p>
      </dsp:txBody>
      <dsp:txXfrm>
        <a:off x="3614737" y="39687"/>
        <a:ext cx="3286125" cy="1971675"/>
      </dsp:txXfrm>
    </dsp:sp>
    <dsp:sp modelId="{C70FDA20-C0A1-4D19-85C5-1CB2B9D0EBBE}">
      <dsp:nvSpPr>
        <dsp:cNvPr id="0" name=""/>
        <dsp:cNvSpPr/>
      </dsp:nvSpPr>
      <dsp:spPr>
        <a:xfrm>
          <a:off x="7229475" y="39687"/>
          <a:ext cx="3286125" cy="1971675"/>
        </a:xfrm>
        <a:prstGeom prst="rect">
          <a:avLst/>
        </a:prstGeom>
        <a:gradFill rotWithShape="0">
          <a:gsLst>
            <a:gs pos="0">
              <a:schemeClr val="accent3">
                <a:hueOff val="1355300"/>
                <a:satOff val="50000"/>
                <a:lumOff val="-7353"/>
                <a:alphaOff val="0"/>
                <a:lumMod val="110000"/>
                <a:satMod val="105000"/>
                <a:tint val="67000"/>
              </a:schemeClr>
            </a:gs>
            <a:gs pos="50000">
              <a:schemeClr val="accent3">
                <a:hueOff val="1355300"/>
                <a:satOff val="50000"/>
                <a:lumOff val="-7353"/>
                <a:alphaOff val="0"/>
                <a:lumMod val="105000"/>
                <a:satMod val="103000"/>
                <a:tint val="73000"/>
              </a:schemeClr>
            </a:gs>
            <a:gs pos="100000">
              <a:schemeClr val="accent3">
                <a:hueOff val="1355300"/>
                <a:satOff val="50000"/>
                <a:lumOff val="-735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ru-RU" sz="3600" kern="1200" dirty="0"/>
            <a:t>Методы сетевого планирования</a:t>
          </a:r>
          <a:endParaRPr lang="ru-BY" sz="3600" kern="1200" dirty="0"/>
        </a:p>
      </dsp:txBody>
      <dsp:txXfrm>
        <a:off x="7229475" y="39687"/>
        <a:ext cx="3286125" cy="1971675"/>
      </dsp:txXfrm>
    </dsp:sp>
    <dsp:sp modelId="{FDC7A5BB-5BEB-48AD-989B-158A1E5DFB88}">
      <dsp:nvSpPr>
        <dsp:cNvPr id="0" name=""/>
        <dsp:cNvSpPr/>
      </dsp:nvSpPr>
      <dsp:spPr>
        <a:xfrm>
          <a:off x="1807368" y="2339975"/>
          <a:ext cx="3286125" cy="1971675"/>
        </a:xfrm>
        <a:prstGeom prst="rect">
          <a:avLst/>
        </a:prstGeom>
        <a:gradFill rotWithShape="0">
          <a:gsLst>
            <a:gs pos="0">
              <a:schemeClr val="accent3">
                <a:hueOff val="2032949"/>
                <a:satOff val="75000"/>
                <a:lumOff val="-11029"/>
                <a:alphaOff val="0"/>
                <a:lumMod val="110000"/>
                <a:satMod val="105000"/>
                <a:tint val="67000"/>
              </a:schemeClr>
            </a:gs>
            <a:gs pos="50000">
              <a:schemeClr val="accent3">
                <a:hueOff val="2032949"/>
                <a:satOff val="75000"/>
                <a:lumOff val="-11029"/>
                <a:alphaOff val="0"/>
                <a:lumMod val="105000"/>
                <a:satMod val="103000"/>
                <a:tint val="73000"/>
              </a:schemeClr>
            </a:gs>
            <a:gs pos="100000">
              <a:schemeClr val="accent3">
                <a:hueOff val="2032949"/>
                <a:satOff val="75000"/>
                <a:lumOff val="-11029"/>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ru-RU" sz="3600" kern="1200" dirty="0"/>
            <a:t>Метод критического пути</a:t>
          </a:r>
          <a:endParaRPr lang="ru-BY" sz="3600" kern="1200" dirty="0"/>
        </a:p>
      </dsp:txBody>
      <dsp:txXfrm>
        <a:off x="1807368" y="2339975"/>
        <a:ext cx="3286125" cy="1971675"/>
      </dsp:txXfrm>
    </dsp:sp>
    <dsp:sp modelId="{4C987224-79CC-4E90-8CD6-9B4ACEC14D3C}">
      <dsp:nvSpPr>
        <dsp:cNvPr id="0" name=""/>
        <dsp:cNvSpPr/>
      </dsp:nvSpPr>
      <dsp:spPr>
        <a:xfrm>
          <a:off x="5422106" y="2339975"/>
          <a:ext cx="3286125" cy="1971675"/>
        </a:xfrm>
        <a:prstGeom prst="rect">
          <a:avLst/>
        </a:prstGeom>
        <a:gradFill rotWithShape="0">
          <a:gsLst>
            <a:gs pos="0">
              <a:schemeClr val="accent3">
                <a:hueOff val="2710599"/>
                <a:satOff val="100000"/>
                <a:lumOff val="-14706"/>
                <a:alphaOff val="0"/>
                <a:lumMod val="110000"/>
                <a:satMod val="105000"/>
                <a:tint val="67000"/>
              </a:schemeClr>
            </a:gs>
            <a:gs pos="50000">
              <a:schemeClr val="accent3">
                <a:hueOff val="2710599"/>
                <a:satOff val="100000"/>
                <a:lumOff val="-14706"/>
                <a:alphaOff val="0"/>
                <a:lumMod val="105000"/>
                <a:satMod val="103000"/>
                <a:tint val="73000"/>
              </a:schemeClr>
            </a:gs>
            <a:gs pos="100000">
              <a:schemeClr val="accent3">
                <a:hueOff val="2710599"/>
                <a:satOff val="100000"/>
                <a:lumOff val="-14706"/>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ru-RU" sz="3600" kern="1200" dirty="0"/>
            <a:t>График </a:t>
          </a:r>
          <a:r>
            <a:rPr lang="ru-RU" sz="3600" kern="1200" dirty="0" err="1"/>
            <a:t>Ганта</a:t>
          </a:r>
          <a:endParaRPr lang="ru-BY" sz="3600" kern="1200" dirty="0"/>
        </a:p>
      </dsp:txBody>
      <dsp:txXfrm>
        <a:off x="5422106" y="2339975"/>
        <a:ext cx="3286125" cy="197167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D2554E-CB1A-4A65-9A66-E8E6B5D78B57}">
      <dsp:nvSpPr>
        <dsp:cNvPr id="0" name=""/>
        <dsp:cNvSpPr/>
      </dsp:nvSpPr>
      <dsp:spPr>
        <a:xfrm>
          <a:off x="427721" y="641"/>
          <a:ext cx="2744956" cy="75075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BY" sz="1800" kern="1200" dirty="0"/>
            <a:t>Идентификация основных компонентов проекта</a:t>
          </a:r>
        </a:p>
      </dsp:txBody>
      <dsp:txXfrm>
        <a:off x="449710" y="22630"/>
        <a:ext cx="2700978" cy="706779"/>
      </dsp:txXfrm>
    </dsp:sp>
    <dsp:sp modelId="{719A8686-3D86-4621-BE3D-5C835139FC4F}">
      <dsp:nvSpPr>
        <dsp:cNvPr id="0" name=""/>
        <dsp:cNvSpPr/>
      </dsp:nvSpPr>
      <dsp:spPr>
        <a:xfrm rot="5400000">
          <a:off x="1659433" y="770167"/>
          <a:ext cx="281533" cy="337840"/>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ru-BY" sz="1400" kern="1200"/>
        </a:p>
      </dsp:txBody>
      <dsp:txXfrm rot="-5400000">
        <a:off x="1698848" y="798320"/>
        <a:ext cx="202704" cy="197073"/>
      </dsp:txXfrm>
    </dsp:sp>
    <dsp:sp modelId="{88332AA4-B3A1-40F2-B9EC-9F8A3837E22D}">
      <dsp:nvSpPr>
        <dsp:cNvPr id="0" name=""/>
        <dsp:cNvSpPr/>
      </dsp:nvSpPr>
      <dsp:spPr>
        <a:xfrm>
          <a:off x="427721" y="1126777"/>
          <a:ext cx="2744956" cy="750757"/>
        </a:xfrm>
        <a:prstGeom prst="roundRect">
          <a:avLst>
            <a:gd name="adj" fmla="val 10000"/>
          </a:avLst>
        </a:prstGeom>
        <a:solidFill>
          <a:schemeClr val="accent3">
            <a:hueOff val="677650"/>
            <a:satOff val="25000"/>
            <a:lumOff val="-36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kern="1200" dirty="0"/>
            <a:t>Разбиение компонентов на подзадачи</a:t>
          </a:r>
          <a:endParaRPr lang="ru-BY" sz="1800" kern="1200" dirty="0"/>
        </a:p>
      </dsp:txBody>
      <dsp:txXfrm>
        <a:off x="449710" y="1148766"/>
        <a:ext cx="2700978" cy="706779"/>
      </dsp:txXfrm>
    </dsp:sp>
    <dsp:sp modelId="{0823ACEA-228F-48B8-A236-816DFBF95E55}">
      <dsp:nvSpPr>
        <dsp:cNvPr id="0" name=""/>
        <dsp:cNvSpPr/>
      </dsp:nvSpPr>
      <dsp:spPr>
        <a:xfrm rot="5400000">
          <a:off x="1659433" y="1896303"/>
          <a:ext cx="281533" cy="337840"/>
        </a:xfrm>
        <a:prstGeom prst="rightArrow">
          <a:avLst>
            <a:gd name="adj1" fmla="val 60000"/>
            <a:gd name="adj2" fmla="val 50000"/>
          </a:avLst>
        </a:prstGeom>
        <a:solidFill>
          <a:schemeClr val="accent3">
            <a:hueOff val="903533"/>
            <a:satOff val="33333"/>
            <a:lumOff val="-4902"/>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ru-BY" sz="1400" kern="1200"/>
        </a:p>
      </dsp:txBody>
      <dsp:txXfrm rot="-5400000">
        <a:off x="1698848" y="1924456"/>
        <a:ext cx="202704" cy="197073"/>
      </dsp:txXfrm>
    </dsp:sp>
    <dsp:sp modelId="{D6448524-84A7-4276-A079-F00883B51D44}">
      <dsp:nvSpPr>
        <dsp:cNvPr id="0" name=""/>
        <dsp:cNvSpPr/>
      </dsp:nvSpPr>
      <dsp:spPr>
        <a:xfrm>
          <a:off x="427721" y="2252913"/>
          <a:ext cx="2744956" cy="750757"/>
        </a:xfrm>
        <a:prstGeom prst="roundRect">
          <a:avLst>
            <a:gd name="adj" fmla="val 10000"/>
          </a:avLst>
        </a:prstGeom>
        <a:solidFill>
          <a:schemeClr val="accent3">
            <a:hueOff val="1355300"/>
            <a:satOff val="50000"/>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kern="1200" dirty="0"/>
            <a:t>Иерархическая структура</a:t>
          </a:r>
          <a:endParaRPr lang="ru-BY" sz="1800" kern="1200" dirty="0"/>
        </a:p>
      </dsp:txBody>
      <dsp:txXfrm>
        <a:off x="449710" y="2274902"/>
        <a:ext cx="2700978" cy="706779"/>
      </dsp:txXfrm>
    </dsp:sp>
    <dsp:sp modelId="{3463FB94-78BA-46A7-A55E-A3057994BCA6}">
      <dsp:nvSpPr>
        <dsp:cNvPr id="0" name=""/>
        <dsp:cNvSpPr/>
      </dsp:nvSpPr>
      <dsp:spPr>
        <a:xfrm rot="5400000">
          <a:off x="1659433" y="3022439"/>
          <a:ext cx="281533" cy="337840"/>
        </a:xfrm>
        <a:prstGeom prst="rightArrow">
          <a:avLst>
            <a:gd name="adj1" fmla="val 60000"/>
            <a:gd name="adj2" fmla="val 50000"/>
          </a:avLst>
        </a:prstGeom>
        <a:solidFill>
          <a:schemeClr val="accent3">
            <a:hueOff val="1807066"/>
            <a:satOff val="66667"/>
            <a:lumOff val="-980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ru-BY" sz="1400" kern="1200"/>
        </a:p>
      </dsp:txBody>
      <dsp:txXfrm rot="-5400000">
        <a:off x="1698848" y="3050592"/>
        <a:ext cx="202704" cy="197073"/>
      </dsp:txXfrm>
    </dsp:sp>
    <dsp:sp modelId="{14B1F0E2-0A3D-4704-ADCE-1BAC4D54C55A}">
      <dsp:nvSpPr>
        <dsp:cNvPr id="0" name=""/>
        <dsp:cNvSpPr/>
      </dsp:nvSpPr>
      <dsp:spPr>
        <a:xfrm>
          <a:off x="427721" y="3379049"/>
          <a:ext cx="2744956" cy="750757"/>
        </a:xfrm>
        <a:prstGeom prst="roundRect">
          <a:avLst>
            <a:gd name="adj" fmla="val 10000"/>
          </a:avLst>
        </a:prstGeom>
        <a:solidFill>
          <a:schemeClr val="accent3">
            <a:hueOff val="2032949"/>
            <a:satOff val="75000"/>
            <a:lumOff val="-110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kern="1200" dirty="0"/>
            <a:t>Определение зависимостей</a:t>
          </a:r>
          <a:endParaRPr lang="ru-BY" sz="1800" kern="1200" dirty="0"/>
        </a:p>
      </dsp:txBody>
      <dsp:txXfrm>
        <a:off x="449710" y="3401038"/>
        <a:ext cx="2700978" cy="706779"/>
      </dsp:txXfrm>
    </dsp:sp>
    <dsp:sp modelId="{8ED3DE63-30F6-4188-86CE-AFA8A01E7766}">
      <dsp:nvSpPr>
        <dsp:cNvPr id="0" name=""/>
        <dsp:cNvSpPr/>
      </dsp:nvSpPr>
      <dsp:spPr>
        <a:xfrm rot="5400000">
          <a:off x="1659433" y="4148575"/>
          <a:ext cx="281533" cy="337840"/>
        </a:xfrm>
        <a:prstGeom prst="rightArrow">
          <a:avLst>
            <a:gd name="adj1" fmla="val 60000"/>
            <a:gd name="adj2" fmla="val 50000"/>
          </a:avLst>
        </a:prstGeom>
        <a:solidFill>
          <a:schemeClr val="accent3">
            <a:hueOff val="2710599"/>
            <a:satOff val="100000"/>
            <a:lumOff val="-14706"/>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ru-BY" sz="1400" kern="1200"/>
        </a:p>
      </dsp:txBody>
      <dsp:txXfrm rot="-5400000">
        <a:off x="1698848" y="4176728"/>
        <a:ext cx="202704" cy="197073"/>
      </dsp:txXfrm>
    </dsp:sp>
    <dsp:sp modelId="{2A5CA489-0EF0-496B-BBEC-DFE8016176F4}">
      <dsp:nvSpPr>
        <dsp:cNvPr id="0" name=""/>
        <dsp:cNvSpPr/>
      </dsp:nvSpPr>
      <dsp:spPr>
        <a:xfrm>
          <a:off x="427721" y="4505185"/>
          <a:ext cx="2744956" cy="750757"/>
        </a:xfrm>
        <a:prstGeom prst="roundRect">
          <a:avLst>
            <a:gd name="adj" fmla="val 10000"/>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kern="1200" dirty="0"/>
            <a:t>Установление уровней управления</a:t>
          </a:r>
          <a:endParaRPr lang="ru-BY" sz="1800" kern="1200" dirty="0"/>
        </a:p>
      </dsp:txBody>
      <dsp:txXfrm>
        <a:off x="449710" y="4527174"/>
        <a:ext cx="2700978" cy="70677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7DC14B-E1DD-4846-A180-FC36AAAD327A}">
      <dsp:nvSpPr>
        <dsp:cNvPr id="0" name=""/>
        <dsp:cNvSpPr/>
      </dsp:nvSpPr>
      <dsp:spPr>
        <a:xfrm>
          <a:off x="0" y="93658"/>
          <a:ext cx="10798720" cy="52767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FontTx/>
            <a:buNone/>
          </a:pPr>
          <a:r>
            <a:rPr lang="ru-RU" altLang="ru-BY" sz="2200" b="1" kern="1200" dirty="0"/>
            <a:t>1)</a:t>
          </a:r>
          <a:r>
            <a:rPr lang="ru-RU" altLang="ru-BY" sz="2200" kern="1200" dirty="0"/>
            <a:t> </a:t>
          </a:r>
          <a:r>
            <a:rPr lang="ru-RU" altLang="ru-BY" sz="2200" b="1" kern="1200" dirty="0"/>
            <a:t>Правило 8/80</a:t>
          </a:r>
          <a:endParaRPr lang="ru-BY" sz="2200" kern="1200" dirty="0"/>
        </a:p>
      </dsp:txBody>
      <dsp:txXfrm>
        <a:off x="25759" y="119417"/>
        <a:ext cx="10747202" cy="476152"/>
      </dsp:txXfrm>
    </dsp:sp>
    <dsp:sp modelId="{E96A2DC3-C4FB-4D88-9ABA-CB9784C90564}">
      <dsp:nvSpPr>
        <dsp:cNvPr id="0" name=""/>
        <dsp:cNvSpPr/>
      </dsp:nvSpPr>
      <dsp:spPr>
        <a:xfrm>
          <a:off x="0" y="621328"/>
          <a:ext cx="10798720" cy="5350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859" tIns="27940" rIns="156464" bIns="27940" numCol="1" spcCol="1270" anchor="t" anchorCtr="0">
          <a:noAutofit/>
        </a:bodyPr>
        <a:lstStyle/>
        <a:p>
          <a:pPr marL="171450" lvl="1" indent="-171450" algn="l" defTabSz="755650">
            <a:lnSpc>
              <a:spcPct val="90000"/>
            </a:lnSpc>
            <a:spcBef>
              <a:spcPct val="0"/>
            </a:spcBef>
            <a:spcAft>
              <a:spcPct val="20000"/>
            </a:spcAft>
            <a:buFontTx/>
            <a:buNone/>
          </a:pPr>
          <a:r>
            <a:rPr lang="ru-RU" altLang="ru-BY" sz="1700" kern="1200"/>
            <a:t>означает, что ни одна из задач не должна иметь объем меньший, чем 8 чел/ч и больший, чем 80 чел/ч (это составляет соответственно от 1 до 10 дней при 8-часовой продолжительности рабочего дня).</a:t>
          </a:r>
          <a:endParaRPr lang="ru-BY" sz="1700" kern="1200" dirty="0"/>
        </a:p>
      </dsp:txBody>
      <dsp:txXfrm>
        <a:off x="0" y="621328"/>
        <a:ext cx="10798720" cy="535095"/>
      </dsp:txXfrm>
    </dsp:sp>
    <dsp:sp modelId="{649CA9F6-0826-43CD-B64B-B6060F382735}">
      <dsp:nvSpPr>
        <dsp:cNvPr id="0" name=""/>
        <dsp:cNvSpPr/>
      </dsp:nvSpPr>
      <dsp:spPr>
        <a:xfrm>
          <a:off x="0" y="1156423"/>
          <a:ext cx="10798720" cy="527670"/>
        </a:xfrm>
        <a:prstGeom prst="roundRect">
          <a:avLst/>
        </a:prstGeom>
        <a:solidFill>
          <a:schemeClr val="accent3">
            <a:hueOff val="903533"/>
            <a:satOff val="33333"/>
            <a:lumOff val="-4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ru-RU" altLang="ru-BY" sz="2200" b="1" kern="1200" dirty="0"/>
            <a:t>2) Правило отчетного периода</a:t>
          </a:r>
          <a:endParaRPr lang="ru-RU" altLang="ru-BY" sz="2200" kern="1200" dirty="0"/>
        </a:p>
      </dsp:txBody>
      <dsp:txXfrm>
        <a:off x="25759" y="1182182"/>
        <a:ext cx="10747202" cy="476152"/>
      </dsp:txXfrm>
    </dsp:sp>
    <dsp:sp modelId="{96A21E66-00A6-4D2F-A1D3-27700F26FF7F}">
      <dsp:nvSpPr>
        <dsp:cNvPr id="0" name=""/>
        <dsp:cNvSpPr/>
      </dsp:nvSpPr>
      <dsp:spPr>
        <a:xfrm>
          <a:off x="0" y="1684093"/>
          <a:ext cx="10798720" cy="774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859"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ru-RU" altLang="ru-BY" sz="1700" kern="1200" dirty="0"/>
            <a:t>продолжительность каждой задачи не должна быть больше периода, через который проводятся совещания, посвященные рассмотрению хода проекта. То есть, если такие совещания проводятся еженедельно, выполнение каждой задачи не должно превышать одной недели.</a:t>
          </a:r>
        </a:p>
      </dsp:txBody>
      <dsp:txXfrm>
        <a:off x="0" y="1684093"/>
        <a:ext cx="10798720" cy="774180"/>
      </dsp:txXfrm>
    </dsp:sp>
    <dsp:sp modelId="{48FF4F07-B8C3-4B74-A185-9FD664D5F583}">
      <dsp:nvSpPr>
        <dsp:cNvPr id="0" name=""/>
        <dsp:cNvSpPr/>
      </dsp:nvSpPr>
      <dsp:spPr>
        <a:xfrm>
          <a:off x="0" y="2458273"/>
          <a:ext cx="10798720" cy="527670"/>
        </a:xfrm>
        <a:prstGeom prst="roundRect">
          <a:avLst/>
        </a:prstGeom>
        <a:solidFill>
          <a:schemeClr val="accent3">
            <a:hueOff val="1807066"/>
            <a:satOff val="66667"/>
            <a:lumOff val="-9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ru-RU" altLang="ru-BY" sz="2200" b="1" kern="1200" dirty="0"/>
            <a:t>3) Правило "полезности"</a:t>
          </a:r>
          <a:endParaRPr lang="ru-RU" altLang="ru-BY" sz="2200" kern="1200" dirty="0"/>
        </a:p>
      </dsp:txBody>
      <dsp:txXfrm>
        <a:off x="25759" y="2484032"/>
        <a:ext cx="10747202" cy="476152"/>
      </dsp:txXfrm>
    </dsp:sp>
    <dsp:sp modelId="{AF2121C5-EFDD-4B75-BF98-C818C5C5D612}">
      <dsp:nvSpPr>
        <dsp:cNvPr id="0" name=""/>
        <dsp:cNvSpPr/>
      </dsp:nvSpPr>
      <dsp:spPr>
        <a:xfrm>
          <a:off x="0" y="2985943"/>
          <a:ext cx="10798720" cy="1639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859"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ru-RU" altLang="ru-BY" sz="1700" kern="1200" dirty="0"/>
            <a:t>при дроблении задачи на более мелкие следует учитывать, что существуют три причины, обусловливающие целесообразность такого разделения:</a:t>
          </a:r>
        </a:p>
        <a:p>
          <a:pPr marL="171450" lvl="1" indent="-171450" algn="l" defTabSz="755650">
            <a:lnSpc>
              <a:spcPct val="90000"/>
            </a:lnSpc>
            <a:spcBef>
              <a:spcPct val="0"/>
            </a:spcBef>
            <a:spcAft>
              <a:spcPct val="20000"/>
            </a:spcAft>
            <a:buChar char="•"/>
          </a:pPr>
          <a:r>
            <a:rPr lang="ru-RU" altLang="ru-BY" sz="1700" kern="1200" dirty="0"/>
            <a:t>– задачу, полученную в результате такого дробления, легче оценить (в силу ее меньшей продолжительности во времени и, следовательно, меньшей неопределенности);</a:t>
          </a:r>
        </a:p>
        <a:p>
          <a:pPr marL="171450" lvl="1" indent="-171450" algn="l" defTabSz="755650">
            <a:lnSpc>
              <a:spcPct val="90000"/>
            </a:lnSpc>
            <a:spcBef>
              <a:spcPct val="0"/>
            </a:spcBef>
            <a:spcAft>
              <a:spcPct val="20000"/>
            </a:spcAft>
            <a:buChar char="•"/>
          </a:pPr>
          <a:r>
            <a:rPr lang="ru-RU" altLang="ru-BY" sz="1700" kern="1200" dirty="0"/>
            <a:t>– более мелкие и конкретные задачи легче распределять между отдельными исполнителями;</a:t>
          </a:r>
        </a:p>
        <a:p>
          <a:pPr marL="171450" lvl="1" indent="-171450" algn="l" defTabSz="755650">
            <a:lnSpc>
              <a:spcPct val="90000"/>
            </a:lnSpc>
            <a:spcBef>
              <a:spcPct val="0"/>
            </a:spcBef>
            <a:spcAft>
              <a:spcPct val="20000"/>
            </a:spcAft>
            <a:buChar char="•"/>
          </a:pPr>
          <a:r>
            <a:rPr lang="ru-RU" altLang="ru-BY" sz="1700" kern="1200" dirty="0"/>
            <a:t>– более мелкие задачи легче поддаются контролю.</a:t>
          </a:r>
        </a:p>
      </dsp:txBody>
      <dsp:txXfrm>
        <a:off x="0" y="2985943"/>
        <a:ext cx="10798720" cy="1639440"/>
      </dsp:txXfrm>
    </dsp:sp>
    <dsp:sp modelId="{3F994BAD-405A-40C4-9942-B09DC0663209}">
      <dsp:nvSpPr>
        <dsp:cNvPr id="0" name=""/>
        <dsp:cNvSpPr/>
      </dsp:nvSpPr>
      <dsp:spPr>
        <a:xfrm>
          <a:off x="0" y="4625383"/>
          <a:ext cx="10798720" cy="527670"/>
        </a:xfrm>
        <a:prstGeom prst="roundRect">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ru-RU" altLang="ru-BY" sz="2200" kern="1200" dirty="0"/>
            <a:t>Если же дробление не отвечает этим требованиям, от него следует отказаться.</a:t>
          </a:r>
        </a:p>
      </dsp:txBody>
      <dsp:txXfrm>
        <a:off x="25759" y="4651142"/>
        <a:ext cx="10747202" cy="47615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9E751A-B1DD-4FE7-8A8C-D6C825117086}">
      <dsp:nvSpPr>
        <dsp:cNvPr id="0" name=""/>
        <dsp:cNvSpPr/>
      </dsp:nvSpPr>
      <dsp:spPr>
        <a:xfrm>
          <a:off x="249194" y="30502"/>
          <a:ext cx="8326275" cy="1210873"/>
        </a:xfrm>
        <a:prstGeom prst="rightArrow">
          <a:avLst>
            <a:gd name="adj1" fmla="val 50000"/>
            <a:gd name="adj2" fmla="val 5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41910" rIns="254000" bIns="192226" numCol="1" spcCol="1270" anchor="ctr" anchorCtr="0">
          <a:noAutofit/>
        </a:bodyPr>
        <a:lstStyle/>
        <a:p>
          <a:pPr marL="0" lvl="0" indent="0" algn="l" defTabSz="488950">
            <a:lnSpc>
              <a:spcPct val="90000"/>
            </a:lnSpc>
            <a:spcBef>
              <a:spcPct val="0"/>
            </a:spcBef>
            <a:spcAft>
              <a:spcPct val="35000"/>
            </a:spcAft>
            <a:buFontTx/>
            <a:buNone/>
          </a:pPr>
          <a:r>
            <a:rPr lang="ru-RU" altLang="ru-BY" sz="1100" b="1" kern="1200" dirty="0"/>
            <a:t>Определите главный результат проекта</a:t>
          </a:r>
          <a:endParaRPr lang="ru-BY" sz="1100" b="1" kern="1200" dirty="0"/>
        </a:p>
      </dsp:txBody>
      <dsp:txXfrm>
        <a:off x="249194" y="333220"/>
        <a:ext cx="8023557" cy="605437"/>
      </dsp:txXfrm>
    </dsp:sp>
    <dsp:sp modelId="{4012A21A-8AA8-4648-A9B7-F998F78B4A45}">
      <dsp:nvSpPr>
        <dsp:cNvPr id="0" name=""/>
        <dsp:cNvSpPr/>
      </dsp:nvSpPr>
      <dsp:spPr>
        <a:xfrm>
          <a:off x="249194" y="962697"/>
          <a:ext cx="1538862" cy="2223358"/>
        </a:xfrm>
        <a:prstGeom prst="rect">
          <a:avLst/>
        </a:prstGeom>
        <a:solidFill>
          <a:schemeClr val="lt1">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FontTx/>
            <a:buNone/>
          </a:pPr>
          <a:r>
            <a:rPr lang="ru-RU" altLang="ru-BY" sz="1100" b="1" kern="1200" dirty="0"/>
            <a:t>Четко сформулируйте конечный продукт/услугу, которую должен получить заказчик.</a:t>
          </a:r>
          <a:endParaRPr lang="ru-BY" altLang="ru-BY" sz="1100" b="1" kern="1200" dirty="0"/>
        </a:p>
      </dsp:txBody>
      <dsp:txXfrm>
        <a:off x="249194" y="962697"/>
        <a:ext cx="1538862" cy="2223358"/>
      </dsp:txXfrm>
    </dsp:sp>
    <dsp:sp modelId="{90B7504C-8C4E-44E3-BD1B-C7FD0FB432A3}">
      <dsp:nvSpPr>
        <dsp:cNvPr id="0" name=""/>
        <dsp:cNvSpPr/>
      </dsp:nvSpPr>
      <dsp:spPr>
        <a:xfrm>
          <a:off x="1787890" y="434282"/>
          <a:ext cx="6787579" cy="1210873"/>
        </a:xfrm>
        <a:prstGeom prst="rightArrow">
          <a:avLst>
            <a:gd name="adj1" fmla="val 50000"/>
            <a:gd name="adj2" fmla="val 50000"/>
          </a:avLst>
        </a:prstGeom>
        <a:gradFill rotWithShape="0">
          <a:gsLst>
            <a:gs pos="0">
              <a:schemeClr val="accent3">
                <a:hueOff val="677650"/>
                <a:satOff val="25000"/>
                <a:lumOff val="-3676"/>
                <a:alphaOff val="0"/>
                <a:lumMod val="110000"/>
                <a:satMod val="105000"/>
                <a:tint val="67000"/>
              </a:schemeClr>
            </a:gs>
            <a:gs pos="50000">
              <a:schemeClr val="accent3">
                <a:hueOff val="677650"/>
                <a:satOff val="25000"/>
                <a:lumOff val="-3676"/>
                <a:alphaOff val="0"/>
                <a:lumMod val="105000"/>
                <a:satMod val="103000"/>
                <a:tint val="73000"/>
              </a:schemeClr>
            </a:gs>
            <a:gs pos="100000">
              <a:schemeClr val="accent3">
                <a:hueOff val="677650"/>
                <a:satOff val="25000"/>
                <a:lumOff val="-3676"/>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41910" rIns="254000" bIns="192226" numCol="1" spcCol="1270" anchor="ctr" anchorCtr="0">
          <a:noAutofit/>
        </a:bodyPr>
        <a:lstStyle/>
        <a:p>
          <a:pPr marL="0" lvl="0" indent="0" algn="l" defTabSz="488950">
            <a:lnSpc>
              <a:spcPct val="90000"/>
            </a:lnSpc>
            <a:spcBef>
              <a:spcPct val="0"/>
            </a:spcBef>
            <a:spcAft>
              <a:spcPct val="35000"/>
            </a:spcAft>
            <a:buFontTx/>
            <a:buNone/>
          </a:pPr>
          <a:r>
            <a:rPr lang="ru-RU" altLang="ru-BY" sz="1100" b="1" kern="1200" dirty="0"/>
            <a:t>Выделите основные компоненты</a:t>
          </a:r>
          <a:endParaRPr lang="ru-BY" altLang="ru-BY" sz="1100" b="1" kern="1200" dirty="0"/>
        </a:p>
      </dsp:txBody>
      <dsp:txXfrm>
        <a:off x="1787890" y="737000"/>
        <a:ext cx="6484861" cy="605437"/>
      </dsp:txXfrm>
    </dsp:sp>
    <dsp:sp modelId="{AC690529-E7E6-4186-915E-41C772700593}">
      <dsp:nvSpPr>
        <dsp:cNvPr id="0" name=""/>
        <dsp:cNvSpPr/>
      </dsp:nvSpPr>
      <dsp:spPr>
        <a:xfrm>
          <a:off x="1787890" y="1366478"/>
          <a:ext cx="1538862" cy="2223358"/>
        </a:xfrm>
        <a:prstGeom prst="rect">
          <a:avLst/>
        </a:prstGeom>
        <a:solidFill>
          <a:schemeClr val="lt1">
            <a:hueOff val="0"/>
            <a:satOff val="0"/>
            <a:lumOff val="0"/>
            <a:alphaOff val="0"/>
          </a:schemeClr>
        </a:solidFill>
        <a:ln w="6350" cap="flat" cmpd="sng" algn="ctr">
          <a:solidFill>
            <a:schemeClr val="accent3">
              <a:hueOff val="677650"/>
              <a:satOff val="25000"/>
              <a:lumOff val="-3676"/>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FontTx/>
            <a:buNone/>
          </a:pPr>
          <a:r>
            <a:rPr lang="ru-RU" altLang="ru-BY" sz="1100" b="1" kern="1200" dirty="0"/>
            <a:t>Разбейте проект на 5-9 ключевых результатов первого уровня.</a:t>
          </a:r>
          <a:endParaRPr lang="ru-BY" altLang="ru-BY" sz="1100" b="1" kern="1200" dirty="0"/>
        </a:p>
      </dsp:txBody>
      <dsp:txXfrm>
        <a:off x="1787890" y="1366478"/>
        <a:ext cx="1538862" cy="2223358"/>
      </dsp:txXfrm>
    </dsp:sp>
    <dsp:sp modelId="{4C58B2E5-2E6D-4403-8C03-E9A48E27FFEA}">
      <dsp:nvSpPr>
        <dsp:cNvPr id="0" name=""/>
        <dsp:cNvSpPr/>
      </dsp:nvSpPr>
      <dsp:spPr>
        <a:xfrm>
          <a:off x="3326585" y="838062"/>
          <a:ext cx="5248883" cy="1210873"/>
        </a:xfrm>
        <a:prstGeom prst="rightArrow">
          <a:avLst>
            <a:gd name="adj1" fmla="val 50000"/>
            <a:gd name="adj2" fmla="val 50000"/>
          </a:avLst>
        </a:prstGeom>
        <a:gradFill rotWithShape="0">
          <a:gsLst>
            <a:gs pos="0">
              <a:schemeClr val="accent3">
                <a:hueOff val="1355300"/>
                <a:satOff val="50000"/>
                <a:lumOff val="-7353"/>
                <a:alphaOff val="0"/>
                <a:lumMod val="110000"/>
                <a:satMod val="105000"/>
                <a:tint val="67000"/>
              </a:schemeClr>
            </a:gs>
            <a:gs pos="50000">
              <a:schemeClr val="accent3">
                <a:hueOff val="1355300"/>
                <a:satOff val="50000"/>
                <a:lumOff val="-7353"/>
                <a:alphaOff val="0"/>
                <a:lumMod val="105000"/>
                <a:satMod val="103000"/>
                <a:tint val="73000"/>
              </a:schemeClr>
            </a:gs>
            <a:gs pos="100000">
              <a:schemeClr val="accent3">
                <a:hueOff val="1355300"/>
                <a:satOff val="50000"/>
                <a:lumOff val="-735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41910" rIns="254000" bIns="192226" numCol="1" spcCol="1270" anchor="ctr" anchorCtr="0">
          <a:noAutofit/>
        </a:bodyPr>
        <a:lstStyle/>
        <a:p>
          <a:pPr marL="0" lvl="0" indent="0" algn="l" defTabSz="488950">
            <a:lnSpc>
              <a:spcPct val="90000"/>
            </a:lnSpc>
            <a:spcBef>
              <a:spcPct val="0"/>
            </a:spcBef>
            <a:spcAft>
              <a:spcPct val="35000"/>
            </a:spcAft>
            <a:buFontTx/>
            <a:buNone/>
          </a:pPr>
          <a:r>
            <a:rPr lang="ru-RU" altLang="ru-BY" sz="1100" b="1" kern="1200" dirty="0"/>
            <a:t>Детализируйте каждый компонент</a:t>
          </a:r>
          <a:endParaRPr lang="ru-BY" altLang="ru-BY" sz="1100" b="1" kern="1200" dirty="0"/>
        </a:p>
      </dsp:txBody>
      <dsp:txXfrm>
        <a:off x="3326585" y="1140780"/>
        <a:ext cx="4946165" cy="605437"/>
      </dsp:txXfrm>
    </dsp:sp>
    <dsp:sp modelId="{E9BCF0C2-A332-4D90-8933-1B5A27774143}">
      <dsp:nvSpPr>
        <dsp:cNvPr id="0" name=""/>
        <dsp:cNvSpPr/>
      </dsp:nvSpPr>
      <dsp:spPr>
        <a:xfrm>
          <a:off x="3326585" y="1770258"/>
          <a:ext cx="1538862" cy="2223358"/>
        </a:xfrm>
        <a:prstGeom prst="rect">
          <a:avLst/>
        </a:prstGeom>
        <a:solidFill>
          <a:schemeClr val="lt1">
            <a:hueOff val="0"/>
            <a:satOff val="0"/>
            <a:lumOff val="0"/>
            <a:alphaOff val="0"/>
          </a:schemeClr>
        </a:solidFill>
        <a:ln w="6350" cap="flat" cmpd="sng" algn="ctr">
          <a:solidFill>
            <a:schemeClr val="accent3">
              <a:hueOff val="1355300"/>
              <a:satOff val="50000"/>
              <a:lumOff val="-7353"/>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FontTx/>
            <a:buNone/>
          </a:pPr>
          <a:r>
            <a:rPr lang="ru-RU" altLang="ru-BY" sz="1100" b="1" kern="1200" dirty="0"/>
            <a:t>Разделите крупные элементы на более мелкие и конкретные результаты.</a:t>
          </a:r>
          <a:endParaRPr lang="ru-BY" altLang="ru-BY" sz="1100" b="1" kern="1200" dirty="0"/>
        </a:p>
      </dsp:txBody>
      <dsp:txXfrm>
        <a:off x="3326585" y="1770258"/>
        <a:ext cx="1538862" cy="2223358"/>
      </dsp:txXfrm>
    </dsp:sp>
    <dsp:sp modelId="{9D39486B-A70D-4E84-99EB-A8DEF939C966}">
      <dsp:nvSpPr>
        <dsp:cNvPr id="0" name=""/>
        <dsp:cNvSpPr/>
      </dsp:nvSpPr>
      <dsp:spPr>
        <a:xfrm>
          <a:off x="4866113" y="1241843"/>
          <a:ext cx="3709355" cy="1210873"/>
        </a:xfrm>
        <a:prstGeom prst="rightArrow">
          <a:avLst>
            <a:gd name="adj1" fmla="val 50000"/>
            <a:gd name="adj2" fmla="val 50000"/>
          </a:avLst>
        </a:prstGeom>
        <a:gradFill rotWithShape="0">
          <a:gsLst>
            <a:gs pos="0">
              <a:schemeClr val="accent3">
                <a:hueOff val="2032949"/>
                <a:satOff val="75000"/>
                <a:lumOff val="-11029"/>
                <a:alphaOff val="0"/>
                <a:lumMod val="110000"/>
                <a:satMod val="105000"/>
                <a:tint val="67000"/>
              </a:schemeClr>
            </a:gs>
            <a:gs pos="50000">
              <a:schemeClr val="accent3">
                <a:hueOff val="2032949"/>
                <a:satOff val="75000"/>
                <a:lumOff val="-11029"/>
                <a:alphaOff val="0"/>
                <a:lumMod val="105000"/>
                <a:satMod val="103000"/>
                <a:tint val="73000"/>
              </a:schemeClr>
            </a:gs>
            <a:gs pos="100000">
              <a:schemeClr val="accent3">
                <a:hueOff val="2032949"/>
                <a:satOff val="75000"/>
                <a:lumOff val="-11029"/>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41910" rIns="254000" bIns="192226" numCol="1" spcCol="1270" anchor="ctr" anchorCtr="0">
          <a:noAutofit/>
        </a:bodyPr>
        <a:lstStyle/>
        <a:p>
          <a:pPr marL="0" lvl="0" indent="0" algn="l" defTabSz="488950">
            <a:lnSpc>
              <a:spcPct val="90000"/>
            </a:lnSpc>
            <a:spcBef>
              <a:spcPct val="0"/>
            </a:spcBef>
            <a:spcAft>
              <a:spcPct val="35000"/>
            </a:spcAft>
            <a:buFontTx/>
            <a:buNone/>
          </a:pPr>
          <a:r>
            <a:rPr lang="ru-RU" altLang="ru-BY" sz="1100" b="1" kern="1200" dirty="0"/>
            <a:t>Проверьте полноту охвата</a:t>
          </a:r>
          <a:endParaRPr lang="ru-BY" altLang="ru-BY" sz="1100" b="1" kern="1200" dirty="0"/>
        </a:p>
      </dsp:txBody>
      <dsp:txXfrm>
        <a:off x="4866113" y="1544561"/>
        <a:ext cx="3406637" cy="605437"/>
      </dsp:txXfrm>
    </dsp:sp>
    <dsp:sp modelId="{FD2E3B00-BBA7-4FB3-AAC7-596968D5497E}">
      <dsp:nvSpPr>
        <dsp:cNvPr id="0" name=""/>
        <dsp:cNvSpPr/>
      </dsp:nvSpPr>
      <dsp:spPr>
        <a:xfrm>
          <a:off x="4866113" y="2174038"/>
          <a:ext cx="1538862" cy="2223358"/>
        </a:xfrm>
        <a:prstGeom prst="rect">
          <a:avLst/>
        </a:prstGeom>
        <a:solidFill>
          <a:schemeClr val="lt1">
            <a:hueOff val="0"/>
            <a:satOff val="0"/>
            <a:lumOff val="0"/>
            <a:alphaOff val="0"/>
          </a:schemeClr>
        </a:solidFill>
        <a:ln w="6350" cap="flat" cmpd="sng" algn="ctr">
          <a:solidFill>
            <a:schemeClr val="accent3">
              <a:hueOff val="2032949"/>
              <a:satOff val="75000"/>
              <a:lumOff val="-1102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FontTx/>
            <a:buNone/>
          </a:pPr>
          <a:r>
            <a:rPr lang="ru-RU" altLang="ru-BY" sz="1100" b="1" kern="1200" dirty="0"/>
            <a:t>Убедитесь, что WBS включает 100% работ (правило 100%).</a:t>
          </a:r>
          <a:endParaRPr lang="ru-BY" altLang="ru-BY" sz="1100" b="1" kern="1200" dirty="0"/>
        </a:p>
      </dsp:txBody>
      <dsp:txXfrm>
        <a:off x="4866113" y="2174038"/>
        <a:ext cx="1538862" cy="2223358"/>
      </dsp:txXfrm>
    </dsp:sp>
    <dsp:sp modelId="{DBCA3DB9-EBC3-4023-8735-F6D77C12FDC8}">
      <dsp:nvSpPr>
        <dsp:cNvPr id="0" name=""/>
        <dsp:cNvSpPr/>
      </dsp:nvSpPr>
      <dsp:spPr>
        <a:xfrm>
          <a:off x="6404809" y="1645623"/>
          <a:ext cx="2170659" cy="1210873"/>
        </a:xfrm>
        <a:prstGeom prst="rightArrow">
          <a:avLst>
            <a:gd name="adj1" fmla="val 50000"/>
            <a:gd name="adj2" fmla="val 50000"/>
          </a:avLst>
        </a:prstGeom>
        <a:gradFill rotWithShape="0">
          <a:gsLst>
            <a:gs pos="0">
              <a:schemeClr val="accent3">
                <a:hueOff val="2710599"/>
                <a:satOff val="100000"/>
                <a:lumOff val="-14706"/>
                <a:alphaOff val="0"/>
                <a:lumMod val="110000"/>
                <a:satMod val="105000"/>
                <a:tint val="67000"/>
              </a:schemeClr>
            </a:gs>
            <a:gs pos="50000">
              <a:schemeClr val="accent3">
                <a:hueOff val="2710599"/>
                <a:satOff val="100000"/>
                <a:lumOff val="-14706"/>
                <a:alphaOff val="0"/>
                <a:lumMod val="105000"/>
                <a:satMod val="103000"/>
                <a:tint val="73000"/>
              </a:schemeClr>
            </a:gs>
            <a:gs pos="100000">
              <a:schemeClr val="accent3">
                <a:hueOff val="2710599"/>
                <a:satOff val="100000"/>
                <a:lumOff val="-14706"/>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41910" rIns="254000" bIns="192226" numCol="1" spcCol="1270" anchor="ctr" anchorCtr="0">
          <a:noAutofit/>
        </a:bodyPr>
        <a:lstStyle/>
        <a:p>
          <a:pPr marL="0" lvl="0" indent="0" algn="l" defTabSz="488950">
            <a:lnSpc>
              <a:spcPct val="90000"/>
            </a:lnSpc>
            <a:spcBef>
              <a:spcPct val="0"/>
            </a:spcBef>
            <a:spcAft>
              <a:spcPct val="35000"/>
            </a:spcAft>
            <a:buFontTx/>
            <a:buNone/>
          </a:pPr>
          <a:r>
            <a:rPr lang="ru-RU" altLang="ru-BY" sz="1100" b="1" kern="1200" dirty="0"/>
            <a:t>Определите пакеты работ</a:t>
          </a:r>
          <a:endParaRPr lang="ru-BY" altLang="ru-BY" sz="1100" b="1" kern="1200" dirty="0"/>
        </a:p>
      </dsp:txBody>
      <dsp:txXfrm>
        <a:off x="6404809" y="1948341"/>
        <a:ext cx="1867941" cy="605437"/>
      </dsp:txXfrm>
    </dsp:sp>
    <dsp:sp modelId="{05B4EF51-40B7-4D60-A7E5-6EEA5F17CFAF}">
      <dsp:nvSpPr>
        <dsp:cNvPr id="0" name=""/>
        <dsp:cNvSpPr/>
      </dsp:nvSpPr>
      <dsp:spPr>
        <a:xfrm>
          <a:off x="6404809" y="2577818"/>
          <a:ext cx="1538862" cy="2223358"/>
        </a:xfrm>
        <a:prstGeom prst="rect">
          <a:avLst/>
        </a:prstGeom>
        <a:solidFill>
          <a:schemeClr val="lt1">
            <a:hueOff val="0"/>
            <a:satOff val="0"/>
            <a:lumOff val="0"/>
            <a:alphaOff val="0"/>
          </a:schemeClr>
        </a:solidFill>
        <a:ln w="6350" cap="flat" cmpd="sng" algn="ctr">
          <a:solidFill>
            <a:schemeClr val="accent3">
              <a:hueOff val="2710599"/>
              <a:satOff val="100000"/>
              <a:lumOff val="-14706"/>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FontTx/>
            <a:buNone/>
          </a:pPr>
          <a:r>
            <a:rPr lang="ru-RU" altLang="ru-BY" sz="1100" b="1" kern="1200" dirty="0"/>
            <a:t>Выделите нижнеуровневые элементы, которые можно оценить и назначить исполнителям.</a:t>
          </a:r>
          <a:endParaRPr lang="ru-BY" altLang="ru-BY" sz="1100" b="1" kern="1200" dirty="0"/>
        </a:p>
      </dsp:txBody>
      <dsp:txXfrm>
        <a:off x="6404809" y="2577818"/>
        <a:ext cx="1538862" cy="222335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29D61A-A0E3-4DDE-BB7E-0F06F8080215}">
      <dsp:nvSpPr>
        <dsp:cNvPr id="0" name=""/>
        <dsp:cNvSpPr/>
      </dsp:nvSpPr>
      <dsp:spPr>
        <a:xfrm>
          <a:off x="0" y="464019"/>
          <a:ext cx="7224464" cy="781200"/>
        </a:xfrm>
        <a:prstGeom prst="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463D969-92BB-40B5-9F31-4CBAC9655A66}">
      <dsp:nvSpPr>
        <dsp:cNvPr id="0" name=""/>
        <dsp:cNvSpPr/>
      </dsp:nvSpPr>
      <dsp:spPr>
        <a:xfrm>
          <a:off x="361223" y="6459"/>
          <a:ext cx="5057124" cy="91512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1147" tIns="0" rIns="191147" bIns="0" numCol="1" spcCol="1270" anchor="ctr" anchorCtr="0">
          <a:noAutofit/>
        </a:bodyPr>
        <a:lstStyle/>
        <a:p>
          <a:pPr marL="0" lvl="0" indent="0" algn="l" defTabSz="622300">
            <a:lnSpc>
              <a:spcPct val="90000"/>
            </a:lnSpc>
            <a:spcBef>
              <a:spcPct val="0"/>
            </a:spcBef>
            <a:spcAft>
              <a:spcPct val="35000"/>
            </a:spcAft>
            <a:buNone/>
          </a:pPr>
          <a:r>
            <a:rPr lang="ru-RU" sz="1400" kern="1200" dirty="0"/>
            <a:t>1. Определение объема доступных трудовых ресурсов.</a:t>
          </a:r>
          <a:endParaRPr lang="ru-BY" sz="1400" kern="1200" dirty="0"/>
        </a:p>
      </dsp:txBody>
      <dsp:txXfrm>
        <a:off x="405895" y="51131"/>
        <a:ext cx="4967780" cy="825776"/>
      </dsp:txXfrm>
    </dsp:sp>
    <dsp:sp modelId="{035BA185-B53A-4002-8271-712BC3500282}">
      <dsp:nvSpPr>
        <dsp:cNvPr id="0" name=""/>
        <dsp:cNvSpPr/>
      </dsp:nvSpPr>
      <dsp:spPr>
        <a:xfrm>
          <a:off x="0" y="1870179"/>
          <a:ext cx="7224464" cy="781200"/>
        </a:xfrm>
        <a:prstGeom prst="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FB6ACA8-F525-4221-ACF4-2E29DC563903}">
      <dsp:nvSpPr>
        <dsp:cNvPr id="0" name=""/>
        <dsp:cNvSpPr/>
      </dsp:nvSpPr>
      <dsp:spPr>
        <a:xfrm>
          <a:off x="361223" y="1412619"/>
          <a:ext cx="5057124" cy="91512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1147" tIns="0" rIns="191147" bIns="0" numCol="1" spcCol="1270" anchor="ctr" anchorCtr="0">
          <a:noAutofit/>
        </a:bodyPr>
        <a:lstStyle/>
        <a:p>
          <a:pPr marL="0" lvl="0" indent="0" algn="l" defTabSz="622300">
            <a:lnSpc>
              <a:spcPct val="90000"/>
            </a:lnSpc>
            <a:spcBef>
              <a:spcPct val="0"/>
            </a:spcBef>
            <a:spcAft>
              <a:spcPct val="35000"/>
            </a:spcAft>
            <a:buNone/>
          </a:pPr>
          <a:r>
            <a:rPr lang="ru-RU" sz="1400" kern="1200"/>
            <a:t>2.  </a:t>
          </a:r>
          <a:r>
            <a:rPr lang="ru-RU" sz="1400" kern="1200" dirty="0"/>
            <a:t>Назначение исполнителей для каждой работы проекта. </a:t>
          </a:r>
          <a:endParaRPr lang="ru-BY" sz="1400" kern="1200" dirty="0"/>
        </a:p>
      </dsp:txBody>
      <dsp:txXfrm>
        <a:off x="405895" y="1457291"/>
        <a:ext cx="4967780" cy="825776"/>
      </dsp:txXfrm>
    </dsp:sp>
    <dsp:sp modelId="{C40AEDCD-70C4-4A98-B71F-CCF19AF0F3CE}">
      <dsp:nvSpPr>
        <dsp:cNvPr id="0" name=""/>
        <dsp:cNvSpPr/>
      </dsp:nvSpPr>
      <dsp:spPr>
        <a:xfrm>
          <a:off x="0" y="3282799"/>
          <a:ext cx="7224464" cy="781200"/>
        </a:xfrm>
        <a:prstGeom prst="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F6470B2-3BDB-40A8-B79B-0164D5961EA8}">
      <dsp:nvSpPr>
        <dsp:cNvPr id="0" name=""/>
        <dsp:cNvSpPr/>
      </dsp:nvSpPr>
      <dsp:spPr>
        <a:xfrm>
          <a:off x="361223" y="2818780"/>
          <a:ext cx="5057124" cy="91512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1147" tIns="0" rIns="191147" bIns="0" numCol="1" spcCol="1270" anchor="ctr" anchorCtr="0">
          <a:noAutofit/>
        </a:bodyPr>
        <a:lstStyle/>
        <a:p>
          <a:pPr marL="0" lvl="0" indent="0" algn="l" defTabSz="622300">
            <a:lnSpc>
              <a:spcPct val="90000"/>
            </a:lnSpc>
            <a:spcBef>
              <a:spcPct val="0"/>
            </a:spcBef>
            <a:spcAft>
              <a:spcPct val="35000"/>
            </a:spcAft>
            <a:buNone/>
          </a:pPr>
          <a:r>
            <a:rPr lang="ru-RU" sz="1400" kern="1200" dirty="0"/>
            <a:t>3.  Анализ и разрешение возникших противоречий в календарном плане. </a:t>
          </a:r>
          <a:endParaRPr lang="ru-BY" sz="1400" kern="1200" dirty="0"/>
        </a:p>
      </dsp:txBody>
      <dsp:txXfrm>
        <a:off x="405895" y="2863452"/>
        <a:ext cx="4967780" cy="82577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E0DB8D-A881-475E-9772-50766989A30C}">
      <dsp:nvSpPr>
        <dsp:cNvPr id="0" name=""/>
        <dsp:cNvSpPr/>
      </dsp:nvSpPr>
      <dsp:spPr>
        <a:xfrm>
          <a:off x="-4917790" y="-753830"/>
          <a:ext cx="5858998" cy="5858998"/>
        </a:xfrm>
        <a:prstGeom prst="blockArc">
          <a:avLst>
            <a:gd name="adj1" fmla="val 18900000"/>
            <a:gd name="adj2" fmla="val 2700000"/>
            <a:gd name="adj3" fmla="val 369"/>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4AF6435-B140-43FD-8A75-14B040D99750}">
      <dsp:nvSpPr>
        <dsp:cNvPr id="0" name=""/>
        <dsp:cNvSpPr/>
      </dsp:nvSpPr>
      <dsp:spPr>
        <a:xfrm>
          <a:off x="305246" y="197811"/>
          <a:ext cx="10152263" cy="395449"/>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13888" tIns="50800" rIns="50800" bIns="50800" numCol="1" spcCol="1270" anchor="ctr" anchorCtr="0">
          <a:noAutofit/>
        </a:bodyPr>
        <a:lstStyle/>
        <a:p>
          <a:pPr marL="0" lvl="0" indent="0" algn="l" defTabSz="889000">
            <a:lnSpc>
              <a:spcPct val="90000"/>
            </a:lnSpc>
            <a:spcBef>
              <a:spcPct val="0"/>
            </a:spcBef>
            <a:spcAft>
              <a:spcPct val="35000"/>
            </a:spcAft>
            <a:buNone/>
          </a:pPr>
          <a:r>
            <a:rPr lang="ru-RU" sz="2000" kern="1200" dirty="0"/>
            <a:t>Аппаратное обеспечение</a:t>
          </a:r>
          <a:endParaRPr lang="ru-BY" sz="2000" kern="1200" dirty="0"/>
        </a:p>
      </dsp:txBody>
      <dsp:txXfrm>
        <a:off x="305246" y="197811"/>
        <a:ext cx="10152263" cy="395449"/>
      </dsp:txXfrm>
    </dsp:sp>
    <dsp:sp modelId="{B5F238A3-4013-44EA-BCDD-DE1B135E7A2A}">
      <dsp:nvSpPr>
        <dsp:cNvPr id="0" name=""/>
        <dsp:cNvSpPr/>
      </dsp:nvSpPr>
      <dsp:spPr>
        <a:xfrm>
          <a:off x="58090" y="148380"/>
          <a:ext cx="494311" cy="494311"/>
        </a:xfrm>
        <a:prstGeom prst="ellipse">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0">
          <a:scrgbClr r="0" g="0" b="0"/>
        </a:effectRef>
        <a:fontRef idx="minor"/>
      </dsp:style>
    </dsp:sp>
    <dsp:sp modelId="{F1535E2B-193F-4FE7-BDAE-0354E73EB6EF}">
      <dsp:nvSpPr>
        <dsp:cNvPr id="0" name=""/>
        <dsp:cNvSpPr/>
      </dsp:nvSpPr>
      <dsp:spPr>
        <a:xfrm>
          <a:off x="663361" y="791334"/>
          <a:ext cx="9794148" cy="395449"/>
        </a:xfrm>
        <a:prstGeom prst="rect">
          <a:avLst/>
        </a:prstGeom>
        <a:gradFill rotWithShape="0">
          <a:gsLst>
            <a:gs pos="0">
              <a:schemeClr val="accent3">
                <a:hueOff val="451767"/>
                <a:satOff val="16667"/>
                <a:lumOff val="-2451"/>
                <a:alphaOff val="0"/>
                <a:lumMod val="110000"/>
                <a:satMod val="105000"/>
                <a:tint val="67000"/>
              </a:schemeClr>
            </a:gs>
            <a:gs pos="50000">
              <a:schemeClr val="accent3">
                <a:hueOff val="451767"/>
                <a:satOff val="16667"/>
                <a:lumOff val="-2451"/>
                <a:alphaOff val="0"/>
                <a:lumMod val="105000"/>
                <a:satMod val="103000"/>
                <a:tint val="73000"/>
              </a:schemeClr>
            </a:gs>
            <a:gs pos="100000">
              <a:schemeClr val="accent3">
                <a:hueOff val="451767"/>
                <a:satOff val="16667"/>
                <a:lumOff val="-2451"/>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13888" tIns="50800" rIns="50800" bIns="50800" numCol="1" spcCol="1270" anchor="ctr" anchorCtr="0">
          <a:noAutofit/>
        </a:bodyPr>
        <a:lstStyle/>
        <a:p>
          <a:pPr marL="0" lvl="0" indent="0" algn="l" defTabSz="889000">
            <a:lnSpc>
              <a:spcPct val="90000"/>
            </a:lnSpc>
            <a:spcBef>
              <a:spcPct val="0"/>
            </a:spcBef>
            <a:spcAft>
              <a:spcPct val="35000"/>
            </a:spcAft>
            <a:buNone/>
          </a:pPr>
          <a:r>
            <a:rPr lang="ru-RU" sz="2000" kern="1200" dirty="0"/>
            <a:t> Программное обеспечение</a:t>
          </a:r>
          <a:endParaRPr lang="ru-BY" sz="2000" kern="1200" dirty="0"/>
        </a:p>
      </dsp:txBody>
      <dsp:txXfrm>
        <a:off x="663361" y="791334"/>
        <a:ext cx="9794148" cy="395449"/>
      </dsp:txXfrm>
    </dsp:sp>
    <dsp:sp modelId="{06B4DE74-450D-49B5-A930-C39E6392467A}">
      <dsp:nvSpPr>
        <dsp:cNvPr id="0" name=""/>
        <dsp:cNvSpPr/>
      </dsp:nvSpPr>
      <dsp:spPr>
        <a:xfrm>
          <a:off x="416205" y="741903"/>
          <a:ext cx="494311" cy="494311"/>
        </a:xfrm>
        <a:prstGeom prst="ellipse">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accent3">
              <a:hueOff val="451767"/>
              <a:satOff val="16667"/>
              <a:lumOff val="-2451"/>
              <a:alphaOff val="0"/>
            </a:schemeClr>
          </a:solidFill>
          <a:prstDash val="solid"/>
          <a:miter lim="800000"/>
        </a:ln>
        <a:effectLst/>
      </dsp:spPr>
      <dsp:style>
        <a:lnRef idx="1">
          <a:scrgbClr r="0" g="0" b="0"/>
        </a:lnRef>
        <a:fillRef idx="2">
          <a:scrgbClr r="0" g="0" b="0"/>
        </a:fillRef>
        <a:effectRef idx="0">
          <a:scrgbClr r="0" g="0" b="0"/>
        </a:effectRef>
        <a:fontRef idx="minor"/>
      </dsp:style>
    </dsp:sp>
    <dsp:sp modelId="{034096B0-567D-4E29-B987-EADD8C5B292D}">
      <dsp:nvSpPr>
        <dsp:cNvPr id="0" name=""/>
        <dsp:cNvSpPr/>
      </dsp:nvSpPr>
      <dsp:spPr>
        <a:xfrm>
          <a:off x="859606" y="1384421"/>
          <a:ext cx="9597902" cy="395449"/>
        </a:xfrm>
        <a:prstGeom prst="rect">
          <a:avLst/>
        </a:prstGeom>
        <a:gradFill rotWithShape="0">
          <a:gsLst>
            <a:gs pos="0">
              <a:schemeClr val="accent3">
                <a:hueOff val="903533"/>
                <a:satOff val="33333"/>
                <a:lumOff val="-4902"/>
                <a:alphaOff val="0"/>
                <a:lumMod val="110000"/>
                <a:satMod val="105000"/>
                <a:tint val="67000"/>
              </a:schemeClr>
            </a:gs>
            <a:gs pos="50000">
              <a:schemeClr val="accent3">
                <a:hueOff val="903533"/>
                <a:satOff val="33333"/>
                <a:lumOff val="-4902"/>
                <a:alphaOff val="0"/>
                <a:lumMod val="105000"/>
                <a:satMod val="103000"/>
                <a:tint val="73000"/>
              </a:schemeClr>
            </a:gs>
            <a:gs pos="100000">
              <a:schemeClr val="accent3">
                <a:hueOff val="903533"/>
                <a:satOff val="33333"/>
                <a:lumOff val="-4902"/>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13888" tIns="50800" rIns="50800" bIns="50800" numCol="1" spcCol="1270" anchor="ctr" anchorCtr="0">
          <a:noAutofit/>
        </a:bodyPr>
        <a:lstStyle/>
        <a:p>
          <a:pPr marL="0" lvl="0" indent="0" algn="l" defTabSz="889000">
            <a:lnSpc>
              <a:spcPct val="90000"/>
            </a:lnSpc>
            <a:spcBef>
              <a:spcPct val="0"/>
            </a:spcBef>
            <a:spcAft>
              <a:spcPct val="35000"/>
            </a:spcAft>
            <a:buNone/>
          </a:pPr>
          <a:r>
            <a:rPr lang="ru-RU" sz="2000" kern="1200" dirty="0"/>
            <a:t>Трудовые ресурсы</a:t>
          </a:r>
          <a:endParaRPr lang="ru-BY" sz="2000" kern="1200" dirty="0"/>
        </a:p>
      </dsp:txBody>
      <dsp:txXfrm>
        <a:off x="859606" y="1384421"/>
        <a:ext cx="9597902" cy="395449"/>
      </dsp:txXfrm>
    </dsp:sp>
    <dsp:sp modelId="{455C2719-F51A-46B3-A445-943B0ED704B6}">
      <dsp:nvSpPr>
        <dsp:cNvPr id="0" name=""/>
        <dsp:cNvSpPr/>
      </dsp:nvSpPr>
      <dsp:spPr>
        <a:xfrm>
          <a:off x="612450" y="1334990"/>
          <a:ext cx="494311" cy="494311"/>
        </a:xfrm>
        <a:prstGeom prst="ellipse">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accent3">
              <a:hueOff val="903533"/>
              <a:satOff val="33333"/>
              <a:lumOff val="-4902"/>
              <a:alphaOff val="0"/>
            </a:schemeClr>
          </a:solidFill>
          <a:prstDash val="solid"/>
          <a:miter lim="800000"/>
        </a:ln>
        <a:effectLst/>
      </dsp:spPr>
      <dsp:style>
        <a:lnRef idx="1">
          <a:scrgbClr r="0" g="0" b="0"/>
        </a:lnRef>
        <a:fillRef idx="2">
          <a:scrgbClr r="0" g="0" b="0"/>
        </a:fillRef>
        <a:effectRef idx="0">
          <a:scrgbClr r="0" g="0" b="0"/>
        </a:effectRef>
        <a:fontRef idx="minor"/>
      </dsp:style>
    </dsp:sp>
    <dsp:sp modelId="{096E8221-7532-44FA-90C1-32D5CA4BF01D}">
      <dsp:nvSpPr>
        <dsp:cNvPr id="0" name=""/>
        <dsp:cNvSpPr/>
      </dsp:nvSpPr>
      <dsp:spPr>
        <a:xfrm>
          <a:off x="922266" y="1977944"/>
          <a:ext cx="9535243" cy="395449"/>
        </a:xfrm>
        <a:prstGeom prst="rect">
          <a:avLst/>
        </a:prstGeom>
        <a:gradFill rotWithShape="0">
          <a:gsLst>
            <a:gs pos="0">
              <a:schemeClr val="accent3">
                <a:hueOff val="1355300"/>
                <a:satOff val="50000"/>
                <a:lumOff val="-7353"/>
                <a:alphaOff val="0"/>
                <a:lumMod val="110000"/>
                <a:satMod val="105000"/>
                <a:tint val="67000"/>
              </a:schemeClr>
            </a:gs>
            <a:gs pos="50000">
              <a:schemeClr val="accent3">
                <a:hueOff val="1355300"/>
                <a:satOff val="50000"/>
                <a:lumOff val="-7353"/>
                <a:alphaOff val="0"/>
                <a:lumMod val="105000"/>
                <a:satMod val="103000"/>
                <a:tint val="73000"/>
              </a:schemeClr>
            </a:gs>
            <a:gs pos="100000">
              <a:schemeClr val="accent3">
                <a:hueOff val="1355300"/>
                <a:satOff val="50000"/>
                <a:lumOff val="-735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13888" tIns="50800" rIns="50800" bIns="50800" numCol="1" spcCol="1270" anchor="ctr" anchorCtr="0">
          <a:noAutofit/>
        </a:bodyPr>
        <a:lstStyle/>
        <a:p>
          <a:pPr marL="0" lvl="0" indent="0" algn="l" defTabSz="889000">
            <a:lnSpc>
              <a:spcPct val="90000"/>
            </a:lnSpc>
            <a:spcBef>
              <a:spcPct val="0"/>
            </a:spcBef>
            <a:spcAft>
              <a:spcPct val="35000"/>
            </a:spcAft>
            <a:buNone/>
          </a:pPr>
          <a:r>
            <a:rPr lang="ru-RU" sz="2000" kern="1200" dirty="0"/>
            <a:t>Инфраструктурные расходы</a:t>
          </a:r>
          <a:endParaRPr lang="ru-BY" sz="2000" kern="1200" dirty="0"/>
        </a:p>
      </dsp:txBody>
      <dsp:txXfrm>
        <a:off x="922266" y="1977944"/>
        <a:ext cx="9535243" cy="395449"/>
      </dsp:txXfrm>
    </dsp:sp>
    <dsp:sp modelId="{5157C524-5306-4E66-8E53-8FF845EB3FE0}">
      <dsp:nvSpPr>
        <dsp:cNvPr id="0" name=""/>
        <dsp:cNvSpPr/>
      </dsp:nvSpPr>
      <dsp:spPr>
        <a:xfrm>
          <a:off x="675110" y="1928513"/>
          <a:ext cx="494311" cy="494311"/>
        </a:xfrm>
        <a:prstGeom prst="ellipse">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accent3">
              <a:hueOff val="1355300"/>
              <a:satOff val="50000"/>
              <a:lumOff val="-7353"/>
              <a:alphaOff val="0"/>
            </a:schemeClr>
          </a:solidFill>
          <a:prstDash val="solid"/>
          <a:miter lim="800000"/>
        </a:ln>
        <a:effectLst/>
      </dsp:spPr>
      <dsp:style>
        <a:lnRef idx="1">
          <a:scrgbClr r="0" g="0" b="0"/>
        </a:lnRef>
        <a:fillRef idx="2">
          <a:scrgbClr r="0" g="0" b="0"/>
        </a:fillRef>
        <a:effectRef idx="0">
          <a:scrgbClr r="0" g="0" b="0"/>
        </a:effectRef>
        <a:fontRef idx="minor"/>
      </dsp:style>
    </dsp:sp>
    <dsp:sp modelId="{66EC7960-CF7F-40CA-B951-E7443BB268EC}">
      <dsp:nvSpPr>
        <dsp:cNvPr id="0" name=""/>
        <dsp:cNvSpPr/>
      </dsp:nvSpPr>
      <dsp:spPr>
        <a:xfrm>
          <a:off x="859606" y="2571466"/>
          <a:ext cx="9597902" cy="395449"/>
        </a:xfrm>
        <a:prstGeom prst="rect">
          <a:avLst/>
        </a:prstGeom>
        <a:gradFill rotWithShape="0">
          <a:gsLst>
            <a:gs pos="0">
              <a:schemeClr val="accent3">
                <a:hueOff val="1807066"/>
                <a:satOff val="66667"/>
                <a:lumOff val="-9804"/>
                <a:alphaOff val="0"/>
                <a:lumMod val="110000"/>
                <a:satMod val="105000"/>
                <a:tint val="67000"/>
              </a:schemeClr>
            </a:gs>
            <a:gs pos="50000">
              <a:schemeClr val="accent3">
                <a:hueOff val="1807066"/>
                <a:satOff val="66667"/>
                <a:lumOff val="-9804"/>
                <a:alphaOff val="0"/>
                <a:lumMod val="105000"/>
                <a:satMod val="103000"/>
                <a:tint val="73000"/>
              </a:schemeClr>
            </a:gs>
            <a:gs pos="100000">
              <a:schemeClr val="accent3">
                <a:hueOff val="1807066"/>
                <a:satOff val="66667"/>
                <a:lumOff val="-980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13888" tIns="50800" rIns="50800" bIns="50800" numCol="1" spcCol="1270" anchor="ctr" anchorCtr="0">
          <a:noAutofit/>
        </a:bodyPr>
        <a:lstStyle/>
        <a:p>
          <a:pPr marL="0" lvl="0" indent="0" algn="l" defTabSz="889000">
            <a:lnSpc>
              <a:spcPct val="90000"/>
            </a:lnSpc>
            <a:spcBef>
              <a:spcPct val="0"/>
            </a:spcBef>
            <a:spcAft>
              <a:spcPct val="35000"/>
            </a:spcAft>
            <a:buNone/>
          </a:pPr>
          <a:r>
            <a:rPr lang="ru-RU" sz="2000" kern="1200" dirty="0"/>
            <a:t>Обучение и сертификация</a:t>
          </a:r>
          <a:endParaRPr lang="ru-BY" sz="2000" kern="1200" dirty="0"/>
        </a:p>
      </dsp:txBody>
      <dsp:txXfrm>
        <a:off x="859606" y="2571466"/>
        <a:ext cx="9597902" cy="395449"/>
      </dsp:txXfrm>
    </dsp:sp>
    <dsp:sp modelId="{0D3CC916-C3D9-4B23-A8E8-3B0FE2FC8D37}">
      <dsp:nvSpPr>
        <dsp:cNvPr id="0" name=""/>
        <dsp:cNvSpPr/>
      </dsp:nvSpPr>
      <dsp:spPr>
        <a:xfrm>
          <a:off x="612450" y="2522035"/>
          <a:ext cx="494311" cy="494311"/>
        </a:xfrm>
        <a:prstGeom prst="ellipse">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accent3">
              <a:hueOff val="1807066"/>
              <a:satOff val="66667"/>
              <a:lumOff val="-9804"/>
              <a:alphaOff val="0"/>
            </a:schemeClr>
          </a:solidFill>
          <a:prstDash val="solid"/>
          <a:miter lim="800000"/>
        </a:ln>
        <a:effectLst/>
      </dsp:spPr>
      <dsp:style>
        <a:lnRef idx="1">
          <a:scrgbClr r="0" g="0" b="0"/>
        </a:lnRef>
        <a:fillRef idx="2">
          <a:scrgbClr r="0" g="0" b="0"/>
        </a:fillRef>
        <a:effectRef idx="0">
          <a:scrgbClr r="0" g="0" b="0"/>
        </a:effectRef>
        <a:fontRef idx="minor"/>
      </dsp:style>
    </dsp:sp>
    <dsp:sp modelId="{37E7DEDC-9764-4EC9-8E1C-EB0E6FA4702B}">
      <dsp:nvSpPr>
        <dsp:cNvPr id="0" name=""/>
        <dsp:cNvSpPr/>
      </dsp:nvSpPr>
      <dsp:spPr>
        <a:xfrm>
          <a:off x="663361" y="3164554"/>
          <a:ext cx="9794148" cy="395449"/>
        </a:xfrm>
        <a:prstGeom prst="rect">
          <a:avLst/>
        </a:prstGeom>
        <a:gradFill rotWithShape="0">
          <a:gsLst>
            <a:gs pos="0">
              <a:schemeClr val="accent3">
                <a:hueOff val="2258833"/>
                <a:satOff val="83333"/>
                <a:lumOff val="-12255"/>
                <a:alphaOff val="0"/>
                <a:lumMod val="110000"/>
                <a:satMod val="105000"/>
                <a:tint val="67000"/>
              </a:schemeClr>
            </a:gs>
            <a:gs pos="50000">
              <a:schemeClr val="accent3">
                <a:hueOff val="2258833"/>
                <a:satOff val="83333"/>
                <a:lumOff val="-12255"/>
                <a:alphaOff val="0"/>
                <a:lumMod val="105000"/>
                <a:satMod val="103000"/>
                <a:tint val="73000"/>
              </a:schemeClr>
            </a:gs>
            <a:gs pos="100000">
              <a:schemeClr val="accent3">
                <a:hueOff val="2258833"/>
                <a:satOff val="83333"/>
                <a:lumOff val="-1225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13888" tIns="50800" rIns="50800" bIns="50800" numCol="1" spcCol="1270" anchor="ctr" anchorCtr="0">
          <a:noAutofit/>
        </a:bodyPr>
        <a:lstStyle/>
        <a:p>
          <a:pPr marL="0" lvl="0" indent="0" algn="l" defTabSz="889000">
            <a:lnSpc>
              <a:spcPct val="90000"/>
            </a:lnSpc>
            <a:spcBef>
              <a:spcPct val="0"/>
            </a:spcBef>
            <a:spcAft>
              <a:spcPct val="35000"/>
            </a:spcAft>
            <a:buNone/>
          </a:pPr>
          <a:r>
            <a:rPr lang="ru-RU" sz="2000" kern="1200"/>
            <a:t>Юридическое сопровождение</a:t>
          </a:r>
          <a:endParaRPr lang="ru-BY" sz="2000" kern="1200" dirty="0"/>
        </a:p>
      </dsp:txBody>
      <dsp:txXfrm>
        <a:off x="663361" y="3164554"/>
        <a:ext cx="9794148" cy="395449"/>
      </dsp:txXfrm>
    </dsp:sp>
    <dsp:sp modelId="{DF9AE26D-587E-4278-8170-5A7BF84397BF}">
      <dsp:nvSpPr>
        <dsp:cNvPr id="0" name=""/>
        <dsp:cNvSpPr/>
      </dsp:nvSpPr>
      <dsp:spPr>
        <a:xfrm>
          <a:off x="416205" y="3115122"/>
          <a:ext cx="494311" cy="494311"/>
        </a:xfrm>
        <a:prstGeom prst="ellipse">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accent3">
              <a:hueOff val="2258833"/>
              <a:satOff val="83333"/>
              <a:lumOff val="-12255"/>
              <a:alphaOff val="0"/>
            </a:schemeClr>
          </a:solidFill>
          <a:prstDash val="solid"/>
          <a:miter lim="800000"/>
        </a:ln>
        <a:effectLst/>
      </dsp:spPr>
      <dsp:style>
        <a:lnRef idx="1">
          <a:scrgbClr r="0" g="0" b="0"/>
        </a:lnRef>
        <a:fillRef idx="2">
          <a:scrgbClr r="0" g="0" b="0"/>
        </a:fillRef>
        <a:effectRef idx="0">
          <a:scrgbClr r="0" g="0" b="0"/>
        </a:effectRef>
        <a:fontRef idx="minor"/>
      </dsp:style>
    </dsp:sp>
    <dsp:sp modelId="{69C33411-00BA-412E-B4D5-F96B16076BE8}">
      <dsp:nvSpPr>
        <dsp:cNvPr id="0" name=""/>
        <dsp:cNvSpPr/>
      </dsp:nvSpPr>
      <dsp:spPr>
        <a:xfrm>
          <a:off x="305246" y="3758076"/>
          <a:ext cx="10152263" cy="395449"/>
        </a:xfrm>
        <a:prstGeom prst="rect">
          <a:avLst/>
        </a:prstGeom>
        <a:gradFill rotWithShape="0">
          <a:gsLst>
            <a:gs pos="0">
              <a:schemeClr val="accent3">
                <a:hueOff val="2710599"/>
                <a:satOff val="100000"/>
                <a:lumOff val="-14706"/>
                <a:alphaOff val="0"/>
                <a:lumMod val="110000"/>
                <a:satMod val="105000"/>
                <a:tint val="67000"/>
              </a:schemeClr>
            </a:gs>
            <a:gs pos="50000">
              <a:schemeClr val="accent3">
                <a:hueOff val="2710599"/>
                <a:satOff val="100000"/>
                <a:lumOff val="-14706"/>
                <a:alphaOff val="0"/>
                <a:lumMod val="105000"/>
                <a:satMod val="103000"/>
                <a:tint val="73000"/>
              </a:schemeClr>
            </a:gs>
            <a:gs pos="100000">
              <a:schemeClr val="accent3">
                <a:hueOff val="2710599"/>
                <a:satOff val="100000"/>
                <a:lumOff val="-14706"/>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13888" tIns="50800" rIns="50800" bIns="50800" numCol="1" spcCol="1270" anchor="ctr" anchorCtr="0">
          <a:noAutofit/>
        </a:bodyPr>
        <a:lstStyle/>
        <a:p>
          <a:pPr marL="0" lvl="0" indent="0" algn="l" defTabSz="889000">
            <a:lnSpc>
              <a:spcPct val="90000"/>
            </a:lnSpc>
            <a:spcBef>
              <a:spcPct val="0"/>
            </a:spcBef>
            <a:spcAft>
              <a:spcPct val="35000"/>
            </a:spcAft>
            <a:buNone/>
          </a:pPr>
          <a:r>
            <a:rPr lang="ru-RU" sz="2000" kern="1200" dirty="0"/>
            <a:t>Непредвиденные расходы</a:t>
          </a:r>
          <a:endParaRPr lang="ru-BY" sz="2000" kern="1200" dirty="0"/>
        </a:p>
      </dsp:txBody>
      <dsp:txXfrm>
        <a:off x="305246" y="3758076"/>
        <a:ext cx="10152263" cy="395449"/>
      </dsp:txXfrm>
    </dsp:sp>
    <dsp:sp modelId="{B7B9795E-53EE-4046-BC9C-202FD5700E56}">
      <dsp:nvSpPr>
        <dsp:cNvPr id="0" name=""/>
        <dsp:cNvSpPr/>
      </dsp:nvSpPr>
      <dsp:spPr>
        <a:xfrm>
          <a:off x="58090" y="3708645"/>
          <a:ext cx="494311" cy="494311"/>
        </a:xfrm>
        <a:prstGeom prst="ellipse">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accent3">
              <a:hueOff val="2710599"/>
              <a:satOff val="100000"/>
              <a:lumOff val="-14706"/>
              <a:alphaOff val="0"/>
            </a:schemeClr>
          </a:solidFill>
          <a:prstDash val="solid"/>
          <a:miter lim="800000"/>
        </a:ln>
        <a:effectLst/>
      </dsp:spPr>
      <dsp:style>
        <a:lnRef idx="1">
          <a:scrgbClr r="0" g="0" b="0"/>
        </a:lnRef>
        <a:fillRef idx="2">
          <a:scrgbClr r="0" g="0" b="0"/>
        </a:fillRef>
        <a:effectRef idx="0">
          <a:scrgbClr r="0" g="0" b="0"/>
        </a:effectRef>
        <a:fontRef idx="minor"/>
      </dsp:style>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5F57D9-DBBF-4F21-BCAF-6057EF4E3B53}">
      <dsp:nvSpPr>
        <dsp:cNvPr id="0" name=""/>
        <dsp:cNvSpPr/>
      </dsp:nvSpPr>
      <dsp:spPr>
        <a:xfrm>
          <a:off x="2717972" y="2461"/>
          <a:ext cx="1836862" cy="915570"/>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kern="1200" dirty="0"/>
            <a:t>Анализ и сбор требований</a:t>
          </a:r>
          <a:endParaRPr lang="ru-BY" sz="1800" kern="1200" dirty="0"/>
        </a:p>
      </dsp:txBody>
      <dsp:txXfrm>
        <a:off x="2744788" y="29277"/>
        <a:ext cx="1783230" cy="861938"/>
      </dsp:txXfrm>
    </dsp:sp>
    <dsp:sp modelId="{E57DBC93-6F8A-4A20-A958-3245F44051EB}">
      <dsp:nvSpPr>
        <dsp:cNvPr id="0" name=""/>
        <dsp:cNvSpPr/>
      </dsp:nvSpPr>
      <dsp:spPr>
        <a:xfrm rot="5400000">
          <a:off x="3464734" y="940920"/>
          <a:ext cx="343338" cy="412006"/>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ru-BY" sz="1400" kern="1200"/>
        </a:p>
      </dsp:txBody>
      <dsp:txXfrm rot="-5400000">
        <a:off x="3512802" y="975254"/>
        <a:ext cx="247204" cy="240337"/>
      </dsp:txXfrm>
    </dsp:sp>
    <dsp:sp modelId="{EC4C3233-1FFD-4606-BBAA-EF00A6E53AD2}">
      <dsp:nvSpPr>
        <dsp:cNvPr id="0" name=""/>
        <dsp:cNvSpPr/>
      </dsp:nvSpPr>
      <dsp:spPr>
        <a:xfrm>
          <a:off x="2717972" y="1375816"/>
          <a:ext cx="1836862" cy="915570"/>
        </a:xfrm>
        <a:prstGeom prst="roundRect">
          <a:avLst>
            <a:gd name="adj" fmla="val 10000"/>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kern="1200" dirty="0"/>
            <a:t>проектирование</a:t>
          </a:r>
          <a:endParaRPr lang="ru-BY" sz="1800" kern="1200" dirty="0"/>
        </a:p>
      </dsp:txBody>
      <dsp:txXfrm>
        <a:off x="2744788" y="1402632"/>
        <a:ext cx="1783230" cy="861938"/>
      </dsp:txXfrm>
    </dsp:sp>
    <dsp:sp modelId="{8599A508-13F9-4E6B-AA96-46AF5EC1A546}">
      <dsp:nvSpPr>
        <dsp:cNvPr id="0" name=""/>
        <dsp:cNvSpPr/>
      </dsp:nvSpPr>
      <dsp:spPr>
        <a:xfrm rot="5400000">
          <a:off x="3464734" y="2314276"/>
          <a:ext cx="343338" cy="412006"/>
        </a:xfrm>
        <a:prstGeom prst="rightArrow">
          <a:avLst>
            <a:gd name="adj1" fmla="val 60000"/>
            <a:gd name="adj2" fmla="val 50000"/>
          </a:avLst>
        </a:prstGeom>
        <a:solidFill>
          <a:schemeClr val="accent2">
            <a:hueOff val="-727682"/>
            <a:satOff val="-41964"/>
            <a:lumOff val="431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ru-BY" sz="1400" kern="1200"/>
        </a:p>
      </dsp:txBody>
      <dsp:txXfrm rot="-5400000">
        <a:off x="3512802" y="2348610"/>
        <a:ext cx="247204" cy="240337"/>
      </dsp:txXfrm>
    </dsp:sp>
    <dsp:sp modelId="{1B33B17F-12E0-4756-A4C3-414E81265479}">
      <dsp:nvSpPr>
        <dsp:cNvPr id="0" name=""/>
        <dsp:cNvSpPr/>
      </dsp:nvSpPr>
      <dsp:spPr>
        <a:xfrm>
          <a:off x="2717972" y="2749172"/>
          <a:ext cx="1836862" cy="915570"/>
        </a:xfrm>
        <a:prstGeom prst="roundRect">
          <a:avLst>
            <a:gd name="adj" fmla="val 10000"/>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kern="1200" dirty="0"/>
            <a:t>кодирование</a:t>
          </a:r>
          <a:endParaRPr lang="ru-BY" sz="1800" kern="1200" dirty="0"/>
        </a:p>
      </dsp:txBody>
      <dsp:txXfrm>
        <a:off x="2744788" y="2775988"/>
        <a:ext cx="1783230" cy="861938"/>
      </dsp:txXfrm>
    </dsp:sp>
    <dsp:sp modelId="{9AA24681-98B4-4D1A-A913-532E7C324CF2}">
      <dsp:nvSpPr>
        <dsp:cNvPr id="0" name=""/>
        <dsp:cNvSpPr/>
      </dsp:nvSpPr>
      <dsp:spPr>
        <a:xfrm rot="5400000">
          <a:off x="3464734" y="3687631"/>
          <a:ext cx="343338" cy="412006"/>
        </a:xfrm>
        <a:prstGeom prst="rightArrow">
          <a:avLst>
            <a:gd name="adj1" fmla="val 60000"/>
            <a:gd name="adj2" fmla="val 50000"/>
          </a:avLst>
        </a:prstGeom>
        <a:solidFill>
          <a:schemeClr val="accent2">
            <a:hueOff val="-1455363"/>
            <a:satOff val="-83928"/>
            <a:lumOff val="862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ru-BY" sz="1400" kern="1200"/>
        </a:p>
      </dsp:txBody>
      <dsp:txXfrm rot="-5400000">
        <a:off x="3512802" y="3721965"/>
        <a:ext cx="247204" cy="240337"/>
      </dsp:txXfrm>
    </dsp:sp>
    <dsp:sp modelId="{4DE8B2C0-1A99-4CFB-B302-F9C79AF55F52}">
      <dsp:nvSpPr>
        <dsp:cNvPr id="0" name=""/>
        <dsp:cNvSpPr/>
      </dsp:nvSpPr>
      <dsp:spPr>
        <a:xfrm>
          <a:off x="2717972" y="4122527"/>
          <a:ext cx="1836862" cy="915570"/>
        </a:xfrm>
        <a:prstGeom prst="roundRect">
          <a:avLst>
            <a:gd name="adj" fmla="val 10000"/>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kern="1200" dirty="0"/>
            <a:t>Тестирование и проверка</a:t>
          </a:r>
          <a:endParaRPr lang="ru-BY" sz="1800" kern="1200" dirty="0"/>
        </a:p>
      </dsp:txBody>
      <dsp:txXfrm>
        <a:off x="2744788" y="4149343"/>
        <a:ext cx="1783230" cy="861938"/>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A0A4AC-C515-42FD-88BC-1DF8D651EEBF}">
      <dsp:nvSpPr>
        <dsp:cNvPr id="0" name=""/>
        <dsp:cNvSpPr/>
      </dsp:nvSpPr>
      <dsp:spPr>
        <a:xfrm rot="16200000">
          <a:off x="-623208" y="628606"/>
          <a:ext cx="3151189" cy="1893977"/>
        </a:xfrm>
        <a:prstGeom prst="flowChartManualOperati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0" tIns="0" rIns="88900" bIns="0" numCol="1" spcCol="1270" anchor="t" anchorCtr="0">
          <a:noAutofit/>
        </a:bodyPr>
        <a:lstStyle/>
        <a:p>
          <a:pPr marL="0" lvl="0" indent="0" algn="l" defTabSz="622300">
            <a:lnSpc>
              <a:spcPct val="90000"/>
            </a:lnSpc>
            <a:spcBef>
              <a:spcPct val="0"/>
            </a:spcBef>
            <a:spcAft>
              <a:spcPct val="35000"/>
            </a:spcAft>
            <a:buNone/>
          </a:pPr>
          <a:r>
            <a:rPr lang="ru-RU" sz="1400" kern="1200" dirty="0"/>
            <a:t>Формирование архитектуры</a:t>
          </a:r>
          <a:endParaRPr lang="ru-BY" sz="1400" kern="1200" dirty="0"/>
        </a:p>
        <a:p>
          <a:pPr marL="114300" lvl="1" indent="-114300" algn="l" defTabSz="622300">
            <a:lnSpc>
              <a:spcPct val="90000"/>
            </a:lnSpc>
            <a:spcBef>
              <a:spcPct val="0"/>
            </a:spcBef>
            <a:spcAft>
              <a:spcPct val="15000"/>
            </a:spcAft>
            <a:buChar char="•"/>
          </a:pPr>
          <a:r>
            <a:rPr lang="ru-RU" sz="1400" kern="1200" dirty="0"/>
            <a:t>Определение основных компонентов и их структурное взаимодействие.</a:t>
          </a:r>
          <a:endParaRPr lang="ru-BY" sz="1400" kern="1200" dirty="0"/>
        </a:p>
      </dsp:txBody>
      <dsp:txXfrm rot="5400000">
        <a:off x="5398" y="630238"/>
        <a:ext cx="1893977" cy="1890713"/>
      </dsp:txXfrm>
    </dsp:sp>
    <dsp:sp modelId="{50A2975A-CF76-456A-B9DB-76509185D15A}">
      <dsp:nvSpPr>
        <dsp:cNvPr id="0" name=""/>
        <dsp:cNvSpPr/>
      </dsp:nvSpPr>
      <dsp:spPr>
        <a:xfrm rot="16200000">
          <a:off x="1412816" y="628606"/>
          <a:ext cx="3151189" cy="1893977"/>
        </a:xfrm>
        <a:prstGeom prst="flowChartManualOperation">
          <a:avLst/>
        </a:prstGeom>
        <a:gradFill rotWithShape="0">
          <a:gsLst>
            <a:gs pos="0">
              <a:schemeClr val="accent2">
                <a:hueOff val="-363841"/>
                <a:satOff val="-20982"/>
                <a:lumOff val="2157"/>
                <a:alphaOff val="0"/>
                <a:lumMod val="110000"/>
                <a:satMod val="105000"/>
                <a:tint val="67000"/>
              </a:schemeClr>
            </a:gs>
            <a:gs pos="50000">
              <a:schemeClr val="accent2">
                <a:hueOff val="-363841"/>
                <a:satOff val="-20982"/>
                <a:lumOff val="2157"/>
                <a:alphaOff val="0"/>
                <a:lumMod val="105000"/>
                <a:satMod val="103000"/>
                <a:tint val="73000"/>
              </a:schemeClr>
            </a:gs>
            <a:gs pos="100000">
              <a:schemeClr val="accent2">
                <a:hueOff val="-363841"/>
                <a:satOff val="-20982"/>
                <a:lumOff val="2157"/>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0" tIns="0" rIns="88900" bIns="0" numCol="1" spcCol="1270" anchor="t" anchorCtr="0">
          <a:noAutofit/>
        </a:bodyPr>
        <a:lstStyle/>
        <a:p>
          <a:pPr marL="0" lvl="0" indent="0" algn="l" defTabSz="622300">
            <a:lnSpc>
              <a:spcPct val="90000"/>
            </a:lnSpc>
            <a:spcBef>
              <a:spcPct val="0"/>
            </a:spcBef>
            <a:spcAft>
              <a:spcPct val="35000"/>
            </a:spcAft>
            <a:buNone/>
          </a:pPr>
          <a:r>
            <a:rPr lang="ru-RU" sz="1400" kern="1200" dirty="0"/>
            <a:t>Разработка логики взаимодействия</a:t>
          </a:r>
          <a:endParaRPr lang="ru-BY" sz="1400" kern="1200" dirty="0"/>
        </a:p>
        <a:p>
          <a:pPr marL="114300" lvl="1" indent="-114300" algn="l" defTabSz="622300">
            <a:lnSpc>
              <a:spcPct val="90000"/>
            </a:lnSpc>
            <a:spcBef>
              <a:spcPct val="0"/>
            </a:spcBef>
            <a:spcAft>
              <a:spcPct val="15000"/>
            </a:spcAft>
            <a:buChar char="•"/>
          </a:pPr>
          <a:r>
            <a:rPr lang="ru-RU" sz="1400" kern="1200" dirty="0"/>
            <a:t>Проектирование механизмов взаимодействия между элементами системы.</a:t>
          </a:r>
          <a:endParaRPr lang="ru-BY" sz="1400" kern="1200" dirty="0"/>
        </a:p>
      </dsp:txBody>
      <dsp:txXfrm rot="5400000">
        <a:off x="2041422" y="630238"/>
        <a:ext cx="1893977" cy="1890713"/>
      </dsp:txXfrm>
    </dsp:sp>
    <dsp:sp modelId="{7DA3352F-21C8-4533-AE6F-5606B24A949E}">
      <dsp:nvSpPr>
        <dsp:cNvPr id="0" name=""/>
        <dsp:cNvSpPr/>
      </dsp:nvSpPr>
      <dsp:spPr>
        <a:xfrm rot="16200000">
          <a:off x="3448842" y="628606"/>
          <a:ext cx="3151189" cy="1893977"/>
        </a:xfrm>
        <a:prstGeom prst="flowChartManualOperation">
          <a:avLst/>
        </a:prstGeom>
        <a:gradFill rotWithShape="0">
          <a:gsLst>
            <a:gs pos="0">
              <a:schemeClr val="accent2">
                <a:hueOff val="-727682"/>
                <a:satOff val="-41964"/>
                <a:lumOff val="4314"/>
                <a:alphaOff val="0"/>
                <a:lumMod val="110000"/>
                <a:satMod val="105000"/>
                <a:tint val="67000"/>
              </a:schemeClr>
            </a:gs>
            <a:gs pos="50000">
              <a:schemeClr val="accent2">
                <a:hueOff val="-727682"/>
                <a:satOff val="-41964"/>
                <a:lumOff val="4314"/>
                <a:alphaOff val="0"/>
                <a:lumMod val="105000"/>
                <a:satMod val="103000"/>
                <a:tint val="73000"/>
              </a:schemeClr>
            </a:gs>
            <a:gs pos="100000">
              <a:schemeClr val="accent2">
                <a:hueOff val="-727682"/>
                <a:satOff val="-41964"/>
                <a:lumOff val="431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0" tIns="0" rIns="88900" bIns="0" numCol="1" spcCol="1270" anchor="t" anchorCtr="0">
          <a:noAutofit/>
        </a:bodyPr>
        <a:lstStyle/>
        <a:p>
          <a:pPr marL="0" lvl="0" indent="0" algn="l" defTabSz="622300">
            <a:lnSpc>
              <a:spcPct val="90000"/>
            </a:lnSpc>
            <a:spcBef>
              <a:spcPct val="0"/>
            </a:spcBef>
            <a:spcAft>
              <a:spcPct val="35000"/>
            </a:spcAft>
            <a:buNone/>
          </a:pPr>
          <a:r>
            <a:rPr lang="ru-RU" sz="1400" kern="1200" dirty="0"/>
            <a:t>Выбор технологий разработки</a:t>
          </a:r>
          <a:endParaRPr lang="ru-BY" sz="1400" kern="1200" dirty="0"/>
        </a:p>
        <a:p>
          <a:pPr marL="114300" lvl="1" indent="-114300" algn="l" defTabSz="622300">
            <a:lnSpc>
              <a:spcPct val="90000"/>
            </a:lnSpc>
            <a:spcBef>
              <a:spcPct val="0"/>
            </a:spcBef>
            <a:spcAft>
              <a:spcPct val="15000"/>
            </a:spcAft>
            <a:buChar char="•"/>
          </a:pPr>
          <a:r>
            <a:rPr lang="ru-RU" sz="1400" kern="1200" dirty="0"/>
            <a:t>Определение инструментов и платформ, необходимых для реализации проекта.</a:t>
          </a:r>
          <a:endParaRPr lang="ru-BY" sz="1400" kern="1200" dirty="0"/>
        </a:p>
      </dsp:txBody>
      <dsp:txXfrm rot="5400000">
        <a:off x="4077448" y="630238"/>
        <a:ext cx="1893977" cy="1890713"/>
      </dsp:txXfrm>
    </dsp:sp>
    <dsp:sp modelId="{ED147592-F9A9-425F-B6CC-86EED843E20B}">
      <dsp:nvSpPr>
        <dsp:cNvPr id="0" name=""/>
        <dsp:cNvSpPr/>
      </dsp:nvSpPr>
      <dsp:spPr>
        <a:xfrm rot="16200000">
          <a:off x="5484868" y="628606"/>
          <a:ext cx="3151189" cy="1893977"/>
        </a:xfrm>
        <a:prstGeom prst="flowChartManualOperation">
          <a:avLst/>
        </a:prstGeom>
        <a:gradFill rotWithShape="0">
          <a:gsLst>
            <a:gs pos="0">
              <a:schemeClr val="accent2">
                <a:hueOff val="-1091522"/>
                <a:satOff val="-62946"/>
                <a:lumOff val="6471"/>
                <a:alphaOff val="0"/>
                <a:lumMod val="110000"/>
                <a:satMod val="105000"/>
                <a:tint val="67000"/>
              </a:schemeClr>
            </a:gs>
            <a:gs pos="50000">
              <a:schemeClr val="accent2">
                <a:hueOff val="-1091522"/>
                <a:satOff val="-62946"/>
                <a:lumOff val="6471"/>
                <a:alphaOff val="0"/>
                <a:lumMod val="105000"/>
                <a:satMod val="103000"/>
                <a:tint val="73000"/>
              </a:schemeClr>
            </a:gs>
            <a:gs pos="100000">
              <a:schemeClr val="accent2">
                <a:hueOff val="-1091522"/>
                <a:satOff val="-62946"/>
                <a:lumOff val="6471"/>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0" tIns="0" rIns="88900" bIns="0" numCol="1" spcCol="1270" anchor="t" anchorCtr="0">
          <a:noAutofit/>
        </a:bodyPr>
        <a:lstStyle/>
        <a:p>
          <a:pPr marL="0" lvl="0" indent="0" algn="l" defTabSz="622300">
            <a:lnSpc>
              <a:spcPct val="90000"/>
            </a:lnSpc>
            <a:spcBef>
              <a:spcPct val="0"/>
            </a:spcBef>
            <a:spcAft>
              <a:spcPct val="35000"/>
            </a:spcAft>
            <a:buNone/>
          </a:pPr>
          <a:r>
            <a:rPr lang="ru-RU" sz="1400" kern="1200" dirty="0"/>
            <a:t>Проектирование пользовательских интерфейсов</a:t>
          </a:r>
          <a:endParaRPr lang="ru-BY" sz="1400" kern="1200" dirty="0"/>
        </a:p>
        <a:p>
          <a:pPr marL="114300" lvl="1" indent="-114300" algn="l" defTabSz="622300">
            <a:lnSpc>
              <a:spcPct val="90000"/>
            </a:lnSpc>
            <a:spcBef>
              <a:spcPct val="0"/>
            </a:spcBef>
            <a:spcAft>
              <a:spcPct val="15000"/>
            </a:spcAft>
            <a:buChar char="•"/>
          </a:pPr>
          <a:r>
            <a:rPr lang="ru-RU" sz="1400" kern="1200" dirty="0"/>
            <a:t>Создание интуитивно понятных и функциональных интерфейсов для пользователей.</a:t>
          </a:r>
          <a:endParaRPr lang="ru-BY" sz="1400" kern="1200" dirty="0"/>
        </a:p>
      </dsp:txBody>
      <dsp:txXfrm rot="5400000">
        <a:off x="6113474" y="630238"/>
        <a:ext cx="1893977" cy="1890713"/>
      </dsp:txXfrm>
    </dsp:sp>
    <dsp:sp modelId="{E54B8A64-6F60-47AF-AE18-38C8E39374F6}">
      <dsp:nvSpPr>
        <dsp:cNvPr id="0" name=""/>
        <dsp:cNvSpPr/>
      </dsp:nvSpPr>
      <dsp:spPr>
        <a:xfrm rot="16200000">
          <a:off x="7520893" y="628606"/>
          <a:ext cx="3151189" cy="1893977"/>
        </a:xfrm>
        <a:prstGeom prst="flowChartManualOperation">
          <a:avLst/>
        </a:prstGeom>
        <a:gradFill rotWithShape="0">
          <a:gsLst>
            <a:gs pos="0">
              <a:schemeClr val="accent2">
                <a:hueOff val="-1455363"/>
                <a:satOff val="-83928"/>
                <a:lumOff val="8628"/>
                <a:alphaOff val="0"/>
                <a:lumMod val="110000"/>
                <a:satMod val="105000"/>
                <a:tint val="67000"/>
              </a:schemeClr>
            </a:gs>
            <a:gs pos="50000">
              <a:schemeClr val="accent2">
                <a:hueOff val="-1455363"/>
                <a:satOff val="-83928"/>
                <a:lumOff val="8628"/>
                <a:alphaOff val="0"/>
                <a:lumMod val="105000"/>
                <a:satMod val="103000"/>
                <a:tint val="73000"/>
              </a:schemeClr>
            </a:gs>
            <a:gs pos="100000">
              <a:schemeClr val="accent2">
                <a:hueOff val="-1455363"/>
                <a:satOff val="-83928"/>
                <a:lumOff val="862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0" tIns="0" rIns="88900" bIns="0" numCol="1" spcCol="1270" anchor="t" anchorCtr="0">
          <a:noAutofit/>
        </a:bodyPr>
        <a:lstStyle/>
        <a:p>
          <a:pPr marL="0" lvl="0" indent="0" algn="l" defTabSz="622300">
            <a:lnSpc>
              <a:spcPct val="90000"/>
            </a:lnSpc>
            <a:spcBef>
              <a:spcPct val="0"/>
            </a:spcBef>
            <a:spcAft>
              <a:spcPct val="35000"/>
            </a:spcAft>
            <a:buNone/>
          </a:pPr>
          <a:r>
            <a:rPr lang="ru-RU" sz="1400" kern="1200" dirty="0"/>
            <a:t>Определение структуры данных</a:t>
          </a:r>
          <a:endParaRPr lang="ru-BY" sz="1400" kern="1200" dirty="0"/>
        </a:p>
        <a:p>
          <a:pPr marL="114300" lvl="1" indent="-114300" algn="l" defTabSz="622300">
            <a:lnSpc>
              <a:spcPct val="90000"/>
            </a:lnSpc>
            <a:spcBef>
              <a:spcPct val="0"/>
            </a:spcBef>
            <a:spcAft>
              <a:spcPct val="15000"/>
            </a:spcAft>
            <a:buChar char="•"/>
          </a:pPr>
          <a:r>
            <a:rPr lang="ru-RU" sz="1400" kern="1200" dirty="0"/>
            <a:t>Установление порядка хранения, обработки и управления данными в системе.</a:t>
          </a:r>
          <a:endParaRPr lang="ru-BY" sz="1400" kern="1200" dirty="0"/>
        </a:p>
      </dsp:txBody>
      <dsp:txXfrm rot="5400000">
        <a:off x="8149499" y="630238"/>
        <a:ext cx="1893977" cy="1890713"/>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0DB6BE-AFE1-49B6-BCB6-9F8244E6ABD2}">
      <dsp:nvSpPr>
        <dsp:cNvPr id="0" name=""/>
        <dsp:cNvSpPr/>
      </dsp:nvSpPr>
      <dsp:spPr>
        <a:xfrm>
          <a:off x="0" y="230818"/>
          <a:ext cx="10744200" cy="528412"/>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33869" tIns="229108" rIns="833869" bIns="99568" numCol="1" spcCol="1270" anchor="t" anchorCtr="0">
          <a:noAutofit/>
        </a:bodyPr>
        <a:lstStyle/>
        <a:p>
          <a:pPr marL="114300" lvl="1" indent="-114300" algn="l" defTabSz="622300">
            <a:lnSpc>
              <a:spcPct val="90000"/>
            </a:lnSpc>
            <a:spcBef>
              <a:spcPct val="0"/>
            </a:spcBef>
            <a:spcAft>
              <a:spcPct val="15000"/>
            </a:spcAft>
            <a:buChar char="•"/>
          </a:pPr>
          <a:r>
            <a:rPr lang="ru-RU" sz="1400" kern="1200" dirty="0"/>
            <a:t>Программа должна решать поставленные задачи и хорошо выполнять свои функции в различных условиях. </a:t>
          </a:r>
          <a:endParaRPr lang="ru-BY" sz="1400" kern="1200" dirty="0"/>
        </a:p>
      </dsp:txBody>
      <dsp:txXfrm>
        <a:off x="0" y="230818"/>
        <a:ext cx="10744200" cy="528412"/>
      </dsp:txXfrm>
    </dsp:sp>
    <dsp:sp modelId="{6673AFA5-A5B2-4652-92B0-378D13311C79}">
      <dsp:nvSpPr>
        <dsp:cNvPr id="0" name=""/>
        <dsp:cNvSpPr/>
      </dsp:nvSpPr>
      <dsp:spPr>
        <a:xfrm>
          <a:off x="537210" y="68458"/>
          <a:ext cx="7520940" cy="324720"/>
        </a:xfrm>
        <a:prstGeom prst="round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84274" tIns="0" rIns="284274" bIns="0" numCol="1" spcCol="1270" anchor="ctr" anchorCtr="0">
          <a:noAutofit/>
        </a:bodyPr>
        <a:lstStyle/>
        <a:p>
          <a:pPr marL="0" lvl="0" indent="0" algn="l" defTabSz="622300">
            <a:lnSpc>
              <a:spcPct val="90000"/>
            </a:lnSpc>
            <a:spcBef>
              <a:spcPct val="0"/>
            </a:spcBef>
            <a:spcAft>
              <a:spcPct val="35000"/>
            </a:spcAft>
            <a:buNone/>
          </a:pPr>
          <a:r>
            <a:rPr lang="ru-RU" sz="1400" kern="1200" dirty="0"/>
            <a:t>Эффективность системы. </a:t>
          </a:r>
          <a:endParaRPr lang="ru-BY" sz="1400" kern="1200" dirty="0"/>
        </a:p>
      </dsp:txBody>
      <dsp:txXfrm>
        <a:off x="553062" y="84310"/>
        <a:ext cx="7489236" cy="293016"/>
      </dsp:txXfrm>
    </dsp:sp>
    <dsp:sp modelId="{2C642494-B181-433E-9EE0-96BC5A8AC979}">
      <dsp:nvSpPr>
        <dsp:cNvPr id="0" name=""/>
        <dsp:cNvSpPr/>
      </dsp:nvSpPr>
      <dsp:spPr>
        <a:xfrm>
          <a:off x="0" y="980991"/>
          <a:ext cx="10744200" cy="727650"/>
        </a:xfrm>
        <a:prstGeom prst="rect">
          <a:avLst/>
        </a:prstGeom>
        <a:solidFill>
          <a:schemeClr val="lt1">
            <a:alpha val="90000"/>
            <a:hueOff val="0"/>
            <a:satOff val="0"/>
            <a:lumOff val="0"/>
            <a:alphaOff val="0"/>
          </a:schemeClr>
        </a:solidFill>
        <a:ln w="6350" cap="flat" cmpd="sng" algn="ctr">
          <a:solidFill>
            <a:schemeClr val="accent3">
              <a:hueOff val="387228"/>
              <a:satOff val="14286"/>
              <a:lumOff val="-210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33869" tIns="229108" rIns="833869" bIns="99568" numCol="1" spcCol="1270" anchor="t" anchorCtr="0">
          <a:noAutofit/>
        </a:bodyPr>
        <a:lstStyle/>
        <a:p>
          <a:pPr marL="114300" lvl="1" indent="-114300" algn="l" defTabSz="622300">
            <a:lnSpc>
              <a:spcPct val="90000"/>
            </a:lnSpc>
            <a:spcBef>
              <a:spcPct val="0"/>
            </a:spcBef>
            <a:spcAft>
              <a:spcPct val="15000"/>
            </a:spcAft>
            <a:buChar char="•"/>
          </a:pPr>
          <a:r>
            <a:rPr lang="ru-RU" sz="1400" kern="1200" dirty="0"/>
            <a:t>Чем быстрее и удобнее можно внести изменения в существующий функционал, чем меньше проблем и ошибок это вызовет — тем гибче и конкурентоспособнее система. </a:t>
          </a:r>
          <a:endParaRPr lang="ru-BY" sz="1400" kern="1200" dirty="0"/>
        </a:p>
      </dsp:txBody>
      <dsp:txXfrm>
        <a:off x="0" y="980991"/>
        <a:ext cx="10744200" cy="727650"/>
      </dsp:txXfrm>
    </dsp:sp>
    <dsp:sp modelId="{03E47FDE-821C-4946-AABC-B5E256AA1A65}">
      <dsp:nvSpPr>
        <dsp:cNvPr id="0" name=""/>
        <dsp:cNvSpPr/>
      </dsp:nvSpPr>
      <dsp:spPr>
        <a:xfrm>
          <a:off x="537210" y="818631"/>
          <a:ext cx="7520940" cy="324720"/>
        </a:xfrm>
        <a:prstGeom prst="roundRect">
          <a:avLst/>
        </a:prstGeom>
        <a:gradFill rotWithShape="0">
          <a:gsLst>
            <a:gs pos="0">
              <a:schemeClr val="accent3">
                <a:hueOff val="387228"/>
                <a:satOff val="14286"/>
                <a:lumOff val="-2101"/>
                <a:alphaOff val="0"/>
                <a:lumMod val="110000"/>
                <a:satMod val="105000"/>
                <a:tint val="67000"/>
              </a:schemeClr>
            </a:gs>
            <a:gs pos="50000">
              <a:schemeClr val="accent3">
                <a:hueOff val="387228"/>
                <a:satOff val="14286"/>
                <a:lumOff val="-2101"/>
                <a:alphaOff val="0"/>
                <a:lumMod val="105000"/>
                <a:satMod val="103000"/>
                <a:tint val="73000"/>
              </a:schemeClr>
            </a:gs>
            <a:gs pos="100000">
              <a:schemeClr val="accent3">
                <a:hueOff val="387228"/>
                <a:satOff val="14286"/>
                <a:lumOff val="-2101"/>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84274" tIns="0" rIns="284274" bIns="0" numCol="1" spcCol="1270" anchor="ctr" anchorCtr="0">
          <a:noAutofit/>
        </a:bodyPr>
        <a:lstStyle/>
        <a:p>
          <a:pPr marL="0" lvl="0" indent="0" algn="l" defTabSz="622300">
            <a:lnSpc>
              <a:spcPct val="90000"/>
            </a:lnSpc>
            <a:spcBef>
              <a:spcPct val="0"/>
            </a:spcBef>
            <a:spcAft>
              <a:spcPct val="35000"/>
            </a:spcAft>
            <a:buNone/>
          </a:pPr>
          <a:r>
            <a:rPr lang="ru-RU" sz="1400" kern="1200" dirty="0"/>
            <a:t>Гибкость системы. </a:t>
          </a:r>
          <a:endParaRPr lang="ru-BY" sz="1400" kern="1200" dirty="0"/>
        </a:p>
      </dsp:txBody>
      <dsp:txXfrm>
        <a:off x="553062" y="834483"/>
        <a:ext cx="7489236" cy="293016"/>
      </dsp:txXfrm>
    </dsp:sp>
    <dsp:sp modelId="{60E11E6B-B171-40F2-9FAF-B30E30572EA3}">
      <dsp:nvSpPr>
        <dsp:cNvPr id="0" name=""/>
        <dsp:cNvSpPr/>
      </dsp:nvSpPr>
      <dsp:spPr>
        <a:xfrm>
          <a:off x="0" y="1930401"/>
          <a:ext cx="10744200" cy="528412"/>
        </a:xfrm>
        <a:prstGeom prst="rect">
          <a:avLst/>
        </a:prstGeom>
        <a:solidFill>
          <a:schemeClr val="lt1">
            <a:alpha val="90000"/>
            <a:hueOff val="0"/>
            <a:satOff val="0"/>
            <a:lumOff val="0"/>
            <a:alphaOff val="0"/>
          </a:schemeClr>
        </a:solidFill>
        <a:ln w="6350" cap="flat" cmpd="sng" algn="ctr">
          <a:solidFill>
            <a:schemeClr val="accent3">
              <a:hueOff val="774457"/>
              <a:satOff val="28571"/>
              <a:lumOff val="-4202"/>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33869" tIns="229108" rIns="833869" bIns="99568" numCol="1" spcCol="1270" anchor="t" anchorCtr="0">
          <a:noAutofit/>
        </a:bodyPr>
        <a:lstStyle/>
        <a:p>
          <a:pPr marL="114300" lvl="1" indent="-114300" algn="l" defTabSz="622300">
            <a:lnSpc>
              <a:spcPct val="90000"/>
            </a:lnSpc>
            <a:spcBef>
              <a:spcPct val="0"/>
            </a:spcBef>
            <a:spcAft>
              <a:spcPct val="15000"/>
            </a:spcAft>
            <a:buChar char="•"/>
          </a:pPr>
          <a:r>
            <a:rPr lang="ru-RU" sz="1400" kern="1200" dirty="0"/>
            <a:t>Возможность добавлять в систему новые сущности и функции, не нарушая ее основной структуры. </a:t>
          </a:r>
          <a:endParaRPr lang="ru-BY" sz="1400" kern="1200" dirty="0"/>
        </a:p>
      </dsp:txBody>
      <dsp:txXfrm>
        <a:off x="0" y="1930401"/>
        <a:ext cx="10744200" cy="528412"/>
      </dsp:txXfrm>
    </dsp:sp>
    <dsp:sp modelId="{B6B0D24C-7CC3-45DA-B523-6B7366FA7536}">
      <dsp:nvSpPr>
        <dsp:cNvPr id="0" name=""/>
        <dsp:cNvSpPr/>
      </dsp:nvSpPr>
      <dsp:spPr>
        <a:xfrm>
          <a:off x="537210" y="1768041"/>
          <a:ext cx="7520940" cy="324720"/>
        </a:xfrm>
        <a:prstGeom prst="roundRect">
          <a:avLst/>
        </a:prstGeom>
        <a:gradFill rotWithShape="0">
          <a:gsLst>
            <a:gs pos="0">
              <a:schemeClr val="accent3">
                <a:hueOff val="774457"/>
                <a:satOff val="28571"/>
                <a:lumOff val="-4202"/>
                <a:alphaOff val="0"/>
                <a:lumMod val="110000"/>
                <a:satMod val="105000"/>
                <a:tint val="67000"/>
              </a:schemeClr>
            </a:gs>
            <a:gs pos="50000">
              <a:schemeClr val="accent3">
                <a:hueOff val="774457"/>
                <a:satOff val="28571"/>
                <a:lumOff val="-4202"/>
                <a:alphaOff val="0"/>
                <a:lumMod val="105000"/>
                <a:satMod val="103000"/>
                <a:tint val="73000"/>
              </a:schemeClr>
            </a:gs>
            <a:gs pos="100000">
              <a:schemeClr val="accent3">
                <a:hueOff val="774457"/>
                <a:satOff val="28571"/>
                <a:lumOff val="-4202"/>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84274" tIns="0" rIns="284274" bIns="0" numCol="1" spcCol="1270" anchor="ctr" anchorCtr="0">
          <a:noAutofit/>
        </a:bodyPr>
        <a:lstStyle/>
        <a:p>
          <a:pPr marL="0" lvl="0" indent="0" algn="l" defTabSz="622300">
            <a:lnSpc>
              <a:spcPct val="90000"/>
            </a:lnSpc>
            <a:spcBef>
              <a:spcPct val="0"/>
            </a:spcBef>
            <a:spcAft>
              <a:spcPct val="35000"/>
            </a:spcAft>
            <a:buNone/>
          </a:pPr>
          <a:r>
            <a:rPr lang="ru-RU" sz="1400" kern="1200" dirty="0"/>
            <a:t>Расширяемость системы.</a:t>
          </a:r>
          <a:endParaRPr lang="ru-BY" sz="1400" kern="1200" dirty="0"/>
        </a:p>
      </dsp:txBody>
      <dsp:txXfrm>
        <a:off x="553062" y="1783893"/>
        <a:ext cx="7489236" cy="293016"/>
      </dsp:txXfrm>
    </dsp:sp>
    <dsp:sp modelId="{1CD32808-9350-49D1-89E7-A3250D8AC459}">
      <dsp:nvSpPr>
        <dsp:cNvPr id="0" name=""/>
        <dsp:cNvSpPr/>
      </dsp:nvSpPr>
      <dsp:spPr>
        <a:xfrm>
          <a:off x="0" y="2680574"/>
          <a:ext cx="10744200" cy="528412"/>
        </a:xfrm>
        <a:prstGeom prst="rect">
          <a:avLst/>
        </a:prstGeom>
        <a:solidFill>
          <a:schemeClr val="lt1">
            <a:alpha val="90000"/>
            <a:hueOff val="0"/>
            <a:satOff val="0"/>
            <a:lumOff val="0"/>
            <a:alphaOff val="0"/>
          </a:schemeClr>
        </a:solidFill>
        <a:ln w="6350" cap="flat" cmpd="sng" algn="ctr">
          <a:solidFill>
            <a:schemeClr val="accent3">
              <a:hueOff val="1161685"/>
              <a:satOff val="42857"/>
              <a:lumOff val="-6303"/>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33869" tIns="229108" rIns="833869" bIns="99568" numCol="1" spcCol="1270" anchor="t" anchorCtr="0">
          <a:noAutofit/>
        </a:bodyPr>
        <a:lstStyle/>
        <a:p>
          <a:pPr marL="114300" lvl="1" indent="-114300" algn="l" defTabSz="622300">
            <a:lnSpc>
              <a:spcPct val="90000"/>
            </a:lnSpc>
            <a:spcBef>
              <a:spcPct val="0"/>
            </a:spcBef>
            <a:spcAft>
              <a:spcPct val="15000"/>
            </a:spcAft>
            <a:buChar char="•"/>
          </a:pPr>
          <a:r>
            <a:rPr lang="ru-RU" sz="1400" kern="1200" dirty="0"/>
            <a:t>Возможность сократить срок разработки за счёт добавления к проекту новых людей. </a:t>
          </a:r>
          <a:endParaRPr lang="ru-BY" sz="1400" kern="1200" dirty="0"/>
        </a:p>
      </dsp:txBody>
      <dsp:txXfrm>
        <a:off x="0" y="2680574"/>
        <a:ext cx="10744200" cy="528412"/>
      </dsp:txXfrm>
    </dsp:sp>
    <dsp:sp modelId="{B03F5DD8-AB7D-4C89-9C40-1F193667FE31}">
      <dsp:nvSpPr>
        <dsp:cNvPr id="0" name=""/>
        <dsp:cNvSpPr/>
      </dsp:nvSpPr>
      <dsp:spPr>
        <a:xfrm>
          <a:off x="537210" y="2518214"/>
          <a:ext cx="7520940" cy="324720"/>
        </a:xfrm>
        <a:prstGeom prst="roundRect">
          <a:avLst/>
        </a:prstGeom>
        <a:gradFill rotWithShape="0">
          <a:gsLst>
            <a:gs pos="0">
              <a:schemeClr val="accent3">
                <a:hueOff val="1161685"/>
                <a:satOff val="42857"/>
                <a:lumOff val="-6303"/>
                <a:alphaOff val="0"/>
                <a:lumMod val="110000"/>
                <a:satMod val="105000"/>
                <a:tint val="67000"/>
              </a:schemeClr>
            </a:gs>
            <a:gs pos="50000">
              <a:schemeClr val="accent3">
                <a:hueOff val="1161685"/>
                <a:satOff val="42857"/>
                <a:lumOff val="-6303"/>
                <a:alphaOff val="0"/>
                <a:lumMod val="105000"/>
                <a:satMod val="103000"/>
                <a:tint val="73000"/>
              </a:schemeClr>
            </a:gs>
            <a:gs pos="100000">
              <a:schemeClr val="accent3">
                <a:hueOff val="1161685"/>
                <a:satOff val="42857"/>
                <a:lumOff val="-630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84274" tIns="0" rIns="284274" bIns="0" numCol="1" spcCol="1270" anchor="ctr" anchorCtr="0">
          <a:noAutofit/>
        </a:bodyPr>
        <a:lstStyle/>
        <a:p>
          <a:pPr marL="0" lvl="0" indent="0" algn="l" defTabSz="622300">
            <a:lnSpc>
              <a:spcPct val="90000"/>
            </a:lnSpc>
            <a:spcBef>
              <a:spcPct val="0"/>
            </a:spcBef>
            <a:spcAft>
              <a:spcPct val="35000"/>
            </a:spcAft>
            <a:buNone/>
          </a:pPr>
          <a:r>
            <a:rPr lang="ru-RU" sz="1400" kern="1200" dirty="0"/>
            <a:t>Масштабируемость процесса разработки. </a:t>
          </a:r>
          <a:endParaRPr lang="ru-BY" sz="1400" kern="1200" dirty="0"/>
        </a:p>
      </dsp:txBody>
      <dsp:txXfrm>
        <a:off x="553062" y="2534066"/>
        <a:ext cx="7489236" cy="293016"/>
      </dsp:txXfrm>
    </dsp:sp>
    <dsp:sp modelId="{8C837380-6380-4E60-BA45-9506D8FA3859}">
      <dsp:nvSpPr>
        <dsp:cNvPr id="0" name=""/>
        <dsp:cNvSpPr/>
      </dsp:nvSpPr>
      <dsp:spPr>
        <a:xfrm>
          <a:off x="0" y="3430746"/>
          <a:ext cx="10744200" cy="528412"/>
        </a:xfrm>
        <a:prstGeom prst="rect">
          <a:avLst/>
        </a:prstGeom>
        <a:solidFill>
          <a:schemeClr val="lt1">
            <a:alpha val="90000"/>
            <a:hueOff val="0"/>
            <a:satOff val="0"/>
            <a:lumOff val="0"/>
            <a:alphaOff val="0"/>
          </a:schemeClr>
        </a:solidFill>
        <a:ln w="6350" cap="flat" cmpd="sng" algn="ctr">
          <a:solidFill>
            <a:schemeClr val="accent3">
              <a:hueOff val="1548914"/>
              <a:satOff val="57143"/>
              <a:lumOff val="-8403"/>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33869" tIns="229108" rIns="833869" bIns="99568" numCol="1" spcCol="1270" anchor="t" anchorCtr="0">
          <a:noAutofit/>
        </a:bodyPr>
        <a:lstStyle/>
        <a:p>
          <a:pPr marL="114300" lvl="1" indent="-114300" algn="l" defTabSz="622300">
            <a:lnSpc>
              <a:spcPct val="90000"/>
            </a:lnSpc>
            <a:spcBef>
              <a:spcPct val="0"/>
            </a:spcBef>
            <a:spcAft>
              <a:spcPct val="15000"/>
            </a:spcAft>
            <a:buChar char="•"/>
          </a:pPr>
          <a:r>
            <a:rPr lang="ru-RU" sz="1400" kern="1200" dirty="0"/>
            <a:t>Код, который легче тестировать, будет содержать меньше ошибок и надежнее работать. </a:t>
          </a:r>
          <a:endParaRPr lang="ru-BY" sz="1400" kern="1200" dirty="0"/>
        </a:p>
      </dsp:txBody>
      <dsp:txXfrm>
        <a:off x="0" y="3430746"/>
        <a:ext cx="10744200" cy="528412"/>
      </dsp:txXfrm>
    </dsp:sp>
    <dsp:sp modelId="{A848F274-B962-412D-A098-AF4362BE260D}">
      <dsp:nvSpPr>
        <dsp:cNvPr id="0" name=""/>
        <dsp:cNvSpPr/>
      </dsp:nvSpPr>
      <dsp:spPr>
        <a:xfrm>
          <a:off x="537210" y="3268386"/>
          <a:ext cx="7520940" cy="324720"/>
        </a:xfrm>
        <a:prstGeom prst="roundRect">
          <a:avLst/>
        </a:prstGeom>
        <a:gradFill rotWithShape="0">
          <a:gsLst>
            <a:gs pos="0">
              <a:schemeClr val="accent3">
                <a:hueOff val="1548914"/>
                <a:satOff val="57143"/>
                <a:lumOff val="-8403"/>
                <a:alphaOff val="0"/>
                <a:lumMod val="110000"/>
                <a:satMod val="105000"/>
                <a:tint val="67000"/>
              </a:schemeClr>
            </a:gs>
            <a:gs pos="50000">
              <a:schemeClr val="accent3">
                <a:hueOff val="1548914"/>
                <a:satOff val="57143"/>
                <a:lumOff val="-8403"/>
                <a:alphaOff val="0"/>
                <a:lumMod val="105000"/>
                <a:satMod val="103000"/>
                <a:tint val="73000"/>
              </a:schemeClr>
            </a:gs>
            <a:gs pos="100000">
              <a:schemeClr val="accent3">
                <a:hueOff val="1548914"/>
                <a:satOff val="57143"/>
                <a:lumOff val="-840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84274" tIns="0" rIns="284274" bIns="0" numCol="1" spcCol="1270" anchor="ctr" anchorCtr="0">
          <a:noAutofit/>
        </a:bodyPr>
        <a:lstStyle/>
        <a:p>
          <a:pPr marL="0" lvl="0" indent="0" algn="l" defTabSz="622300">
            <a:lnSpc>
              <a:spcPct val="90000"/>
            </a:lnSpc>
            <a:spcBef>
              <a:spcPct val="0"/>
            </a:spcBef>
            <a:spcAft>
              <a:spcPct val="35000"/>
            </a:spcAft>
            <a:buNone/>
          </a:pPr>
          <a:r>
            <a:rPr lang="ru-RU" sz="1400" kern="1200" dirty="0"/>
            <a:t>Тестируемость. </a:t>
          </a:r>
          <a:endParaRPr lang="ru-BY" sz="1400" kern="1200" dirty="0"/>
        </a:p>
      </dsp:txBody>
      <dsp:txXfrm>
        <a:off x="553062" y="3284238"/>
        <a:ext cx="7489236" cy="293016"/>
      </dsp:txXfrm>
    </dsp:sp>
    <dsp:sp modelId="{1FDCB1D7-5956-48F7-AB41-85898D8DA4B1}">
      <dsp:nvSpPr>
        <dsp:cNvPr id="0" name=""/>
        <dsp:cNvSpPr/>
      </dsp:nvSpPr>
      <dsp:spPr>
        <a:xfrm>
          <a:off x="0" y="4180918"/>
          <a:ext cx="10744200" cy="277200"/>
        </a:xfrm>
        <a:prstGeom prst="rect">
          <a:avLst/>
        </a:prstGeom>
        <a:solidFill>
          <a:schemeClr val="lt1">
            <a:alpha val="90000"/>
            <a:hueOff val="0"/>
            <a:satOff val="0"/>
            <a:lumOff val="0"/>
            <a:alphaOff val="0"/>
          </a:schemeClr>
        </a:solidFill>
        <a:ln w="6350" cap="flat" cmpd="sng" algn="ctr">
          <a:solidFill>
            <a:schemeClr val="accent3">
              <a:hueOff val="1936142"/>
              <a:satOff val="71429"/>
              <a:lumOff val="-10504"/>
              <a:alphaOff val="0"/>
            </a:schemeClr>
          </a:solidFill>
          <a:prstDash val="solid"/>
          <a:miter lim="800000"/>
        </a:ln>
        <a:effectLst/>
      </dsp:spPr>
      <dsp:style>
        <a:lnRef idx="1">
          <a:scrgbClr r="0" g="0" b="0"/>
        </a:lnRef>
        <a:fillRef idx="1">
          <a:scrgbClr r="0" g="0" b="0"/>
        </a:fillRef>
        <a:effectRef idx="0">
          <a:scrgbClr r="0" g="0" b="0"/>
        </a:effectRef>
        <a:fontRef idx="minor"/>
      </dsp:style>
    </dsp:sp>
    <dsp:sp modelId="{D2BB8AD6-5EBB-428B-92BA-0A6B4DEDCAEC}">
      <dsp:nvSpPr>
        <dsp:cNvPr id="0" name=""/>
        <dsp:cNvSpPr/>
      </dsp:nvSpPr>
      <dsp:spPr>
        <a:xfrm>
          <a:off x="537210" y="4018558"/>
          <a:ext cx="7520940" cy="324720"/>
        </a:xfrm>
        <a:prstGeom prst="roundRect">
          <a:avLst/>
        </a:prstGeom>
        <a:gradFill rotWithShape="0">
          <a:gsLst>
            <a:gs pos="0">
              <a:schemeClr val="accent3">
                <a:hueOff val="1936142"/>
                <a:satOff val="71429"/>
                <a:lumOff val="-10504"/>
                <a:alphaOff val="0"/>
                <a:lumMod val="110000"/>
                <a:satMod val="105000"/>
                <a:tint val="67000"/>
              </a:schemeClr>
            </a:gs>
            <a:gs pos="50000">
              <a:schemeClr val="accent3">
                <a:hueOff val="1936142"/>
                <a:satOff val="71429"/>
                <a:lumOff val="-10504"/>
                <a:alphaOff val="0"/>
                <a:lumMod val="105000"/>
                <a:satMod val="103000"/>
                <a:tint val="73000"/>
              </a:schemeClr>
            </a:gs>
            <a:gs pos="100000">
              <a:schemeClr val="accent3">
                <a:hueOff val="1936142"/>
                <a:satOff val="71429"/>
                <a:lumOff val="-1050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84274" tIns="0" rIns="284274" bIns="0" numCol="1" spcCol="1270" anchor="ctr" anchorCtr="0">
          <a:noAutofit/>
        </a:bodyPr>
        <a:lstStyle/>
        <a:p>
          <a:pPr marL="0" lvl="0" indent="0" algn="l" defTabSz="622300">
            <a:lnSpc>
              <a:spcPct val="90000"/>
            </a:lnSpc>
            <a:spcBef>
              <a:spcPct val="0"/>
            </a:spcBef>
            <a:spcAft>
              <a:spcPct val="35000"/>
            </a:spcAft>
            <a:buNone/>
          </a:pPr>
          <a:r>
            <a:rPr lang="ru-RU" sz="1400" kern="1200" dirty="0"/>
            <a:t>Возможность повторного использования. </a:t>
          </a:r>
          <a:endParaRPr lang="ru-BY" sz="1400" kern="1200" dirty="0"/>
        </a:p>
      </dsp:txBody>
      <dsp:txXfrm>
        <a:off x="553062" y="4034410"/>
        <a:ext cx="7489236" cy="293016"/>
      </dsp:txXfrm>
    </dsp:sp>
    <dsp:sp modelId="{D541F29A-5C0C-4135-9767-0EF3F7535CAC}">
      <dsp:nvSpPr>
        <dsp:cNvPr id="0" name=""/>
        <dsp:cNvSpPr/>
      </dsp:nvSpPr>
      <dsp:spPr>
        <a:xfrm>
          <a:off x="0" y="4679878"/>
          <a:ext cx="10744200" cy="277200"/>
        </a:xfrm>
        <a:prstGeom prst="rect">
          <a:avLst/>
        </a:prstGeom>
        <a:solidFill>
          <a:schemeClr val="lt1">
            <a:alpha val="90000"/>
            <a:hueOff val="0"/>
            <a:satOff val="0"/>
            <a:lumOff val="0"/>
            <a:alphaOff val="0"/>
          </a:schemeClr>
        </a:solidFill>
        <a:ln w="6350" cap="flat" cmpd="sng" algn="ctr">
          <a:solidFill>
            <a:schemeClr val="accent3">
              <a:hueOff val="2323371"/>
              <a:satOff val="85714"/>
              <a:lumOff val="-12605"/>
              <a:alphaOff val="0"/>
            </a:schemeClr>
          </a:solidFill>
          <a:prstDash val="solid"/>
          <a:miter lim="800000"/>
        </a:ln>
        <a:effectLst/>
      </dsp:spPr>
      <dsp:style>
        <a:lnRef idx="1">
          <a:scrgbClr r="0" g="0" b="0"/>
        </a:lnRef>
        <a:fillRef idx="1">
          <a:scrgbClr r="0" g="0" b="0"/>
        </a:fillRef>
        <a:effectRef idx="0">
          <a:scrgbClr r="0" g="0" b="0"/>
        </a:effectRef>
        <a:fontRef idx="minor"/>
      </dsp:style>
    </dsp:sp>
    <dsp:sp modelId="{FC3075D9-31E1-43BD-BC9E-BDCADE1A72EB}">
      <dsp:nvSpPr>
        <dsp:cNvPr id="0" name=""/>
        <dsp:cNvSpPr/>
      </dsp:nvSpPr>
      <dsp:spPr>
        <a:xfrm>
          <a:off x="537210" y="4517518"/>
          <a:ext cx="7520940" cy="324720"/>
        </a:xfrm>
        <a:prstGeom prst="roundRect">
          <a:avLst/>
        </a:prstGeom>
        <a:gradFill rotWithShape="0">
          <a:gsLst>
            <a:gs pos="0">
              <a:schemeClr val="accent3">
                <a:hueOff val="2323371"/>
                <a:satOff val="85714"/>
                <a:lumOff val="-12605"/>
                <a:alphaOff val="0"/>
                <a:lumMod val="110000"/>
                <a:satMod val="105000"/>
                <a:tint val="67000"/>
              </a:schemeClr>
            </a:gs>
            <a:gs pos="50000">
              <a:schemeClr val="accent3">
                <a:hueOff val="2323371"/>
                <a:satOff val="85714"/>
                <a:lumOff val="-12605"/>
                <a:alphaOff val="0"/>
                <a:lumMod val="105000"/>
                <a:satMod val="103000"/>
                <a:tint val="73000"/>
              </a:schemeClr>
            </a:gs>
            <a:gs pos="100000">
              <a:schemeClr val="accent3">
                <a:hueOff val="2323371"/>
                <a:satOff val="85714"/>
                <a:lumOff val="-1260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84274" tIns="0" rIns="284274" bIns="0" numCol="1" spcCol="1270" anchor="ctr" anchorCtr="0">
          <a:noAutofit/>
        </a:bodyPr>
        <a:lstStyle/>
        <a:p>
          <a:pPr marL="0" lvl="0" indent="0" algn="l" defTabSz="622300">
            <a:lnSpc>
              <a:spcPct val="90000"/>
            </a:lnSpc>
            <a:spcBef>
              <a:spcPct val="0"/>
            </a:spcBef>
            <a:spcAft>
              <a:spcPct val="35000"/>
            </a:spcAft>
            <a:buNone/>
          </a:pPr>
          <a:r>
            <a:rPr lang="ru-RU" sz="1400" kern="1200" dirty="0"/>
            <a:t>Хорошо структурированный, читаемый и понятный код.</a:t>
          </a:r>
          <a:endParaRPr lang="ru-BY" sz="1400" kern="1200" dirty="0"/>
        </a:p>
      </dsp:txBody>
      <dsp:txXfrm>
        <a:off x="553062" y="4533370"/>
        <a:ext cx="7489236" cy="293016"/>
      </dsp:txXfrm>
    </dsp:sp>
    <dsp:sp modelId="{5D672DC4-09CA-4B21-8A39-09FB48EFD62F}">
      <dsp:nvSpPr>
        <dsp:cNvPr id="0" name=""/>
        <dsp:cNvSpPr/>
      </dsp:nvSpPr>
      <dsp:spPr>
        <a:xfrm>
          <a:off x="0" y="5178839"/>
          <a:ext cx="10744200" cy="277200"/>
        </a:xfrm>
        <a:prstGeom prst="rect">
          <a:avLst/>
        </a:prstGeom>
        <a:solidFill>
          <a:schemeClr val="lt1">
            <a:alpha val="90000"/>
            <a:hueOff val="0"/>
            <a:satOff val="0"/>
            <a:lumOff val="0"/>
            <a:alphaOff val="0"/>
          </a:schemeClr>
        </a:solidFill>
        <a:ln w="6350" cap="flat" cmpd="sng" algn="ctr">
          <a:solidFill>
            <a:schemeClr val="accent3">
              <a:hueOff val="2710599"/>
              <a:satOff val="100000"/>
              <a:lumOff val="-14706"/>
              <a:alphaOff val="0"/>
            </a:schemeClr>
          </a:solidFill>
          <a:prstDash val="solid"/>
          <a:miter lim="800000"/>
        </a:ln>
        <a:effectLst/>
      </dsp:spPr>
      <dsp:style>
        <a:lnRef idx="1">
          <a:scrgbClr r="0" g="0" b="0"/>
        </a:lnRef>
        <a:fillRef idx="1">
          <a:scrgbClr r="0" g="0" b="0"/>
        </a:fillRef>
        <a:effectRef idx="0">
          <a:scrgbClr r="0" g="0" b="0"/>
        </a:effectRef>
        <a:fontRef idx="minor"/>
      </dsp:style>
    </dsp:sp>
    <dsp:sp modelId="{10861FB8-7F0C-43E1-9246-634B280BD315}">
      <dsp:nvSpPr>
        <dsp:cNvPr id="0" name=""/>
        <dsp:cNvSpPr/>
      </dsp:nvSpPr>
      <dsp:spPr>
        <a:xfrm>
          <a:off x="537210" y="5016479"/>
          <a:ext cx="7520940" cy="324720"/>
        </a:xfrm>
        <a:prstGeom prst="roundRect">
          <a:avLst/>
        </a:prstGeom>
        <a:gradFill rotWithShape="0">
          <a:gsLst>
            <a:gs pos="0">
              <a:schemeClr val="accent3">
                <a:hueOff val="2710599"/>
                <a:satOff val="100000"/>
                <a:lumOff val="-14706"/>
                <a:alphaOff val="0"/>
                <a:lumMod val="110000"/>
                <a:satMod val="105000"/>
                <a:tint val="67000"/>
              </a:schemeClr>
            </a:gs>
            <a:gs pos="50000">
              <a:schemeClr val="accent3">
                <a:hueOff val="2710599"/>
                <a:satOff val="100000"/>
                <a:lumOff val="-14706"/>
                <a:alphaOff val="0"/>
                <a:lumMod val="105000"/>
                <a:satMod val="103000"/>
                <a:tint val="73000"/>
              </a:schemeClr>
            </a:gs>
            <a:gs pos="100000">
              <a:schemeClr val="accent3">
                <a:hueOff val="2710599"/>
                <a:satOff val="100000"/>
                <a:lumOff val="-14706"/>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84274" tIns="0" rIns="284274" bIns="0" numCol="1" spcCol="1270" anchor="ctr" anchorCtr="0">
          <a:noAutofit/>
        </a:bodyPr>
        <a:lstStyle/>
        <a:p>
          <a:pPr marL="0" lvl="0" indent="0" algn="l" defTabSz="622300">
            <a:lnSpc>
              <a:spcPct val="90000"/>
            </a:lnSpc>
            <a:spcBef>
              <a:spcPct val="0"/>
            </a:spcBef>
            <a:spcAft>
              <a:spcPct val="35000"/>
            </a:spcAft>
            <a:buNone/>
          </a:pPr>
          <a:r>
            <a:rPr lang="ru-RU" sz="1400" kern="1200" dirty="0" err="1"/>
            <a:t>Сопровождаемость</a:t>
          </a:r>
          <a:r>
            <a:rPr lang="ru-RU" sz="1400" kern="1200" dirty="0"/>
            <a:t>. </a:t>
          </a:r>
          <a:endParaRPr lang="ru-BY" sz="1400" kern="1200" dirty="0"/>
        </a:p>
      </dsp:txBody>
      <dsp:txXfrm>
        <a:off x="553062" y="5032331"/>
        <a:ext cx="7489236" cy="293016"/>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575B04-DED6-42A6-AAF1-0140A7D4FADC}">
      <dsp:nvSpPr>
        <dsp:cNvPr id="0" name=""/>
        <dsp:cNvSpPr/>
      </dsp:nvSpPr>
      <dsp:spPr>
        <a:xfrm>
          <a:off x="0" y="464019"/>
          <a:ext cx="7924916" cy="781200"/>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54C0CEAC-CBFA-4B1D-A8EC-50985205968C}">
      <dsp:nvSpPr>
        <dsp:cNvPr id="0" name=""/>
        <dsp:cNvSpPr/>
      </dsp:nvSpPr>
      <dsp:spPr>
        <a:xfrm>
          <a:off x="396245" y="6459"/>
          <a:ext cx="5547441" cy="915120"/>
        </a:xfrm>
        <a:prstGeom prst="round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9680" tIns="0" rIns="209680" bIns="0" numCol="1" spcCol="1270" anchor="ctr" anchorCtr="0">
          <a:noAutofit/>
        </a:bodyPr>
        <a:lstStyle/>
        <a:p>
          <a:pPr marL="0" lvl="0" indent="0" algn="l" defTabSz="800100">
            <a:lnSpc>
              <a:spcPct val="90000"/>
            </a:lnSpc>
            <a:spcBef>
              <a:spcPct val="0"/>
            </a:spcBef>
            <a:spcAft>
              <a:spcPct val="35000"/>
            </a:spcAft>
            <a:buNone/>
          </a:pPr>
          <a:r>
            <a:rPr lang="ru-RU" sz="1800" kern="1200" dirty="0"/>
            <a:t>на каждую функцию - хотя бы один тест; </a:t>
          </a:r>
          <a:endParaRPr lang="ru-BY" sz="1800" kern="1200" dirty="0"/>
        </a:p>
      </dsp:txBody>
      <dsp:txXfrm>
        <a:off x="440917" y="51131"/>
        <a:ext cx="5458097" cy="825776"/>
      </dsp:txXfrm>
    </dsp:sp>
    <dsp:sp modelId="{2312D4E8-E319-4AE1-BDA4-18390CAF9253}">
      <dsp:nvSpPr>
        <dsp:cNvPr id="0" name=""/>
        <dsp:cNvSpPr/>
      </dsp:nvSpPr>
      <dsp:spPr>
        <a:xfrm>
          <a:off x="0" y="1870179"/>
          <a:ext cx="7924916" cy="781200"/>
        </a:xfrm>
        <a:prstGeom prst="rect">
          <a:avLst/>
        </a:prstGeom>
        <a:solidFill>
          <a:schemeClr val="lt1">
            <a:alpha val="90000"/>
            <a:hueOff val="0"/>
            <a:satOff val="0"/>
            <a:lumOff val="0"/>
            <a:alphaOff val="0"/>
          </a:schemeClr>
        </a:solidFill>
        <a:ln w="6350" cap="flat" cmpd="sng" algn="ctr">
          <a:solidFill>
            <a:schemeClr val="accent3">
              <a:hueOff val="1355300"/>
              <a:satOff val="50000"/>
              <a:lumOff val="-7353"/>
              <a:alphaOff val="0"/>
            </a:schemeClr>
          </a:solidFill>
          <a:prstDash val="solid"/>
          <a:miter lim="800000"/>
        </a:ln>
        <a:effectLst/>
      </dsp:spPr>
      <dsp:style>
        <a:lnRef idx="1">
          <a:scrgbClr r="0" g="0" b="0"/>
        </a:lnRef>
        <a:fillRef idx="1">
          <a:scrgbClr r="0" g="0" b="0"/>
        </a:fillRef>
        <a:effectRef idx="0">
          <a:scrgbClr r="0" g="0" b="0"/>
        </a:effectRef>
        <a:fontRef idx="minor"/>
      </dsp:style>
    </dsp:sp>
    <dsp:sp modelId="{8A049A7E-73CD-4830-B5E1-68E47E7791E6}">
      <dsp:nvSpPr>
        <dsp:cNvPr id="0" name=""/>
        <dsp:cNvSpPr/>
      </dsp:nvSpPr>
      <dsp:spPr>
        <a:xfrm>
          <a:off x="396245" y="1412619"/>
          <a:ext cx="5547441" cy="915120"/>
        </a:xfrm>
        <a:prstGeom prst="roundRect">
          <a:avLst/>
        </a:prstGeom>
        <a:gradFill rotWithShape="0">
          <a:gsLst>
            <a:gs pos="0">
              <a:schemeClr val="accent3">
                <a:hueOff val="1355300"/>
                <a:satOff val="50000"/>
                <a:lumOff val="-7353"/>
                <a:alphaOff val="0"/>
                <a:lumMod val="110000"/>
                <a:satMod val="105000"/>
                <a:tint val="67000"/>
              </a:schemeClr>
            </a:gs>
            <a:gs pos="50000">
              <a:schemeClr val="accent3">
                <a:hueOff val="1355300"/>
                <a:satOff val="50000"/>
                <a:lumOff val="-7353"/>
                <a:alphaOff val="0"/>
                <a:lumMod val="105000"/>
                <a:satMod val="103000"/>
                <a:tint val="73000"/>
              </a:schemeClr>
            </a:gs>
            <a:gs pos="100000">
              <a:schemeClr val="accent3">
                <a:hueOff val="1355300"/>
                <a:satOff val="50000"/>
                <a:lumOff val="-735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9680" tIns="0" rIns="209680" bIns="0" numCol="1" spcCol="1270" anchor="ctr" anchorCtr="0">
          <a:noAutofit/>
        </a:bodyPr>
        <a:lstStyle/>
        <a:p>
          <a:pPr marL="0" lvl="0" indent="0" algn="l" defTabSz="800100">
            <a:lnSpc>
              <a:spcPct val="90000"/>
            </a:lnSpc>
            <a:spcBef>
              <a:spcPct val="0"/>
            </a:spcBef>
            <a:spcAft>
              <a:spcPct val="35000"/>
            </a:spcAft>
            <a:buNone/>
          </a:pPr>
          <a:r>
            <a:rPr lang="ru-RU" sz="1800" kern="1200" dirty="0"/>
            <a:t>на каждую область и на каждую границу  изменения  входной  величины  -  хотя  бы  один  тест; </a:t>
          </a:r>
          <a:endParaRPr lang="ru-BY" sz="1800" kern="1200" dirty="0"/>
        </a:p>
      </dsp:txBody>
      <dsp:txXfrm>
        <a:off x="440917" y="1457291"/>
        <a:ext cx="5458097" cy="825776"/>
      </dsp:txXfrm>
    </dsp:sp>
    <dsp:sp modelId="{CFAB3102-FD5F-4171-934E-50B36DD76ABC}">
      <dsp:nvSpPr>
        <dsp:cNvPr id="0" name=""/>
        <dsp:cNvSpPr/>
      </dsp:nvSpPr>
      <dsp:spPr>
        <a:xfrm>
          <a:off x="0" y="3276340"/>
          <a:ext cx="7924916" cy="781200"/>
        </a:xfrm>
        <a:prstGeom prst="rect">
          <a:avLst/>
        </a:prstGeom>
        <a:solidFill>
          <a:schemeClr val="lt1">
            <a:alpha val="90000"/>
            <a:hueOff val="0"/>
            <a:satOff val="0"/>
            <a:lumOff val="0"/>
            <a:alphaOff val="0"/>
          </a:schemeClr>
        </a:solidFill>
        <a:ln w="6350" cap="flat" cmpd="sng" algn="ctr">
          <a:solidFill>
            <a:schemeClr val="accent3">
              <a:hueOff val="2710599"/>
              <a:satOff val="100000"/>
              <a:lumOff val="-14706"/>
              <a:alphaOff val="0"/>
            </a:schemeClr>
          </a:solidFill>
          <a:prstDash val="solid"/>
          <a:miter lim="800000"/>
        </a:ln>
        <a:effectLst/>
      </dsp:spPr>
      <dsp:style>
        <a:lnRef idx="1">
          <a:scrgbClr r="0" g="0" b="0"/>
        </a:lnRef>
        <a:fillRef idx="1">
          <a:scrgbClr r="0" g="0" b="0"/>
        </a:fillRef>
        <a:effectRef idx="0">
          <a:scrgbClr r="0" g="0" b="0"/>
        </a:effectRef>
        <a:fontRef idx="minor"/>
      </dsp:style>
    </dsp:sp>
    <dsp:sp modelId="{6EA7726D-0D73-4063-9739-B38C90629FF3}">
      <dsp:nvSpPr>
        <dsp:cNvPr id="0" name=""/>
        <dsp:cNvSpPr/>
      </dsp:nvSpPr>
      <dsp:spPr>
        <a:xfrm>
          <a:off x="396245" y="2818780"/>
          <a:ext cx="5547441" cy="915120"/>
        </a:xfrm>
        <a:prstGeom prst="roundRect">
          <a:avLst/>
        </a:prstGeom>
        <a:gradFill rotWithShape="0">
          <a:gsLst>
            <a:gs pos="0">
              <a:schemeClr val="accent3">
                <a:hueOff val="2710599"/>
                <a:satOff val="100000"/>
                <a:lumOff val="-14706"/>
                <a:alphaOff val="0"/>
                <a:lumMod val="110000"/>
                <a:satMod val="105000"/>
                <a:tint val="67000"/>
              </a:schemeClr>
            </a:gs>
            <a:gs pos="50000">
              <a:schemeClr val="accent3">
                <a:hueOff val="2710599"/>
                <a:satOff val="100000"/>
                <a:lumOff val="-14706"/>
                <a:alphaOff val="0"/>
                <a:lumMod val="105000"/>
                <a:satMod val="103000"/>
                <a:tint val="73000"/>
              </a:schemeClr>
            </a:gs>
            <a:gs pos="100000">
              <a:schemeClr val="accent3">
                <a:hueOff val="2710599"/>
                <a:satOff val="100000"/>
                <a:lumOff val="-14706"/>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9680" tIns="0" rIns="209680" bIns="0" numCol="1" spcCol="1270" anchor="ctr" anchorCtr="0">
          <a:noAutofit/>
        </a:bodyPr>
        <a:lstStyle/>
        <a:p>
          <a:pPr marL="0" lvl="0" indent="0" algn="l" defTabSz="800100">
            <a:lnSpc>
              <a:spcPct val="90000"/>
            </a:lnSpc>
            <a:spcBef>
              <a:spcPct val="0"/>
            </a:spcBef>
            <a:spcAft>
              <a:spcPct val="35000"/>
            </a:spcAft>
            <a:buNone/>
          </a:pPr>
          <a:r>
            <a:rPr lang="ru-RU" sz="1800" kern="1200" dirty="0"/>
            <a:t>на  каждую исключительную ситуацию, указанную в спецификациях, - хотя бы один тест. </a:t>
          </a:r>
          <a:endParaRPr lang="ru-BY" sz="1800" kern="1200" dirty="0"/>
        </a:p>
      </dsp:txBody>
      <dsp:txXfrm>
        <a:off x="440917" y="2863452"/>
        <a:ext cx="5458097" cy="825776"/>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DDD62D-D8EF-41F2-8772-B918641B11D5}">
      <dsp:nvSpPr>
        <dsp:cNvPr id="0" name=""/>
        <dsp:cNvSpPr/>
      </dsp:nvSpPr>
      <dsp:spPr>
        <a:xfrm rot="5400000">
          <a:off x="7421563" y="-3260659"/>
          <a:ext cx="593725" cy="7264400"/>
        </a:xfrm>
        <a:prstGeom prst="round2Same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ru-RU" sz="1600" kern="1200"/>
            <a:t>тестируется  каждый отдельный модуль, в отрыве от остальной системы</a:t>
          </a:r>
          <a:endParaRPr lang="ru-BY" sz="1600" kern="1200" dirty="0"/>
        </a:p>
      </dsp:txBody>
      <dsp:txXfrm rot="-5400000">
        <a:off x="4086226" y="103661"/>
        <a:ext cx="7235417" cy="535759"/>
      </dsp:txXfrm>
    </dsp:sp>
    <dsp:sp modelId="{FE8B8969-32A1-49D5-969E-1225AE29B023}">
      <dsp:nvSpPr>
        <dsp:cNvPr id="0" name=""/>
        <dsp:cNvSpPr/>
      </dsp:nvSpPr>
      <dsp:spPr>
        <a:xfrm>
          <a:off x="0" y="463"/>
          <a:ext cx="4086225" cy="742156"/>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ru-RU" sz="2100" kern="1200" dirty="0"/>
            <a:t>Модульное тестирование-</a:t>
          </a:r>
          <a:endParaRPr lang="ru-BY" sz="2100" kern="1200" dirty="0"/>
        </a:p>
      </dsp:txBody>
      <dsp:txXfrm>
        <a:off x="36229" y="36692"/>
        <a:ext cx="4013767" cy="669698"/>
      </dsp:txXfrm>
    </dsp:sp>
    <dsp:sp modelId="{48A71141-EE43-4B96-A20F-02368AD1A152}">
      <dsp:nvSpPr>
        <dsp:cNvPr id="0" name=""/>
        <dsp:cNvSpPr/>
      </dsp:nvSpPr>
      <dsp:spPr>
        <a:xfrm rot="5400000">
          <a:off x="7421563" y="-2481395"/>
          <a:ext cx="593725" cy="7264400"/>
        </a:xfrm>
        <a:prstGeom prst="round2SameRect">
          <a:avLst/>
        </a:prstGeom>
        <a:solidFill>
          <a:schemeClr val="accent2">
            <a:tint val="40000"/>
            <a:alpha val="90000"/>
            <a:hueOff val="-141538"/>
            <a:satOff val="-12558"/>
            <a:lumOff val="-128"/>
            <a:alphaOff val="0"/>
          </a:schemeClr>
        </a:solidFill>
        <a:ln w="6350" cap="flat" cmpd="sng" algn="ctr">
          <a:solidFill>
            <a:schemeClr val="accent2">
              <a:tint val="40000"/>
              <a:alpha val="90000"/>
              <a:hueOff val="-141538"/>
              <a:satOff val="-12558"/>
              <a:lumOff val="-1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ru-RU" sz="1600" kern="1200"/>
            <a:t> компоненты  тестируются  на совместимость,  поскольку  разные  компоненты  могут  создаваться  разными людьми, в разное время, по разным технологиям.</a:t>
          </a:r>
          <a:endParaRPr lang="ru-BY" sz="1600" kern="1200" dirty="0"/>
        </a:p>
      </dsp:txBody>
      <dsp:txXfrm rot="-5400000">
        <a:off x="4086226" y="882925"/>
        <a:ext cx="7235417" cy="535759"/>
      </dsp:txXfrm>
    </dsp:sp>
    <dsp:sp modelId="{28681C44-7822-42C5-A2D0-21EC1D43617E}">
      <dsp:nvSpPr>
        <dsp:cNvPr id="0" name=""/>
        <dsp:cNvSpPr/>
      </dsp:nvSpPr>
      <dsp:spPr>
        <a:xfrm>
          <a:off x="0" y="779727"/>
          <a:ext cx="4086225" cy="742156"/>
        </a:xfrm>
        <a:prstGeom prst="roundRect">
          <a:avLst/>
        </a:prstGeom>
        <a:gradFill rotWithShape="0">
          <a:gsLst>
            <a:gs pos="0">
              <a:schemeClr val="accent2">
                <a:hueOff val="-242561"/>
                <a:satOff val="-13988"/>
                <a:lumOff val="1438"/>
                <a:alphaOff val="0"/>
                <a:lumMod val="110000"/>
                <a:satMod val="105000"/>
                <a:tint val="67000"/>
              </a:schemeClr>
            </a:gs>
            <a:gs pos="50000">
              <a:schemeClr val="accent2">
                <a:hueOff val="-242561"/>
                <a:satOff val="-13988"/>
                <a:lumOff val="1438"/>
                <a:alphaOff val="0"/>
                <a:lumMod val="105000"/>
                <a:satMod val="103000"/>
                <a:tint val="73000"/>
              </a:schemeClr>
            </a:gs>
            <a:gs pos="100000">
              <a:schemeClr val="accent2">
                <a:hueOff val="-242561"/>
                <a:satOff val="-13988"/>
                <a:lumOff val="143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ru-RU" sz="2100" kern="1200" dirty="0"/>
            <a:t>Интеграционное  тестирование  – </a:t>
          </a:r>
          <a:endParaRPr lang="ru-BY" sz="2100" kern="1200" dirty="0"/>
        </a:p>
      </dsp:txBody>
      <dsp:txXfrm>
        <a:off x="36229" y="815956"/>
        <a:ext cx="4013767" cy="669698"/>
      </dsp:txXfrm>
    </dsp:sp>
    <dsp:sp modelId="{01B8D6DE-E25C-45B2-BB5A-2B3AB3FBB67E}">
      <dsp:nvSpPr>
        <dsp:cNvPr id="0" name=""/>
        <dsp:cNvSpPr/>
      </dsp:nvSpPr>
      <dsp:spPr>
        <a:xfrm rot="5400000">
          <a:off x="7421563" y="-1702130"/>
          <a:ext cx="593725" cy="7264400"/>
        </a:xfrm>
        <a:prstGeom prst="round2SameRect">
          <a:avLst/>
        </a:prstGeom>
        <a:solidFill>
          <a:schemeClr val="accent2">
            <a:tint val="40000"/>
            <a:alpha val="90000"/>
            <a:hueOff val="-283075"/>
            <a:satOff val="-25115"/>
            <a:lumOff val="-256"/>
            <a:alphaOff val="0"/>
          </a:schemeClr>
        </a:solidFill>
        <a:ln w="6350" cap="flat" cmpd="sng" algn="ctr">
          <a:solidFill>
            <a:schemeClr val="accent2">
              <a:tint val="40000"/>
              <a:alpha val="90000"/>
              <a:hueOff val="-283075"/>
              <a:satOff val="-25115"/>
              <a:lumOff val="-256"/>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ru-RU" sz="1600" kern="1200"/>
            <a:t>это </a:t>
          </a:r>
          <a:r>
            <a:rPr lang="ru-RU" sz="1600" kern="1200" dirty="0"/>
            <a:t>тестирование всей системы в целом</a:t>
          </a:r>
          <a:endParaRPr lang="ru-BY" sz="1600" kern="1200" dirty="0"/>
        </a:p>
      </dsp:txBody>
      <dsp:txXfrm rot="-5400000">
        <a:off x="4086226" y="1662190"/>
        <a:ext cx="7235417" cy="535759"/>
      </dsp:txXfrm>
    </dsp:sp>
    <dsp:sp modelId="{B5A52820-B6BA-4A7D-9418-352F395F784C}">
      <dsp:nvSpPr>
        <dsp:cNvPr id="0" name=""/>
        <dsp:cNvSpPr/>
      </dsp:nvSpPr>
      <dsp:spPr>
        <a:xfrm>
          <a:off x="0" y="1558991"/>
          <a:ext cx="4086225" cy="742156"/>
        </a:xfrm>
        <a:prstGeom prst="roundRect">
          <a:avLst/>
        </a:prstGeom>
        <a:gradFill rotWithShape="0">
          <a:gsLst>
            <a:gs pos="0">
              <a:schemeClr val="accent2">
                <a:hueOff val="-485121"/>
                <a:satOff val="-27976"/>
                <a:lumOff val="2876"/>
                <a:alphaOff val="0"/>
                <a:lumMod val="110000"/>
                <a:satMod val="105000"/>
                <a:tint val="67000"/>
              </a:schemeClr>
            </a:gs>
            <a:gs pos="50000">
              <a:schemeClr val="accent2">
                <a:hueOff val="-485121"/>
                <a:satOff val="-27976"/>
                <a:lumOff val="2876"/>
                <a:alphaOff val="0"/>
                <a:lumMod val="105000"/>
                <a:satMod val="103000"/>
                <a:tint val="73000"/>
              </a:schemeClr>
            </a:gs>
            <a:gs pos="100000">
              <a:schemeClr val="accent2">
                <a:hueOff val="-485121"/>
                <a:satOff val="-27976"/>
                <a:lumOff val="2876"/>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ru-RU" sz="2100" kern="1200" dirty="0"/>
            <a:t>Системное тестирование –</a:t>
          </a:r>
          <a:endParaRPr lang="ru-BY" sz="2100" kern="1200" dirty="0"/>
        </a:p>
      </dsp:txBody>
      <dsp:txXfrm>
        <a:off x="36229" y="1595220"/>
        <a:ext cx="4013767" cy="669698"/>
      </dsp:txXfrm>
    </dsp:sp>
    <dsp:sp modelId="{AE775C89-EFDF-4CF4-B13B-E9CB6EF445EB}">
      <dsp:nvSpPr>
        <dsp:cNvPr id="0" name=""/>
        <dsp:cNvSpPr/>
      </dsp:nvSpPr>
      <dsp:spPr>
        <a:xfrm rot="5400000">
          <a:off x="7421563" y="-922866"/>
          <a:ext cx="593725" cy="7264400"/>
        </a:xfrm>
        <a:prstGeom prst="round2SameRect">
          <a:avLst/>
        </a:prstGeom>
        <a:solidFill>
          <a:schemeClr val="accent2">
            <a:tint val="40000"/>
            <a:alpha val="90000"/>
            <a:hueOff val="-424613"/>
            <a:satOff val="-37673"/>
            <a:lumOff val="-385"/>
            <a:alphaOff val="0"/>
          </a:schemeClr>
        </a:solidFill>
        <a:ln w="6350" cap="flat" cmpd="sng" algn="ctr">
          <a:solidFill>
            <a:schemeClr val="accent2">
              <a:tint val="40000"/>
              <a:alpha val="90000"/>
              <a:hueOff val="-424613"/>
              <a:satOff val="-37673"/>
              <a:lumOff val="-385"/>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ru-RU" sz="1600" kern="1200"/>
            <a:t>тестирование  </a:t>
          </a:r>
          <a:r>
            <a:rPr lang="ru-RU" sz="1600" kern="1200" dirty="0"/>
            <a:t>системы  в  процессе  ее разработки</a:t>
          </a:r>
          <a:endParaRPr lang="ru-BY" sz="1600" kern="1200" dirty="0"/>
        </a:p>
      </dsp:txBody>
      <dsp:txXfrm rot="-5400000">
        <a:off x="4086226" y="2441454"/>
        <a:ext cx="7235417" cy="535759"/>
      </dsp:txXfrm>
    </dsp:sp>
    <dsp:sp modelId="{BC4E579C-C5F2-4675-BFA7-DC8859205859}">
      <dsp:nvSpPr>
        <dsp:cNvPr id="0" name=""/>
        <dsp:cNvSpPr/>
      </dsp:nvSpPr>
      <dsp:spPr>
        <a:xfrm>
          <a:off x="0" y="2338255"/>
          <a:ext cx="4086225" cy="742156"/>
        </a:xfrm>
        <a:prstGeom prst="roundRect">
          <a:avLst/>
        </a:prstGeom>
        <a:gradFill rotWithShape="0">
          <a:gsLst>
            <a:gs pos="0">
              <a:schemeClr val="accent2">
                <a:hueOff val="-727682"/>
                <a:satOff val="-41964"/>
                <a:lumOff val="4314"/>
                <a:alphaOff val="0"/>
                <a:lumMod val="110000"/>
                <a:satMod val="105000"/>
                <a:tint val="67000"/>
              </a:schemeClr>
            </a:gs>
            <a:gs pos="50000">
              <a:schemeClr val="accent2">
                <a:hueOff val="-727682"/>
                <a:satOff val="-41964"/>
                <a:lumOff val="4314"/>
                <a:alphaOff val="0"/>
                <a:lumMod val="105000"/>
                <a:satMod val="103000"/>
                <a:tint val="73000"/>
              </a:schemeClr>
            </a:gs>
            <a:gs pos="100000">
              <a:schemeClr val="accent2">
                <a:hueOff val="-727682"/>
                <a:satOff val="-41964"/>
                <a:lumOff val="431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ru-RU" sz="2100" kern="1200" dirty="0"/>
            <a:t>Регрессионное  тестирование  – </a:t>
          </a:r>
          <a:endParaRPr lang="ru-BY" sz="2100" kern="1200" dirty="0"/>
        </a:p>
      </dsp:txBody>
      <dsp:txXfrm>
        <a:off x="36229" y="2374484"/>
        <a:ext cx="4013767" cy="669698"/>
      </dsp:txXfrm>
    </dsp:sp>
    <dsp:sp modelId="{B4B52FC0-FA15-4F8B-80C0-027465D36DCC}">
      <dsp:nvSpPr>
        <dsp:cNvPr id="0" name=""/>
        <dsp:cNvSpPr/>
      </dsp:nvSpPr>
      <dsp:spPr>
        <a:xfrm rot="5400000">
          <a:off x="7421563" y="-143602"/>
          <a:ext cx="593725" cy="7264400"/>
        </a:xfrm>
        <a:prstGeom prst="round2SameRect">
          <a:avLst/>
        </a:prstGeom>
        <a:solidFill>
          <a:schemeClr val="accent2">
            <a:tint val="40000"/>
            <a:alpha val="90000"/>
            <a:hueOff val="-566151"/>
            <a:satOff val="-50231"/>
            <a:lumOff val="-513"/>
            <a:alphaOff val="0"/>
          </a:schemeClr>
        </a:solidFill>
        <a:ln w="6350" cap="flat" cmpd="sng" algn="ctr">
          <a:solidFill>
            <a:schemeClr val="accent2">
              <a:tint val="40000"/>
              <a:alpha val="90000"/>
              <a:hueOff val="-566151"/>
              <a:satOff val="-50231"/>
              <a:lumOff val="-513"/>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ru-RU" sz="1600" kern="1200"/>
            <a:t>тестирование  </a:t>
          </a:r>
          <a:r>
            <a:rPr lang="ru-RU" sz="1600" kern="1200" dirty="0"/>
            <a:t>системы  на  корректную работу  с  большими  объемами  данных</a:t>
          </a:r>
          <a:endParaRPr lang="ru-BY" sz="1600" kern="1200" dirty="0"/>
        </a:p>
      </dsp:txBody>
      <dsp:txXfrm rot="-5400000">
        <a:off x="4086226" y="3220718"/>
        <a:ext cx="7235417" cy="535759"/>
      </dsp:txXfrm>
    </dsp:sp>
    <dsp:sp modelId="{89EE47A5-6F58-4E8F-A446-34C9BCBF374F}">
      <dsp:nvSpPr>
        <dsp:cNvPr id="0" name=""/>
        <dsp:cNvSpPr/>
      </dsp:nvSpPr>
      <dsp:spPr>
        <a:xfrm>
          <a:off x="0" y="3117519"/>
          <a:ext cx="4086225" cy="742156"/>
        </a:xfrm>
        <a:prstGeom prst="roundRect">
          <a:avLst/>
        </a:prstGeom>
        <a:gradFill rotWithShape="0">
          <a:gsLst>
            <a:gs pos="0">
              <a:schemeClr val="accent2">
                <a:hueOff val="-970242"/>
                <a:satOff val="-55952"/>
                <a:lumOff val="5752"/>
                <a:alphaOff val="0"/>
                <a:lumMod val="110000"/>
                <a:satMod val="105000"/>
                <a:tint val="67000"/>
              </a:schemeClr>
            </a:gs>
            <a:gs pos="50000">
              <a:schemeClr val="accent2">
                <a:hueOff val="-970242"/>
                <a:satOff val="-55952"/>
                <a:lumOff val="5752"/>
                <a:alphaOff val="0"/>
                <a:lumMod val="105000"/>
                <a:satMod val="103000"/>
                <a:tint val="73000"/>
              </a:schemeClr>
            </a:gs>
            <a:gs pos="100000">
              <a:schemeClr val="accent2">
                <a:hueOff val="-970242"/>
                <a:satOff val="-55952"/>
                <a:lumOff val="5752"/>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ru-RU" sz="2100" kern="1200" dirty="0"/>
            <a:t>Нагрузочное  тестирование  </a:t>
          </a:r>
          <a:endParaRPr lang="ru-BY" sz="2100" kern="1200" dirty="0"/>
        </a:p>
      </dsp:txBody>
      <dsp:txXfrm>
        <a:off x="36229" y="3153748"/>
        <a:ext cx="4013767" cy="669698"/>
      </dsp:txXfrm>
    </dsp:sp>
    <dsp:sp modelId="{BC112642-AD80-42D6-ADA5-50C83789577D}">
      <dsp:nvSpPr>
        <dsp:cNvPr id="0" name=""/>
        <dsp:cNvSpPr/>
      </dsp:nvSpPr>
      <dsp:spPr>
        <a:xfrm rot="5400000">
          <a:off x="7421563" y="635661"/>
          <a:ext cx="593725" cy="7264400"/>
        </a:xfrm>
        <a:prstGeom prst="round2SameRect">
          <a:avLst/>
        </a:prstGeom>
        <a:solidFill>
          <a:schemeClr val="accent2">
            <a:tint val="40000"/>
            <a:alpha val="90000"/>
            <a:hueOff val="-707688"/>
            <a:satOff val="-62788"/>
            <a:lumOff val="-641"/>
            <a:alphaOff val="0"/>
          </a:schemeClr>
        </a:solidFill>
        <a:ln w="6350" cap="flat" cmpd="sng" algn="ctr">
          <a:solidFill>
            <a:schemeClr val="accent2">
              <a:tint val="40000"/>
              <a:alpha val="90000"/>
              <a:hueOff val="-707688"/>
              <a:satOff val="-62788"/>
              <a:lumOff val="-64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ru-RU" sz="1600" kern="1200"/>
            <a:t>тестирование  </a:t>
          </a:r>
          <a:r>
            <a:rPr lang="ru-RU" sz="1600" kern="1200" dirty="0"/>
            <a:t>системы  на  устойчивость  к непредвиденным  ситуациям</a:t>
          </a:r>
          <a:endParaRPr lang="ru-BY" sz="1600" kern="1200" dirty="0"/>
        </a:p>
      </dsp:txBody>
      <dsp:txXfrm rot="-5400000">
        <a:off x="4086226" y="3999982"/>
        <a:ext cx="7235417" cy="535759"/>
      </dsp:txXfrm>
    </dsp:sp>
    <dsp:sp modelId="{8ED8E25F-B093-4BB9-862E-65CA14EBCBD7}">
      <dsp:nvSpPr>
        <dsp:cNvPr id="0" name=""/>
        <dsp:cNvSpPr/>
      </dsp:nvSpPr>
      <dsp:spPr>
        <a:xfrm>
          <a:off x="0" y="3896783"/>
          <a:ext cx="4086225" cy="742156"/>
        </a:xfrm>
        <a:prstGeom prst="roundRect">
          <a:avLst/>
        </a:prstGeom>
        <a:gradFill rotWithShape="0">
          <a:gsLst>
            <a:gs pos="0">
              <a:schemeClr val="accent2">
                <a:hueOff val="-1212803"/>
                <a:satOff val="-69940"/>
                <a:lumOff val="7190"/>
                <a:alphaOff val="0"/>
                <a:lumMod val="110000"/>
                <a:satMod val="105000"/>
                <a:tint val="67000"/>
              </a:schemeClr>
            </a:gs>
            <a:gs pos="50000">
              <a:schemeClr val="accent2">
                <a:hueOff val="-1212803"/>
                <a:satOff val="-69940"/>
                <a:lumOff val="7190"/>
                <a:alphaOff val="0"/>
                <a:lumMod val="105000"/>
                <a:satMod val="103000"/>
                <a:tint val="73000"/>
              </a:schemeClr>
            </a:gs>
            <a:gs pos="100000">
              <a:schemeClr val="accent2">
                <a:hueOff val="-1212803"/>
                <a:satOff val="-69940"/>
                <a:lumOff val="719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ru-RU" sz="2100" kern="1200" dirty="0"/>
            <a:t>Стрессовое  тестирование  – </a:t>
          </a:r>
          <a:endParaRPr lang="ru-BY" sz="2100" kern="1200" dirty="0"/>
        </a:p>
      </dsp:txBody>
      <dsp:txXfrm>
        <a:off x="36229" y="3933012"/>
        <a:ext cx="4013767" cy="669698"/>
      </dsp:txXfrm>
    </dsp:sp>
    <dsp:sp modelId="{A902D742-672A-42C7-83C1-3B4CE8B25BEE}">
      <dsp:nvSpPr>
        <dsp:cNvPr id="0" name=""/>
        <dsp:cNvSpPr/>
      </dsp:nvSpPr>
      <dsp:spPr>
        <a:xfrm rot="5400000">
          <a:off x="7421563" y="1414925"/>
          <a:ext cx="593725" cy="7264400"/>
        </a:xfrm>
        <a:prstGeom prst="round2SameRect">
          <a:avLst/>
        </a:prstGeom>
        <a:solidFill>
          <a:schemeClr val="accent2">
            <a:tint val="40000"/>
            <a:alpha val="90000"/>
            <a:hueOff val="-849226"/>
            <a:satOff val="-75346"/>
            <a:lumOff val="-769"/>
            <a:alphaOff val="0"/>
          </a:schemeClr>
        </a:solidFill>
        <a:ln w="6350" cap="flat" cmpd="sng" algn="ctr">
          <a:solidFill>
            <a:schemeClr val="accent2">
              <a:tint val="40000"/>
              <a:alpha val="90000"/>
              <a:hueOff val="-849226"/>
              <a:satOff val="-75346"/>
              <a:lumOff val="-76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ru-RU" sz="1600" kern="1200"/>
            <a:t>тестирование</a:t>
          </a:r>
          <a:r>
            <a:rPr lang="ru-RU" sz="1600" kern="1200" dirty="0"/>
            <a:t>,  выполняемое  при  приемке системы  заказчиком</a:t>
          </a:r>
          <a:endParaRPr lang="ru-BY" sz="1600" kern="1200" dirty="0"/>
        </a:p>
      </dsp:txBody>
      <dsp:txXfrm rot="-5400000">
        <a:off x="4086226" y="4779246"/>
        <a:ext cx="7235417" cy="535759"/>
      </dsp:txXfrm>
    </dsp:sp>
    <dsp:sp modelId="{68CF6E9E-1EFA-4824-A40A-E788F34CAA7C}">
      <dsp:nvSpPr>
        <dsp:cNvPr id="0" name=""/>
        <dsp:cNvSpPr/>
      </dsp:nvSpPr>
      <dsp:spPr>
        <a:xfrm>
          <a:off x="0" y="4676047"/>
          <a:ext cx="4086225" cy="742156"/>
        </a:xfrm>
        <a:prstGeom prst="roundRect">
          <a:avLst/>
        </a:prstGeom>
        <a:gradFill rotWithShape="0">
          <a:gsLst>
            <a:gs pos="0">
              <a:schemeClr val="accent2">
                <a:hueOff val="-1455363"/>
                <a:satOff val="-83928"/>
                <a:lumOff val="8628"/>
                <a:alphaOff val="0"/>
                <a:lumMod val="110000"/>
                <a:satMod val="105000"/>
                <a:tint val="67000"/>
              </a:schemeClr>
            </a:gs>
            <a:gs pos="50000">
              <a:schemeClr val="accent2">
                <a:hueOff val="-1455363"/>
                <a:satOff val="-83928"/>
                <a:lumOff val="8628"/>
                <a:alphaOff val="0"/>
                <a:lumMod val="105000"/>
                <a:satMod val="103000"/>
                <a:tint val="73000"/>
              </a:schemeClr>
            </a:gs>
            <a:gs pos="100000">
              <a:schemeClr val="accent2">
                <a:hueOff val="-1455363"/>
                <a:satOff val="-83928"/>
                <a:lumOff val="862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ru-RU" sz="2100" kern="1200" dirty="0"/>
            <a:t>Приемочное  тестирование</a:t>
          </a:r>
          <a:endParaRPr lang="ru-BY" sz="2100" kern="1200" dirty="0"/>
        </a:p>
      </dsp:txBody>
      <dsp:txXfrm>
        <a:off x="36229" y="4712276"/>
        <a:ext cx="4013767" cy="669698"/>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FB91A8-E08E-42D5-B78E-2480CD5B02BC}">
      <dsp:nvSpPr>
        <dsp:cNvPr id="0" name=""/>
        <dsp:cNvSpPr/>
      </dsp:nvSpPr>
      <dsp:spPr>
        <a:xfrm>
          <a:off x="0" y="344710"/>
          <a:ext cx="11249025" cy="407745"/>
        </a:xfrm>
        <a:prstGeom prst="round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ru-RU" sz="1700" kern="1200" dirty="0"/>
            <a:t>Исполнение плана проекта</a:t>
          </a:r>
          <a:endParaRPr lang="ru-BY" sz="1700" kern="1200" dirty="0"/>
        </a:p>
      </dsp:txBody>
      <dsp:txXfrm>
        <a:off x="19904" y="364614"/>
        <a:ext cx="11209217" cy="367937"/>
      </dsp:txXfrm>
    </dsp:sp>
    <dsp:sp modelId="{65FFE485-E02F-4668-B980-F96B2EDC4BB9}">
      <dsp:nvSpPr>
        <dsp:cNvPr id="0" name=""/>
        <dsp:cNvSpPr/>
      </dsp:nvSpPr>
      <dsp:spPr>
        <a:xfrm>
          <a:off x="0" y="752455"/>
          <a:ext cx="11249025" cy="8093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7157"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ru-RU" sz="1300" kern="1200" dirty="0"/>
            <a:t> Реализация: На этом этапе осуществляется фактическое выполнение планов, разработанных на предыдущих этапах. Это включает в себя разработку, тестирование и подготовку к развертыванию программного обеспечения.</a:t>
          </a:r>
          <a:endParaRPr lang="ru-BY" sz="1300" kern="1200" dirty="0"/>
        </a:p>
        <a:p>
          <a:pPr marL="114300" lvl="1" indent="-114300" algn="l" defTabSz="577850">
            <a:lnSpc>
              <a:spcPct val="90000"/>
            </a:lnSpc>
            <a:spcBef>
              <a:spcPct val="0"/>
            </a:spcBef>
            <a:spcAft>
              <a:spcPct val="20000"/>
            </a:spcAft>
            <a:buChar char="•"/>
          </a:pPr>
          <a:r>
            <a:rPr lang="ru-RU" sz="1300" kern="1200" dirty="0"/>
            <a:t>Коммуникация: Важно поддерживать активную связь с заинтересованными сторонами, информируя их о ходе выполнения проекта и любых возникающих проблемах.</a:t>
          </a:r>
          <a:endParaRPr lang="ru-BY" sz="1300" kern="1200" dirty="0"/>
        </a:p>
      </dsp:txBody>
      <dsp:txXfrm>
        <a:off x="0" y="752455"/>
        <a:ext cx="11249025" cy="809370"/>
      </dsp:txXfrm>
    </dsp:sp>
    <dsp:sp modelId="{AC62C2E3-BDB3-4CD3-8599-5E8AA04CA482}">
      <dsp:nvSpPr>
        <dsp:cNvPr id="0" name=""/>
        <dsp:cNvSpPr/>
      </dsp:nvSpPr>
      <dsp:spPr>
        <a:xfrm>
          <a:off x="0" y="1561825"/>
          <a:ext cx="11249025" cy="407745"/>
        </a:xfrm>
        <a:prstGeom prst="roundRect">
          <a:avLst/>
        </a:prstGeom>
        <a:gradFill rotWithShape="0">
          <a:gsLst>
            <a:gs pos="0">
              <a:schemeClr val="accent3">
                <a:hueOff val="677650"/>
                <a:satOff val="25000"/>
                <a:lumOff val="-3676"/>
                <a:alphaOff val="0"/>
                <a:lumMod val="110000"/>
                <a:satMod val="105000"/>
                <a:tint val="67000"/>
              </a:schemeClr>
            </a:gs>
            <a:gs pos="50000">
              <a:schemeClr val="accent3">
                <a:hueOff val="677650"/>
                <a:satOff val="25000"/>
                <a:lumOff val="-3676"/>
                <a:alphaOff val="0"/>
                <a:lumMod val="105000"/>
                <a:satMod val="103000"/>
                <a:tint val="73000"/>
              </a:schemeClr>
            </a:gs>
            <a:gs pos="100000">
              <a:schemeClr val="accent3">
                <a:hueOff val="677650"/>
                <a:satOff val="25000"/>
                <a:lumOff val="-3676"/>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ru-RU" sz="1700" kern="1200"/>
            <a:t>Обучение пользователей</a:t>
          </a:r>
          <a:endParaRPr lang="ru-BY" sz="1700" kern="1200"/>
        </a:p>
      </dsp:txBody>
      <dsp:txXfrm>
        <a:off x="19904" y="1581729"/>
        <a:ext cx="11209217" cy="367937"/>
      </dsp:txXfrm>
    </dsp:sp>
    <dsp:sp modelId="{DC6B5B17-0296-415C-8DC2-F3862C80B528}">
      <dsp:nvSpPr>
        <dsp:cNvPr id="0" name=""/>
        <dsp:cNvSpPr/>
      </dsp:nvSpPr>
      <dsp:spPr>
        <a:xfrm>
          <a:off x="0" y="1969570"/>
          <a:ext cx="11249025" cy="633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7157"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ru-RU" sz="1300" kern="1200" dirty="0"/>
            <a:t>Обучение: Проведение тренингов и семинаров для конечных пользователей с целью ознакомления их с новым программным обеспечением. Это критически важно для обеспечения эффективного использования системы.</a:t>
          </a:r>
          <a:endParaRPr lang="ru-BY" sz="1300" kern="1200" dirty="0"/>
        </a:p>
        <a:p>
          <a:pPr marL="114300" lvl="1" indent="-114300" algn="l" defTabSz="577850">
            <a:lnSpc>
              <a:spcPct val="90000"/>
            </a:lnSpc>
            <a:spcBef>
              <a:spcPct val="0"/>
            </a:spcBef>
            <a:spcAft>
              <a:spcPct val="20000"/>
            </a:spcAft>
            <a:buChar char="•"/>
          </a:pPr>
          <a:r>
            <a:rPr lang="ru-RU" sz="1300" kern="1200" dirty="0"/>
            <a:t>Документация: Подготовка учебных материалов и руководств, которые помогут пользователям освоить функциональность системы.</a:t>
          </a:r>
          <a:endParaRPr lang="ru-BY" sz="1300" kern="1200" dirty="0"/>
        </a:p>
      </dsp:txBody>
      <dsp:txXfrm>
        <a:off x="0" y="1969570"/>
        <a:ext cx="11249025" cy="633420"/>
      </dsp:txXfrm>
    </dsp:sp>
    <dsp:sp modelId="{0D3D2268-E0E4-4A2C-865F-162D60D2EDFF}">
      <dsp:nvSpPr>
        <dsp:cNvPr id="0" name=""/>
        <dsp:cNvSpPr/>
      </dsp:nvSpPr>
      <dsp:spPr>
        <a:xfrm>
          <a:off x="0" y="2602990"/>
          <a:ext cx="11249025" cy="407745"/>
        </a:xfrm>
        <a:prstGeom prst="roundRect">
          <a:avLst/>
        </a:prstGeom>
        <a:gradFill rotWithShape="0">
          <a:gsLst>
            <a:gs pos="0">
              <a:schemeClr val="accent3">
                <a:hueOff val="1355300"/>
                <a:satOff val="50000"/>
                <a:lumOff val="-7353"/>
                <a:alphaOff val="0"/>
                <a:lumMod val="110000"/>
                <a:satMod val="105000"/>
                <a:tint val="67000"/>
              </a:schemeClr>
            </a:gs>
            <a:gs pos="50000">
              <a:schemeClr val="accent3">
                <a:hueOff val="1355300"/>
                <a:satOff val="50000"/>
                <a:lumOff val="-7353"/>
                <a:alphaOff val="0"/>
                <a:lumMod val="105000"/>
                <a:satMod val="103000"/>
                <a:tint val="73000"/>
              </a:schemeClr>
            </a:gs>
            <a:gs pos="100000">
              <a:schemeClr val="accent3">
                <a:hueOff val="1355300"/>
                <a:satOff val="50000"/>
                <a:lumOff val="-735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ru-RU" sz="1700" kern="1200"/>
            <a:t>Развертывание системы</a:t>
          </a:r>
          <a:endParaRPr lang="ru-BY" sz="1700" kern="1200"/>
        </a:p>
      </dsp:txBody>
      <dsp:txXfrm>
        <a:off x="19904" y="2622894"/>
        <a:ext cx="11209217" cy="367937"/>
      </dsp:txXfrm>
    </dsp:sp>
    <dsp:sp modelId="{A46ACE52-319E-44AE-9D1E-4FCB4712849E}">
      <dsp:nvSpPr>
        <dsp:cNvPr id="0" name=""/>
        <dsp:cNvSpPr/>
      </dsp:nvSpPr>
      <dsp:spPr>
        <a:xfrm>
          <a:off x="0" y="3010735"/>
          <a:ext cx="11249025" cy="4486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7157"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ru-RU" sz="1300" kern="1200" dirty="0"/>
            <a:t>План развертывания: Определение стратегии развертывания, включая выбор между полным или поэтапным развертыванием.</a:t>
          </a:r>
          <a:endParaRPr lang="ru-BY" sz="1300" kern="1200" dirty="0"/>
        </a:p>
        <a:p>
          <a:pPr marL="114300" lvl="1" indent="-114300" algn="l" defTabSz="577850">
            <a:lnSpc>
              <a:spcPct val="90000"/>
            </a:lnSpc>
            <a:spcBef>
              <a:spcPct val="0"/>
            </a:spcBef>
            <a:spcAft>
              <a:spcPct val="20000"/>
            </a:spcAft>
            <a:buChar char="•"/>
          </a:pPr>
          <a:r>
            <a:rPr lang="ru-RU" sz="1300" kern="1200" dirty="0"/>
            <a:t>Тестирование в реальных условиях: Проведение окончательного тестирования системы в рабочей среде для выявления возможных проблем.</a:t>
          </a:r>
          <a:endParaRPr lang="ru-BY" sz="1300" kern="1200" dirty="0"/>
        </a:p>
      </dsp:txBody>
      <dsp:txXfrm>
        <a:off x="0" y="3010735"/>
        <a:ext cx="11249025" cy="448672"/>
      </dsp:txXfrm>
    </dsp:sp>
    <dsp:sp modelId="{566F2F49-B912-4D69-B030-FC9E635E34C0}">
      <dsp:nvSpPr>
        <dsp:cNvPr id="0" name=""/>
        <dsp:cNvSpPr/>
      </dsp:nvSpPr>
      <dsp:spPr>
        <a:xfrm>
          <a:off x="0" y="3459407"/>
          <a:ext cx="11249025" cy="407745"/>
        </a:xfrm>
        <a:prstGeom prst="roundRect">
          <a:avLst/>
        </a:prstGeom>
        <a:gradFill rotWithShape="0">
          <a:gsLst>
            <a:gs pos="0">
              <a:schemeClr val="accent3">
                <a:hueOff val="2032949"/>
                <a:satOff val="75000"/>
                <a:lumOff val="-11029"/>
                <a:alphaOff val="0"/>
                <a:lumMod val="110000"/>
                <a:satMod val="105000"/>
                <a:tint val="67000"/>
              </a:schemeClr>
            </a:gs>
            <a:gs pos="50000">
              <a:schemeClr val="accent3">
                <a:hueOff val="2032949"/>
                <a:satOff val="75000"/>
                <a:lumOff val="-11029"/>
                <a:alphaOff val="0"/>
                <a:lumMod val="105000"/>
                <a:satMod val="103000"/>
                <a:tint val="73000"/>
              </a:schemeClr>
            </a:gs>
            <a:gs pos="100000">
              <a:schemeClr val="accent3">
                <a:hueOff val="2032949"/>
                <a:satOff val="75000"/>
                <a:lumOff val="-11029"/>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ru-RU" sz="1700" kern="1200"/>
            <a:t>Мониторинг и контроль</a:t>
          </a:r>
          <a:endParaRPr lang="ru-BY" sz="1700" kern="1200"/>
        </a:p>
      </dsp:txBody>
      <dsp:txXfrm>
        <a:off x="19904" y="3479311"/>
        <a:ext cx="11209217" cy="367937"/>
      </dsp:txXfrm>
    </dsp:sp>
    <dsp:sp modelId="{0CCBAD1F-F03B-434A-B3D0-F4CEDF4766F3}">
      <dsp:nvSpPr>
        <dsp:cNvPr id="0" name=""/>
        <dsp:cNvSpPr/>
      </dsp:nvSpPr>
      <dsp:spPr>
        <a:xfrm>
          <a:off x="0" y="3867152"/>
          <a:ext cx="11249025" cy="633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7157"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ru-RU" sz="1300" kern="1200" dirty="0"/>
            <a:t>Отслеживание производительности: Постоянный контроль за работой системы после внедрения для выявления и устранения потенциальных проблем.</a:t>
          </a:r>
          <a:endParaRPr lang="ru-BY" sz="1300" kern="1200" dirty="0"/>
        </a:p>
        <a:p>
          <a:pPr marL="114300" lvl="1" indent="-114300" algn="l" defTabSz="577850">
            <a:lnSpc>
              <a:spcPct val="90000"/>
            </a:lnSpc>
            <a:spcBef>
              <a:spcPct val="0"/>
            </a:spcBef>
            <a:spcAft>
              <a:spcPct val="20000"/>
            </a:spcAft>
            <a:buChar char="•"/>
          </a:pPr>
          <a:r>
            <a:rPr lang="ru-RU" sz="1300" kern="1200" dirty="0"/>
            <a:t>Сбор обратной связи: Опрос пользователей и сбор отзывов для оценки удовлетворенности и выявления областей для улучшения.</a:t>
          </a:r>
          <a:endParaRPr lang="ru-BY" sz="1300" kern="1200" dirty="0"/>
        </a:p>
      </dsp:txBody>
      <dsp:txXfrm>
        <a:off x="0" y="3867152"/>
        <a:ext cx="11249025" cy="633420"/>
      </dsp:txXfrm>
    </dsp:sp>
    <dsp:sp modelId="{69133E6D-753A-4961-A62A-1FF79C55C727}">
      <dsp:nvSpPr>
        <dsp:cNvPr id="0" name=""/>
        <dsp:cNvSpPr/>
      </dsp:nvSpPr>
      <dsp:spPr>
        <a:xfrm>
          <a:off x="0" y="4500572"/>
          <a:ext cx="11249025" cy="407745"/>
        </a:xfrm>
        <a:prstGeom prst="roundRect">
          <a:avLst/>
        </a:prstGeom>
        <a:gradFill rotWithShape="0">
          <a:gsLst>
            <a:gs pos="0">
              <a:schemeClr val="accent3">
                <a:hueOff val="2710599"/>
                <a:satOff val="100000"/>
                <a:lumOff val="-14706"/>
                <a:alphaOff val="0"/>
                <a:lumMod val="110000"/>
                <a:satMod val="105000"/>
                <a:tint val="67000"/>
              </a:schemeClr>
            </a:gs>
            <a:gs pos="50000">
              <a:schemeClr val="accent3">
                <a:hueOff val="2710599"/>
                <a:satOff val="100000"/>
                <a:lumOff val="-14706"/>
                <a:alphaOff val="0"/>
                <a:lumMod val="105000"/>
                <a:satMod val="103000"/>
                <a:tint val="73000"/>
              </a:schemeClr>
            </a:gs>
            <a:gs pos="100000">
              <a:schemeClr val="accent3">
                <a:hueOff val="2710599"/>
                <a:satOff val="100000"/>
                <a:lumOff val="-14706"/>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ru-RU" sz="1700" kern="1200"/>
            <a:t>Закрытие проекта</a:t>
          </a:r>
          <a:endParaRPr lang="ru-BY" sz="1700" kern="1200"/>
        </a:p>
      </dsp:txBody>
      <dsp:txXfrm>
        <a:off x="19904" y="4520476"/>
        <a:ext cx="11209217" cy="367937"/>
      </dsp:txXfrm>
    </dsp:sp>
    <dsp:sp modelId="{93EF76B9-8AE3-4629-820E-17D10F3130BC}">
      <dsp:nvSpPr>
        <dsp:cNvPr id="0" name=""/>
        <dsp:cNvSpPr/>
      </dsp:nvSpPr>
      <dsp:spPr>
        <a:xfrm>
          <a:off x="0" y="4908317"/>
          <a:ext cx="11249025" cy="633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7157"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ru-RU" sz="1300" kern="1200" dirty="0"/>
            <a:t>Оценка результатов: Анализ достигнутых результатов в сравнении с первоначальными целями. Это может включать оценку показателей производительности и удовлетворенности пользователей.</a:t>
          </a:r>
          <a:endParaRPr lang="ru-BY" sz="1300" kern="1200" dirty="0"/>
        </a:p>
        <a:p>
          <a:pPr marL="114300" lvl="1" indent="-114300" algn="l" defTabSz="577850">
            <a:lnSpc>
              <a:spcPct val="90000"/>
            </a:lnSpc>
            <a:spcBef>
              <a:spcPct val="0"/>
            </a:spcBef>
            <a:spcAft>
              <a:spcPct val="20000"/>
            </a:spcAft>
            <a:buChar char="•"/>
          </a:pPr>
          <a:r>
            <a:rPr lang="ru-RU" sz="1300" kern="1200" dirty="0"/>
            <a:t>Документирование уроков: Фиксация извлеченных уроков и рекомендаций для будущих проектов, что поможет избежать повторения ошибок.</a:t>
          </a:r>
          <a:endParaRPr lang="ru-BY" sz="1300" kern="1200" dirty="0"/>
        </a:p>
      </dsp:txBody>
      <dsp:txXfrm>
        <a:off x="0" y="4908317"/>
        <a:ext cx="11249025" cy="633420"/>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5.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image" Target="../media/image15.emf"/><Relationship Id="rId4" Type="http://schemas.openxmlformats.org/officeDocument/2006/relationships/image" Target="../media/image1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BY"/>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15FE72-4BF9-49FF-BF73-A67DD9C7C4DC}" type="datetimeFigureOut">
              <a:rPr lang="ru-BY" smtClean="0"/>
              <a:t>25.04.2026</a:t>
            </a:fld>
            <a:endParaRPr lang="ru-BY"/>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BY"/>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BY"/>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BY"/>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E62E39-3AEA-45FC-9ABA-35F66C45D10B}" type="slidenum">
              <a:rPr lang="ru-BY" smtClean="0"/>
              <a:t>‹#›</a:t>
            </a:fld>
            <a:endParaRPr lang="ru-BY"/>
          </a:p>
        </p:txBody>
      </p:sp>
    </p:spTree>
    <p:extLst>
      <p:ext uri="{BB962C8B-B14F-4D97-AF65-F5344CB8AC3E}">
        <p14:creationId xmlns:p14="http://schemas.microsoft.com/office/powerpoint/2010/main" val="1441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C34143F3-E94C-01D3-0CB7-7171FD18399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3000">
                <a:solidFill>
                  <a:schemeClr val="tx1"/>
                </a:solidFill>
                <a:latin typeface="Tahoma" panose="020B0604030504040204" pitchFamily="34" charset="0"/>
              </a:defRPr>
            </a:lvl1pPr>
            <a:lvl2pPr marL="742950" indent="-285750">
              <a:defRPr sz="3000">
                <a:solidFill>
                  <a:schemeClr val="tx1"/>
                </a:solidFill>
                <a:latin typeface="Tahoma" panose="020B0604030504040204" pitchFamily="34" charset="0"/>
              </a:defRPr>
            </a:lvl2pPr>
            <a:lvl3pPr marL="1143000" indent="-228600">
              <a:defRPr sz="3000">
                <a:solidFill>
                  <a:schemeClr val="tx1"/>
                </a:solidFill>
                <a:latin typeface="Tahoma" panose="020B0604030504040204" pitchFamily="34" charset="0"/>
              </a:defRPr>
            </a:lvl3pPr>
            <a:lvl4pPr marL="1600200" indent="-228600">
              <a:defRPr sz="3000">
                <a:solidFill>
                  <a:schemeClr val="tx1"/>
                </a:solidFill>
                <a:latin typeface="Tahoma" panose="020B0604030504040204" pitchFamily="34" charset="0"/>
              </a:defRPr>
            </a:lvl4pPr>
            <a:lvl5pPr marL="2057400" indent="-228600">
              <a:defRPr sz="3000">
                <a:solidFill>
                  <a:schemeClr val="tx1"/>
                </a:solidFill>
                <a:latin typeface="Tahoma" panose="020B0604030504040204" pitchFamily="34" charset="0"/>
              </a:defRPr>
            </a:lvl5pPr>
            <a:lvl6pPr marL="2514600" indent="-228600" eaLnBrk="0" fontAlgn="base" hangingPunct="0">
              <a:spcBef>
                <a:spcPct val="0"/>
              </a:spcBef>
              <a:spcAft>
                <a:spcPct val="0"/>
              </a:spcAft>
              <a:defRPr sz="3000">
                <a:solidFill>
                  <a:schemeClr val="tx1"/>
                </a:solidFill>
                <a:latin typeface="Tahoma" panose="020B0604030504040204" pitchFamily="34" charset="0"/>
              </a:defRPr>
            </a:lvl6pPr>
            <a:lvl7pPr marL="2971800" indent="-228600" eaLnBrk="0" fontAlgn="base" hangingPunct="0">
              <a:spcBef>
                <a:spcPct val="0"/>
              </a:spcBef>
              <a:spcAft>
                <a:spcPct val="0"/>
              </a:spcAft>
              <a:defRPr sz="3000">
                <a:solidFill>
                  <a:schemeClr val="tx1"/>
                </a:solidFill>
                <a:latin typeface="Tahoma" panose="020B0604030504040204" pitchFamily="34" charset="0"/>
              </a:defRPr>
            </a:lvl7pPr>
            <a:lvl8pPr marL="3429000" indent="-228600" eaLnBrk="0" fontAlgn="base" hangingPunct="0">
              <a:spcBef>
                <a:spcPct val="0"/>
              </a:spcBef>
              <a:spcAft>
                <a:spcPct val="0"/>
              </a:spcAft>
              <a:defRPr sz="3000">
                <a:solidFill>
                  <a:schemeClr val="tx1"/>
                </a:solidFill>
                <a:latin typeface="Tahoma" panose="020B0604030504040204" pitchFamily="34" charset="0"/>
              </a:defRPr>
            </a:lvl8pPr>
            <a:lvl9pPr marL="3886200" indent="-228600" eaLnBrk="0" fontAlgn="base" hangingPunct="0">
              <a:spcBef>
                <a:spcPct val="0"/>
              </a:spcBef>
              <a:spcAft>
                <a:spcPct val="0"/>
              </a:spcAft>
              <a:defRPr sz="3000">
                <a:solidFill>
                  <a:schemeClr val="tx1"/>
                </a:solidFill>
                <a:latin typeface="Tahoma" panose="020B0604030504040204" pitchFamily="34" charset="0"/>
              </a:defRPr>
            </a:lvl9pPr>
          </a:lstStyle>
          <a:p>
            <a:fld id="{4B8DBCCC-EB18-4A12-9F5F-411392ABBA55}" type="slidenum">
              <a:rPr lang="ru-RU" altLang="ru-RU" sz="1200" smtClean="0"/>
              <a:pPr/>
              <a:t>5</a:t>
            </a:fld>
            <a:endParaRPr lang="ru-RU" altLang="ru-RU" sz="1200"/>
          </a:p>
        </p:txBody>
      </p:sp>
      <p:sp>
        <p:nvSpPr>
          <p:cNvPr id="35843" name="Верхний колонтитул 1">
            <a:extLst>
              <a:ext uri="{FF2B5EF4-FFF2-40B4-BE49-F238E27FC236}">
                <a16:creationId xmlns:a16="http://schemas.microsoft.com/office/drawing/2014/main" id="{CD1B96AD-52B3-EB48-AFD3-844A262EAB25}"/>
              </a:ext>
            </a:extLst>
          </p:cNvPr>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3000">
                <a:solidFill>
                  <a:schemeClr val="tx1"/>
                </a:solidFill>
                <a:latin typeface="Tahoma" panose="020B0604030504040204" pitchFamily="34" charset="0"/>
              </a:defRPr>
            </a:lvl1pPr>
            <a:lvl2pPr marL="742950" indent="-285750">
              <a:defRPr sz="3000">
                <a:solidFill>
                  <a:schemeClr val="tx1"/>
                </a:solidFill>
                <a:latin typeface="Tahoma" panose="020B0604030504040204" pitchFamily="34" charset="0"/>
              </a:defRPr>
            </a:lvl2pPr>
            <a:lvl3pPr marL="1143000" indent="-228600">
              <a:defRPr sz="3000">
                <a:solidFill>
                  <a:schemeClr val="tx1"/>
                </a:solidFill>
                <a:latin typeface="Tahoma" panose="020B0604030504040204" pitchFamily="34" charset="0"/>
              </a:defRPr>
            </a:lvl3pPr>
            <a:lvl4pPr marL="1600200" indent="-228600">
              <a:defRPr sz="3000">
                <a:solidFill>
                  <a:schemeClr val="tx1"/>
                </a:solidFill>
                <a:latin typeface="Tahoma" panose="020B0604030504040204" pitchFamily="34" charset="0"/>
              </a:defRPr>
            </a:lvl4pPr>
            <a:lvl5pPr marL="2057400" indent="-228600">
              <a:defRPr sz="3000">
                <a:solidFill>
                  <a:schemeClr val="tx1"/>
                </a:solidFill>
                <a:latin typeface="Tahoma" panose="020B0604030504040204" pitchFamily="34" charset="0"/>
              </a:defRPr>
            </a:lvl5pPr>
            <a:lvl6pPr marL="2514600" indent="-228600" eaLnBrk="0" fontAlgn="base" hangingPunct="0">
              <a:spcBef>
                <a:spcPct val="0"/>
              </a:spcBef>
              <a:spcAft>
                <a:spcPct val="0"/>
              </a:spcAft>
              <a:defRPr sz="3000">
                <a:solidFill>
                  <a:schemeClr val="tx1"/>
                </a:solidFill>
                <a:latin typeface="Tahoma" panose="020B0604030504040204" pitchFamily="34" charset="0"/>
              </a:defRPr>
            </a:lvl6pPr>
            <a:lvl7pPr marL="2971800" indent="-228600" eaLnBrk="0" fontAlgn="base" hangingPunct="0">
              <a:spcBef>
                <a:spcPct val="0"/>
              </a:spcBef>
              <a:spcAft>
                <a:spcPct val="0"/>
              </a:spcAft>
              <a:defRPr sz="3000">
                <a:solidFill>
                  <a:schemeClr val="tx1"/>
                </a:solidFill>
                <a:latin typeface="Tahoma" panose="020B0604030504040204" pitchFamily="34" charset="0"/>
              </a:defRPr>
            </a:lvl7pPr>
            <a:lvl8pPr marL="3429000" indent="-228600" eaLnBrk="0" fontAlgn="base" hangingPunct="0">
              <a:spcBef>
                <a:spcPct val="0"/>
              </a:spcBef>
              <a:spcAft>
                <a:spcPct val="0"/>
              </a:spcAft>
              <a:defRPr sz="3000">
                <a:solidFill>
                  <a:schemeClr val="tx1"/>
                </a:solidFill>
                <a:latin typeface="Tahoma" panose="020B0604030504040204" pitchFamily="34" charset="0"/>
              </a:defRPr>
            </a:lvl8pPr>
            <a:lvl9pPr marL="3886200" indent="-228600" eaLnBrk="0" fontAlgn="base" hangingPunct="0">
              <a:spcBef>
                <a:spcPct val="0"/>
              </a:spcBef>
              <a:spcAft>
                <a:spcPct val="0"/>
              </a:spcAft>
              <a:defRPr sz="3000">
                <a:solidFill>
                  <a:schemeClr val="tx1"/>
                </a:solidFill>
                <a:latin typeface="Tahoma" panose="020B0604030504040204" pitchFamily="34" charset="0"/>
              </a:defRPr>
            </a:lvl9pPr>
          </a:lstStyle>
          <a:p>
            <a:r>
              <a:rPr lang="en-US" altLang="ru-RU" sz="1200"/>
              <a:t>www.webmax.by</a:t>
            </a:r>
            <a:endParaRPr lang="ru-RU" altLang="ru-RU"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BY" dirty="0"/>
          </a:p>
        </p:txBody>
      </p:sp>
      <p:sp>
        <p:nvSpPr>
          <p:cNvPr id="4" name="Номер слайда 3"/>
          <p:cNvSpPr>
            <a:spLocks noGrp="1"/>
          </p:cNvSpPr>
          <p:nvPr>
            <p:ph type="sldNum" sz="quarter" idx="5"/>
          </p:nvPr>
        </p:nvSpPr>
        <p:spPr/>
        <p:txBody>
          <a:bodyPr/>
          <a:lstStyle/>
          <a:p>
            <a:fld id="{E04B646A-9322-451D-863D-7151EE7CD8A2}" type="slidenum">
              <a:rPr lang="ru-BY" smtClean="0"/>
              <a:t>32</a:t>
            </a:fld>
            <a:endParaRPr lang="ru-BY"/>
          </a:p>
        </p:txBody>
      </p:sp>
    </p:spTree>
    <p:extLst>
      <p:ext uri="{BB962C8B-B14F-4D97-AF65-F5344CB8AC3E}">
        <p14:creationId xmlns:p14="http://schemas.microsoft.com/office/powerpoint/2010/main" val="210694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На основе WBS строятся другие структурные модели проекта</a:t>
            </a:r>
          </a:p>
        </p:txBody>
      </p:sp>
      <p:sp>
        <p:nvSpPr>
          <p:cNvPr id="4" name="Номер слайда 3"/>
          <p:cNvSpPr>
            <a:spLocks noGrp="1"/>
          </p:cNvSpPr>
          <p:nvPr>
            <p:ph type="sldNum" sz="quarter" idx="5"/>
          </p:nvPr>
        </p:nvSpPr>
        <p:spPr/>
        <p:txBody>
          <a:bodyPr/>
          <a:lstStyle/>
          <a:p>
            <a:fld id="{194970EE-DC07-47A7-B920-8ACF2BC33766}" type="slidenum">
              <a:rPr lang="ru-RU" smtClean="0"/>
              <a:t>43</a:t>
            </a:fld>
            <a:endParaRPr lang="ru-RU"/>
          </a:p>
        </p:txBody>
      </p:sp>
    </p:spTree>
    <p:extLst>
      <p:ext uri="{BB962C8B-B14F-4D97-AF65-F5344CB8AC3E}">
        <p14:creationId xmlns:p14="http://schemas.microsoft.com/office/powerpoint/2010/main" val="19139620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6BFD7B1-575A-704D-9D4B-A02CF7D686CA}"/>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777355D-2883-1542-9623-2DDF60E1E23D}"/>
              </a:ext>
            </a:extLst>
          </p:cNvPr>
          <p:cNvSpPr>
            <a:spLocks noGrp="1"/>
          </p:cNvSpPr>
          <p:nvPr>
            <p:ph type="ctrTitle"/>
          </p:nvPr>
        </p:nvSpPr>
        <p:spPr>
          <a:xfrm>
            <a:off x="1524000" y="-49937"/>
            <a:ext cx="9144000" cy="2387600"/>
          </a:xfrm>
        </p:spPr>
        <p:txBody>
          <a:bodyPr anchor="b"/>
          <a:lstStyle>
            <a:lvl1pPr algn="ctr">
              <a:defRPr sz="6000"/>
            </a:lvl1pPr>
          </a:lstStyle>
          <a:p>
            <a:r>
              <a:rPr lang="en-GB" dirty="0"/>
              <a:t>Click to edit Master title style</a:t>
            </a:r>
            <a:endParaRPr lang="en-UA" dirty="0"/>
          </a:p>
        </p:txBody>
      </p:sp>
      <p:sp>
        <p:nvSpPr>
          <p:cNvPr id="3" name="Subtitle 2">
            <a:extLst>
              <a:ext uri="{FF2B5EF4-FFF2-40B4-BE49-F238E27FC236}">
                <a16:creationId xmlns:a16="http://schemas.microsoft.com/office/drawing/2014/main" id="{B4DAF45A-E02A-A349-9F81-B37469B82A6A}"/>
              </a:ext>
            </a:extLst>
          </p:cNvPr>
          <p:cNvSpPr>
            <a:spLocks noGrp="1"/>
          </p:cNvSpPr>
          <p:nvPr>
            <p:ph type="subTitle" idx="1"/>
          </p:nvPr>
        </p:nvSpPr>
        <p:spPr>
          <a:xfrm>
            <a:off x="1524000" y="24297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A"/>
          </a:p>
        </p:txBody>
      </p:sp>
      <p:sp>
        <p:nvSpPr>
          <p:cNvPr id="4" name="Date Placeholder 3">
            <a:extLst>
              <a:ext uri="{FF2B5EF4-FFF2-40B4-BE49-F238E27FC236}">
                <a16:creationId xmlns:a16="http://schemas.microsoft.com/office/drawing/2014/main" id="{31BF324C-9E88-D648-A012-3D167EFDDBEA}"/>
              </a:ext>
            </a:extLst>
          </p:cNvPr>
          <p:cNvSpPr>
            <a:spLocks noGrp="1"/>
          </p:cNvSpPr>
          <p:nvPr>
            <p:ph type="dt" sz="half" idx="10"/>
          </p:nvPr>
        </p:nvSpPr>
        <p:spPr/>
        <p:txBody>
          <a:bodyPr/>
          <a:lstStyle/>
          <a:p>
            <a:fld id="{41071CA7-796D-E342-A6A4-DEB416E8E409}" type="datetimeFigureOut">
              <a:rPr lang="en-UA" smtClean="0"/>
              <a:t>04/25/2026</a:t>
            </a:fld>
            <a:endParaRPr lang="en-UA"/>
          </a:p>
        </p:txBody>
      </p:sp>
      <p:sp>
        <p:nvSpPr>
          <p:cNvPr id="5" name="Footer Placeholder 4">
            <a:extLst>
              <a:ext uri="{FF2B5EF4-FFF2-40B4-BE49-F238E27FC236}">
                <a16:creationId xmlns:a16="http://schemas.microsoft.com/office/drawing/2014/main" id="{45781987-C678-E044-B0FB-830AD1F4EB89}"/>
              </a:ext>
            </a:extLst>
          </p:cNvPr>
          <p:cNvSpPr>
            <a:spLocks noGrp="1"/>
          </p:cNvSpPr>
          <p:nvPr>
            <p:ph type="ftr" sz="quarter" idx="11"/>
          </p:nvPr>
        </p:nvSpPr>
        <p:spPr/>
        <p:txBody>
          <a:bodyPr/>
          <a:lstStyle/>
          <a:p>
            <a:endParaRPr lang="en-UA"/>
          </a:p>
        </p:txBody>
      </p:sp>
      <p:sp>
        <p:nvSpPr>
          <p:cNvPr id="6" name="Slide Number Placeholder 5">
            <a:extLst>
              <a:ext uri="{FF2B5EF4-FFF2-40B4-BE49-F238E27FC236}">
                <a16:creationId xmlns:a16="http://schemas.microsoft.com/office/drawing/2014/main" id="{A15C1500-9610-6341-AF24-21E3ACA0C3BB}"/>
              </a:ext>
            </a:extLst>
          </p:cNvPr>
          <p:cNvSpPr>
            <a:spLocks noGrp="1"/>
          </p:cNvSpPr>
          <p:nvPr>
            <p:ph type="sldNum" sz="quarter" idx="12"/>
          </p:nvPr>
        </p:nvSpPr>
        <p:spPr/>
        <p:txBody>
          <a:bodyPr/>
          <a:lstStyle/>
          <a:p>
            <a:fld id="{EE3E5012-EE10-EF4F-98D3-6ED13E10BC62}" type="slidenum">
              <a:rPr lang="en-UA" smtClean="0"/>
              <a:t>‹#›</a:t>
            </a:fld>
            <a:endParaRPr lang="en-UA"/>
          </a:p>
        </p:txBody>
      </p:sp>
    </p:spTree>
    <p:extLst>
      <p:ext uri="{BB962C8B-B14F-4D97-AF65-F5344CB8AC3E}">
        <p14:creationId xmlns:p14="http://schemas.microsoft.com/office/powerpoint/2010/main" val="282116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6DE80-9960-AE43-BD82-662B1EBD5C26}"/>
              </a:ext>
            </a:extLst>
          </p:cNvPr>
          <p:cNvSpPr>
            <a:spLocks noGrp="1"/>
          </p:cNvSpPr>
          <p:nvPr>
            <p:ph type="title"/>
          </p:nvPr>
        </p:nvSpPr>
        <p:spPr/>
        <p:txBody>
          <a:bodyPr/>
          <a:lstStyle/>
          <a:p>
            <a:r>
              <a:rPr lang="en-GB"/>
              <a:t>Click to edit Master title style</a:t>
            </a:r>
            <a:endParaRPr lang="en-UA"/>
          </a:p>
        </p:txBody>
      </p:sp>
      <p:sp>
        <p:nvSpPr>
          <p:cNvPr id="3" name="Content Placeholder 2">
            <a:extLst>
              <a:ext uri="{FF2B5EF4-FFF2-40B4-BE49-F238E27FC236}">
                <a16:creationId xmlns:a16="http://schemas.microsoft.com/office/drawing/2014/main" id="{AACE91DC-BAB1-A143-87CF-F7CB9EACDD2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A"/>
          </a:p>
        </p:txBody>
      </p:sp>
      <p:sp>
        <p:nvSpPr>
          <p:cNvPr id="4" name="Date Placeholder 3">
            <a:extLst>
              <a:ext uri="{FF2B5EF4-FFF2-40B4-BE49-F238E27FC236}">
                <a16:creationId xmlns:a16="http://schemas.microsoft.com/office/drawing/2014/main" id="{27D0C12F-052D-7B47-A149-3923E58DD39A}"/>
              </a:ext>
            </a:extLst>
          </p:cNvPr>
          <p:cNvSpPr>
            <a:spLocks noGrp="1"/>
          </p:cNvSpPr>
          <p:nvPr>
            <p:ph type="dt" sz="half" idx="10"/>
          </p:nvPr>
        </p:nvSpPr>
        <p:spPr/>
        <p:txBody>
          <a:bodyPr/>
          <a:lstStyle/>
          <a:p>
            <a:fld id="{41071CA7-796D-E342-A6A4-DEB416E8E409}" type="datetimeFigureOut">
              <a:rPr lang="en-UA" smtClean="0"/>
              <a:t>04/25/2026</a:t>
            </a:fld>
            <a:endParaRPr lang="en-UA"/>
          </a:p>
        </p:txBody>
      </p:sp>
      <p:sp>
        <p:nvSpPr>
          <p:cNvPr id="5" name="Footer Placeholder 4">
            <a:extLst>
              <a:ext uri="{FF2B5EF4-FFF2-40B4-BE49-F238E27FC236}">
                <a16:creationId xmlns:a16="http://schemas.microsoft.com/office/drawing/2014/main" id="{8B262CF9-B71E-FF49-8609-8F0428C91FB5}"/>
              </a:ext>
            </a:extLst>
          </p:cNvPr>
          <p:cNvSpPr>
            <a:spLocks noGrp="1"/>
          </p:cNvSpPr>
          <p:nvPr>
            <p:ph type="ftr" sz="quarter" idx="11"/>
          </p:nvPr>
        </p:nvSpPr>
        <p:spPr/>
        <p:txBody>
          <a:bodyPr/>
          <a:lstStyle/>
          <a:p>
            <a:endParaRPr lang="en-UA"/>
          </a:p>
        </p:txBody>
      </p:sp>
      <p:sp>
        <p:nvSpPr>
          <p:cNvPr id="6" name="Slide Number Placeholder 5">
            <a:extLst>
              <a:ext uri="{FF2B5EF4-FFF2-40B4-BE49-F238E27FC236}">
                <a16:creationId xmlns:a16="http://schemas.microsoft.com/office/drawing/2014/main" id="{1C3FF3A8-9D18-2146-9442-67241E3BEB96}"/>
              </a:ext>
            </a:extLst>
          </p:cNvPr>
          <p:cNvSpPr>
            <a:spLocks noGrp="1"/>
          </p:cNvSpPr>
          <p:nvPr>
            <p:ph type="sldNum" sz="quarter" idx="12"/>
          </p:nvPr>
        </p:nvSpPr>
        <p:spPr/>
        <p:txBody>
          <a:bodyPr/>
          <a:lstStyle/>
          <a:p>
            <a:fld id="{EE3E5012-EE10-EF4F-98D3-6ED13E10BC62}" type="slidenum">
              <a:rPr lang="en-UA" smtClean="0"/>
              <a:t>‹#›</a:t>
            </a:fld>
            <a:endParaRPr lang="en-UA"/>
          </a:p>
        </p:txBody>
      </p:sp>
    </p:spTree>
    <p:extLst>
      <p:ext uri="{BB962C8B-B14F-4D97-AF65-F5344CB8AC3E}">
        <p14:creationId xmlns:p14="http://schemas.microsoft.com/office/powerpoint/2010/main" val="1434798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131B7-8C67-6E43-91AE-3906B6852C7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A"/>
          </a:p>
        </p:txBody>
      </p:sp>
      <p:sp>
        <p:nvSpPr>
          <p:cNvPr id="3" name="Text Placeholder 2">
            <a:extLst>
              <a:ext uri="{FF2B5EF4-FFF2-40B4-BE49-F238E27FC236}">
                <a16:creationId xmlns:a16="http://schemas.microsoft.com/office/drawing/2014/main" id="{F5CC77AC-E0B4-2E4E-BFDA-FDA6678722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9F173C3-7648-7D46-A52A-9F3FEB1A5A9A}"/>
              </a:ext>
            </a:extLst>
          </p:cNvPr>
          <p:cNvSpPr>
            <a:spLocks noGrp="1"/>
          </p:cNvSpPr>
          <p:nvPr>
            <p:ph type="dt" sz="half" idx="10"/>
          </p:nvPr>
        </p:nvSpPr>
        <p:spPr/>
        <p:txBody>
          <a:bodyPr/>
          <a:lstStyle/>
          <a:p>
            <a:fld id="{41071CA7-796D-E342-A6A4-DEB416E8E409}" type="datetimeFigureOut">
              <a:rPr lang="en-UA" smtClean="0"/>
              <a:t>04/25/2026</a:t>
            </a:fld>
            <a:endParaRPr lang="en-UA"/>
          </a:p>
        </p:txBody>
      </p:sp>
      <p:sp>
        <p:nvSpPr>
          <p:cNvPr id="5" name="Footer Placeholder 4">
            <a:extLst>
              <a:ext uri="{FF2B5EF4-FFF2-40B4-BE49-F238E27FC236}">
                <a16:creationId xmlns:a16="http://schemas.microsoft.com/office/drawing/2014/main" id="{2AF9C293-58FB-EB47-B1A0-EAF0D5B20B01}"/>
              </a:ext>
            </a:extLst>
          </p:cNvPr>
          <p:cNvSpPr>
            <a:spLocks noGrp="1"/>
          </p:cNvSpPr>
          <p:nvPr>
            <p:ph type="ftr" sz="quarter" idx="11"/>
          </p:nvPr>
        </p:nvSpPr>
        <p:spPr/>
        <p:txBody>
          <a:bodyPr/>
          <a:lstStyle/>
          <a:p>
            <a:endParaRPr lang="en-UA"/>
          </a:p>
        </p:txBody>
      </p:sp>
      <p:sp>
        <p:nvSpPr>
          <p:cNvPr id="6" name="Slide Number Placeholder 5">
            <a:extLst>
              <a:ext uri="{FF2B5EF4-FFF2-40B4-BE49-F238E27FC236}">
                <a16:creationId xmlns:a16="http://schemas.microsoft.com/office/drawing/2014/main" id="{F9803DEE-6B83-7D49-B9E7-B174A0EFCCD6}"/>
              </a:ext>
            </a:extLst>
          </p:cNvPr>
          <p:cNvSpPr>
            <a:spLocks noGrp="1"/>
          </p:cNvSpPr>
          <p:nvPr>
            <p:ph type="sldNum" sz="quarter" idx="12"/>
          </p:nvPr>
        </p:nvSpPr>
        <p:spPr/>
        <p:txBody>
          <a:bodyPr/>
          <a:lstStyle/>
          <a:p>
            <a:fld id="{EE3E5012-EE10-EF4F-98D3-6ED13E10BC62}" type="slidenum">
              <a:rPr lang="en-UA" smtClean="0"/>
              <a:t>‹#›</a:t>
            </a:fld>
            <a:endParaRPr lang="en-UA"/>
          </a:p>
        </p:txBody>
      </p:sp>
    </p:spTree>
    <p:extLst>
      <p:ext uri="{BB962C8B-B14F-4D97-AF65-F5344CB8AC3E}">
        <p14:creationId xmlns:p14="http://schemas.microsoft.com/office/powerpoint/2010/main" val="2645496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0AD38-A31A-FF43-B906-D881AC1B8544}"/>
              </a:ext>
            </a:extLst>
          </p:cNvPr>
          <p:cNvSpPr>
            <a:spLocks noGrp="1"/>
          </p:cNvSpPr>
          <p:nvPr>
            <p:ph type="title"/>
          </p:nvPr>
        </p:nvSpPr>
        <p:spPr/>
        <p:txBody>
          <a:bodyPr/>
          <a:lstStyle/>
          <a:p>
            <a:r>
              <a:rPr lang="en-GB"/>
              <a:t>Click to edit Master title style</a:t>
            </a:r>
            <a:endParaRPr lang="en-UA"/>
          </a:p>
        </p:txBody>
      </p:sp>
      <p:sp>
        <p:nvSpPr>
          <p:cNvPr id="3" name="Content Placeholder 2">
            <a:extLst>
              <a:ext uri="{FF2B5EF4-FFF2-40B4-BE49-F238E27FC236}">
                <a16:creationId xmlns:a16="http://schemas.microsoft.com/office/drawing/2014/main" id="{1A8FCC05-6B06-2A45-B6E2-F529DC53169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A"/>
          </a:p>
        </p:txBody>
      </p:sp>
      <p:sp>
        <p:nvSpPr>
          <p:cNvPr id="4" name="Content Placeholder 3">
            <a:extLst>
              <a:ext uri="{FF2B5EF4-FFF2-40B4-BE49-F238E27FC236}">
                <a16:creationId xmlns:a16="http://schemas.microsoft.com/office/drawing/2014/main" id="{1AB49736-26BF-3A49-9878-2DFA8DA849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A"/>
          </a:p>
        </p:txBody>
      </p:sp>
      <p:sp>
        <p:nvSpPr>
          <p:cNvPr id="5" name="Date Placeholder 4">
            <a:extLst>
              <a:ext uri="{FF2B5EF4-FFF2-40B4-BE49-F238E27FC236}">
                <a16:creationId xmlns:a16="http://schemas.microsoft.com/office/drawing/2014/main" id="{CBAE97B7-24BA-5C4C-9189-CF7859A8C5C6}"/>
              </a:ext>
            </a:extLst>
          </p:cNvPr>
          <p:cNvSpPr>
            <a:spLocks noGrp="1"/>
          </p:cNvSpPr>
          <p:nvPr>
            <p:ph type="dt" sz="half" idx="10"/>
          </p:nvPr>
        </p:nvSpPr>
        <p:spPr/>
        <p:txBody>
          <a:bodyPr/>
          <a:lstStyle/>
          <a:p>
            <a:fld id="{41071CA7-796D-E342-A6A4-DEB416E8E409}" type="datetimeFigureOut">
              <a:rPr lang="en-UA" smtClean="0"/>
              <a:t>04/25/2026</a:t>
            </a:fld>
            <a:endParaRPr lang="en-UA"/>
          </a:p>
        </p:txBody>
      </p:sp>
      <p:sp>
        <p:nvSpPr>
          <p:cNvPr id="6" name="Footer Placeholder 5">
            <a:extLst>
              <a:ext uri="{FF2B5EF4-FFF2-40B4-BE49-F238E27FC236}">
                <a16:creationId xmlns:a16="http://schemas.microsoft.com/office/drawing/2014/main" id="{5ED95049-B39B-6346-B543-AE8A027A1508}"/>
              </a:ext>
            </a:extLst>
          </p:cNvPr>
          <p:cNvSpPr>
            <a:spLocks noGrp="1"/>
          </p:cNvSpPr>
          <p:nvPr>
            <p:ph type="ftr" sz="quarter" idx="11"/>
          </p:nvPr>
        </p:nvSpPr>
        <p:spPr/>
        <p:txBody>
          <a:bodyPr/>
          <a:lstStyle/>
          <a:p>
            <a:endParaRPr lang="en-UA"/>
          </a:p>
        </p:txBody>
      </p:sp>
      <p:sp>
        <p:nvSpPr>
          <p:cNvPr id="7" name="Slide Number Placeholder 6">
            <a:extLst>
              <a:ext uri="{FF2B5EF4-FFF2-40B4-BE49-F238E27FC236}">
                <a16:creationId xmlns:a16="http://schemas.microsoft.com/office/drawing/2014/main" id="{05B9F0D0-A4AA-9244-BF41-686722482F34}"/>
              </a:ext>
            </a:extLst>
          </p:cNvPr>
          <p:cNvSpPr>
            <a:spLocks noGrp="1"/>
          </p:cNvSpPr>
          <p:nvPr>
            <p:ph type="sldNum" sz="quarter" idx="12"/>
          </p:nvPr>
        </p:nvSpPr>
        <p:spPr/>
        <p:txBody>
          <a:bodyPr/>
          <a:lstStyle/>
          <a:p>
            <a:fld id="{EE3E5012-EE10-EF4F-98D3-6ED13E10BC62}" type="slidenum">
              <a:rPr lang="en-UA" smtClean="0"/>
              <a:t>‹#›</a:t>
            </a:fld>
            <a:endParaRPr lang="en-UA"/>
          </a:p>
        </p:txBody>
      </p:sp>
    </p:spTree>
    <p:extLst>
      <p:ext uri="{BB962C8B-B14F-4D97-AF65-F5344CB8AC3E}">
        <p14:creationId xmlns:p14="http://schemas.microsoft.com/office/powerpoint/2010/main" val="1477045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2752-287F-8345-B3C5-6BAF90D2739A}"/>
              </a:ext>
            </a:extLst>
          </p:cNvPr>
          <p:cNvSpPr>
            <a:spLocks noGrp="1"/>
          </p:cNvSpPr>
          <p:nvPr>
            <p:ph type="title"/>
          </p:nvPr>
        </p:nvSpPr>
        <p:spPr>
          <a:xfrm>
            <a:off x="839788" y="365125"/>
            <a:ext cx="10515600" cy="1325563"/>
          </a:xfrm>
        </p:spPr>
        <p:txBody>
          <a:bodyPr/>
          <a:lstStyle/>
          <a:p>
            <a:r>
              <a:rPr lang="en-GB"/>
              <a:t>Click to edit Master title style</a:t>
            </a:r>
            <a:endParaRPr lang="en-UA"/>
          </a:p>
        </p:txBody>
      </p:sp>
      <p:sp>
        <p:nvSpPr>
          <p:cNvPr id="3" name="Text Placeholder 2">
            <a:extLst>
              <a:ext uri="{FF2B5EF4-FFF2-40B4-BE49-F238E27FC236}">
                <a16:creationId xmlns:a16="http://schemas.microsoft.com/office/drawing/2014/main" id="{40EC2548-C2AF-B14B-BA04-F9D74AFEC5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39A71A0-DD6C-B34F-B713-0C9B08AD2B3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A"/>
          </a:p>
        </p:txBody>
      </p:sp>
      <p:sp>
        <p:nvSpPr>
          <p:cNvPr id="5" name="Text Placeholder 4">
            <a:extLst>
              <a:ext uri="{FF2B5EF4-FFF2-40B4-BE49-F238E27FC236}">
                <a16:creationId xmlns:a16="http://schemas.microsoft.com/office/drawing/2014/main" id="{D6106DE5-8295-7C44-9A14-3B3206D480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8AB7F03-EA13-FF4C-B957-BF9A81D40F6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A"/>
          </a:p>
        </p:txBody>
      </p:sp>
      <p:sp>
        <p:nvSpPr>
          <p:cNvPr id="7" name="Date Placeholder 6">
            <a:extLst>
              <a:ext uri="{FF2B5EF4-FFF2-40B4-BE49-F238E27FC236}">
                <a16:creationId xmlns:a16="http://schemas.microsoft.com/office/drawing/2014/main" id="{0BC0D874-8185-A949-9546-F1387999853E}"/>
              </a:ext>
            </a:extLst>
          </p:cNvPr>
          <p:cNvSpPr>
            <a:spLocks noGrp="1"/>
          </p:cNvSpPr>
          <p:nvPr>
            <p:ph type="dt" sz="half" idx="10"/>
          </p:nvPr>
        </p:nvSpPr>
        <p:spPr/>
        <p:txBody>
          <a:bodyPr/>
          <a:lstStyle/>
          <a:p>
            <a:fld id="{41071CA7-796D-E342-A6A4-DEB416E8E409}" type="datetimeFigureOut">
              <a:rPr lang="en-UA" smtClean="0"/>
              <a:t>04/25/2026</a:t>
            </a:fld>
            <a:endParaRPr lang="en-UA"/>
          </a:p>
        </p:txBody>
      </p:sp>
      <p:sp>
        <p:nvSpPr>
          <p:cNvPr id="8" name="Footer Placeholder 7">
            <a:extLst>
              <a:ext uri="{FF2B5EF4-FFF2-40B4-BE49-F238E27FC236}">
                <a16:creationId xmlns:a16="http://schemas.microsoft.com/office/drawing/2014/main" id="{E018BA22-6C63-A74C-9B2D-E145B70A2BC2}"/>
              </a:ext>
            </a:extLst>
          </p:cNvPr>
          <p:cNvSpPr>
            <a:spLocks noGrp="1"/>
          </p:cNvSpPr>
          <p:nvPr>
            <p:ph type="ftr" sz="quarter" idx="11"/>
          </p:nvPr>
        </p:nvSpPr>
        <p:spPr/>
        <p:txBody>
          <a:bodyPr/>
          <a:lstStyle/>
          <a:p>
            <a:endParaRPr lang="en-UA"/>
          </a:p>
        </p:txBody>
      </p:sp>
      <p:sp>
        <p:nvSpPr>
          <p:cNvPr id="9" name="Slide Number Placeholder 8">
            <a:extLst>
              <a:ext uri="{FF2B5EF4-FFF2-40B4-BE49-F238E27FC236}">
                <a16:creationId xmlns:a16="http://schemas.microsoft.com/office/drawing/2014/main" id="{66F477F6-34EE-8949-B969-310DFDF60260}"/>
              </a:ext>
            </a:extLst>
          </p:cNvPr>
          <p:cNvSpPr>
            <a:spLocks noGrp="1"/>
          </p:cNvSpPr>
          <p:nvPr>
            <p:ph type="sldNum" sz="quarter" idx="12"/>
          </p:nvPr>
        </p:nvSpPr>
        <p:spPr/>
        <p:txBody>
          <a:bodyPr/>
          <a:lstStyle/>
          <a:p>
            <a:fld id="{EE3E5012-EE10-EF4F-98D3-6ED13E10BC62}" type="slidenum">
              <a:rPr lang="en-UA" smtClean="0"/>
              <a:t>‹#›</a:t>
            </a:fld>
            <a:endParaRPr lang="en-UA"/>
          </a:p>
        </p:txBody>
      </p:sp>
    </p:spTree>
    <p:extLst>
      <p:ext uri="{BB962C8B-B14F-4D97-AF65-F5344CB8AC3E}">
        <p14:creationId xmlns:p14="http://schemas.microsoft.com/office/powerpoint/2010/main" val="648693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88E08-76C4-E743-B9E5-B601C897AEA3}"/>
              </a:ext>
            </a:extLst>
          </p:cNvPr>
          <p:cNvSpPr>
            <a:spLocks noGrp="1"/>
          </p:cNvSpPr>
          <p:nvPr>
            <p:ph type="title"/>
          </p:nvPr>
        </p:nvSpPr>
        <p:spPr/>
        <p:txBody>
          <a:bodyPr/>
          <a:lstStyle/>
          <a:p>
            <a:r>
              <a:rPr lang="en-GB"/>
              <a:t>Click to edit Master title style</a:t>
            </a:r>
            <a:endParaRPr lang="en-UA"/>
          </a:p>
        </p:txBody>
      </p:sp>
      <p:sp>
        <p:nvSpPr>
          <p:cNvPr id="3" name="Date Placeholder 2">
            <a:extLst>
              <a:ext uri="{FF2B5EF4-FFF2-40B4-BE49-F238E27FC236}">
                <a16:creationId xmlns:a16="http://schemas.microsoft.com/office/drawing/2014/main" id="{9AF29219-4E6E-B145-91AE-25127BF72787}"/>
              </a:ext>
            </a:extLst>
          </p:cNvPr>
          <p:cNvSpPr>
            <a:spLocks noGrp="1"/>
          </p:cNvSpPr>
          <p:nvPr>
            <p:ph type="dt" sz="half" idx="10"/>
          </p:nvPr>
        </p:nvSpPr>
        <p:spPr/>
        <p:txBody>
          <a:bodyPr/>
          <a:lstStyle/>
          <a:p>
            <a:fld id="{41071CA7-796D-E342-A6A4-DEB416E8E409}" type="datetimeFigureOut">
              <a:rPr lang="en-UA" smtClean="0"/>
              <a:t>04/25/2026</a:t>
            </a:fld>
            <a:endParaRPr lang="en-UA"/>
          </a:p>
        </p:txBody>
      </p:sp>
      <p:sp>
        <p:nvSpPr>
          <p:cNvPr id="4" name="Footer Placeholder 3">
            <a:extLst>
              <a:ext uri="{FF2B5EF4-FFF2-40B4-BE49-F238E27FC236}">
                <a16:creationId xmlns:a16="http://schemas.microsoft.com/office/drawing/2014/main" id="{6FCB59CF-1B70-614E-A471-C59A03FC00F6}"/>
              </a:ext>
            </a:extLst>
          </p:cNvPr>
          <p:cNvSpPr>
            <a:spLocks noGrp="1"/>
          </p:cNvSpPr>
          <p:nvPr>
            <p:ph type="ftr" sz="quarter" idx="11"/>
          </p:nvPr>
        </p:nvSpPr>
        <p:spPr/>
        <p:txBody>
          <a:bodyPr/>
          <a:lstStyle/>
          <a:p>
            <a:endParaRPr lang="en-UA"/>
          </a:p>
        </p:txBody>
      </p:sp>
      <p:sp>
        <p:nvSpPr>
          <p:cNvPr id="5" name="Slide Number Placeholder 4">
            <a:extLst>
              <a:ext uri="{FF2B5EF4-FFF2-40B4-BE49-F238E27FC236}">
                <a16:creationId xmlns:a16="http://schemas.microsoft.com/office/drawing/2014/main" id="{2521D665-18F4-034A-A298-9F5339CF646F}"/>
              </a:ext>
            </a:extLst>
          </p:cNvPr>
          <p:cNvSpPr>
            <a:spLocks noGrp="1"/>
          </p:cNvSpPr>
          <p:nvPr>
            <p:ph type="sldNum" sz="quarter" idx="12"/>
          </p:nvPr>
        </p:nvSpPr>
        <p:spPr/>
        <p:txBody>
          <a:bodyPr/>
          <a:lstStyle/>
          <a:p>
            <a:fld id="{EE3E5012-EE10-EF4F-98D3-6ED13E10BC62}" type="slidenum">
              <a:rPr lang="en-UA" smtClean="0"/>
              <a:t>‹#›</a:t>
            </a:fld>
            <a:endParaRPr lang="en-UA"/>
          </a:p>
        </p:txBody>
      </p:sp>
    </p:spTree>
    <p:extLst>
      <p:ext uri="{BB962C8B-B14F-4D97-AF65-F5344CB8AC3E}">
        <p14:creationId xmlns:p14="http://schemas.microsoft.com/office/powerpoint/2010/main" val="2982086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D3035E-212C-8945-BA36-2CA51730C073}"/>
              </a:ext>
            </a:extLst>
          </p:cNvPr>
          <p:cNvSpPr>
            <a:spLocks noGrp="1"/>
          </p:cNvSpPr>
          <p:nvPr>
            <p:ph type="dt" sz="half" idx="10"/>
          </p:nvPr>
        </p:nvSpPr>
        <p:spPr/>
        <p:txBody>
          <a:bodyPr/>
          <a:lstStyle/>
          <a:p>
            <a:fld id="{41071CA7-796D-E342-A6A4-DEB416E8E409}" type="datetimeFigureOut">
              <a:rPr lang="en-UA" smtClean="0"/>
              <a:t>04/25/2026</a:t>
            </a:fld>
            <a:endParaRPr lang="en-UA"/>
          </a:p>
        </p:txBody>
      </p:sp>
      <p:sp>
        <p:nvSpPr>
          <p:cNvPr id="3" name="Footer Placeholder 2">
            <a:extLst>
              <a:ext uri="{FF2B5EF4-FFF2-40B4-BE49-F238E27FC236}">
                <a16:creationId xmlns:a16="http://schemas.microsoft.com/office/drawing/2014/main" id="{21284022-CA12-CB48-ADD6-E9DF4A03CBF5}"/>
              </a:ext>
            </a:extLst>
          </p:cNvPr>
          <p:cNvSpPr>
            <a:spLocks noGrp="1"/>
          </p:cNvSpPr>
          <p:nvPr>
            <p:ph type="ftr" sz="quarter" idx="11"/>
          </p:nvPr>
        </p:nvSpPr>
        <p:spPr/>
        <p:txBody>
          <a:bodyPr/>
          <a:lstStyle/>
          <a:p>
            <a:endParaRPr lang="en-UA"/>
          </a:p>
        </p:txBody>
      </p:sp>
      <p:sp>
        <p:nvSpPr>
          <p:cNvPr id="4" name="Slide Number Placeholder 3">
            <a:extLst>
              <a:ext uri="{FF2B5EF4-FFF2-40B4-BE49-F238E27FC236}">
                <a16:creationId xmlns:a16="http://schemas.microsoft.com/office/drawing/2014/main" id="{5CB376B3-F7B0-B249-820B-291E0C66BCFB}"/>
              </a:ext>
            </a:extLst>
          </p:cNvPr>
          <p:cNvSpPr>
            <a:spLocks noGrp="1"/>
          </p:cNvSpPr>
          <p:nvPr>
            <p:ph type="sldNum" sz="quarter" idx="12"/>
          </p:nvPr>
        </p:nvSpPr>
        <p:spPr/>
        <p:txBody>
          <a:bodyPr/>
          <a:lstStyle/>
          <a:p>
            <a:fld id="{EE3E5012-EE10-EF4F-98D3-6ED13E10BC62}" type="slidenum">
              <a:rPr lang="en-UA" smtClean="0"/>
              <a:t>‹#›</a:t>
            </a:fld>
            <a:endParaRPr lang="en-UA"/>
          </a:p>
        </p:txBody>
      </p:sp>
    </p:spTree>
    <p:extLst>
      <p:ext uri="{BB962C8B-B14F-4D97-AF65-F5344CB8AC3E}">
        <p14:creationId xmlns:p14="http://schemas.microsoft.com/office/powerpoint/2010/main" val="2364122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B33B2-562C-4841-A2CD-A95BC48980F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A"/>
          </a:p>
        </p:txBody>
      </p:sp>
      <p:sp>
        <p:nvSpPr>
          <p:cNvPr id="3" name="Content Placeholder 2">
            <a:extLst>
              <a:ext uri="{FF2B5EF4-FFF2-40B4-BE49-F238E27FC236}">
                <a16:creationId xmlns:a16="http://schemas.microsoft.com/office/drawing/2014/main" id="{C0F8E728-F381-544D-BF2B-7A0A54F2F0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A"/>
          </a:p>
        </p:txBody>
      </p:sp>
      <p:sp>
        <p:nvSpPr>
          <p:cNvPr id="4" name="Text Placeholder 3">
            <a:extLst>
              <a:ext uri="{FF2B5EF4-FFF2-40B4-BE49-F238E27FC236}">
                <a16:creationId xmlns:a16="http://schemas.microsoft.com/office/drawing/2014/main" id="{71D1ACDC-5111-9A42-9AFB-DDB1BA4D25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EF43425-2783-9D47-B514-EE955F950F11}"/>
              </a:ext>
            </a:extLst>
          </p:cNvPr>
          <p:cNvSpPr>
            <a:spLocks noGrp="1"/>
          </p:cNvSpPr>
          <p:nvPr>
            <p:ph type="dt" sz="half" idx="10"/>
          </p:nvPr>
        </p:nvSpPr>
        <p:spPr/>
        <p:txBody>
          <a:bodyPr/>
          <a:lstStyle/>
          <a:p>
            <a:fld id="{41071CA7-796D-E342-A6A4-DEB416E8E409}" type="datetimeFigureOut">
              <a:rPr lang="en-UA" smtClean="0"/>
              <a:t>04/25/2026</a:t>
            </a:fld>
            <a:endParaRPr lang="en-UA"/>
          </a:p>
        </p:txBody>
      </p:sp>
      <p:sp>
        <p:nvSpPr>
          <p:cNvPr id="6" name="Footer Placeholder 5">
            <a:extLst>
              <a:ext uri="{FF2B5EF4-FFF2-40B4-BE49-F238E27FC236}">
                <a16:creationId xmlns:a16="http://schemas.microsoft.com/office/drawing/2014/main" id="{F05EEF52-6079-234F-97DB-F72A6FB9C4C8}"/>
              </a:ext>
            </a:extLst>
          </p:cNvPr>
          <p:cNvSpPr>
            <a:spLocks noGrp="1"/>
          </p:cNvSpPr>
          <p:nvPr>
            <p:ph type="ftr" sz="quarter" idx="11"/>
          </p:nvPr>
        </p:nvSpPr>
        <p:spPr/>
        <p:txBody>
          <a:bodyPr/>
          <a:lstStyle/>
          <a:p>
            <a:endParaRPr lang="en-UA"/>
          </a:p>
        </p:txBody>
      </p:sp>
      <p:sp>
        <p:nvSpPr>
          <p:cNvPr id="7" name="Slide Number Placeholder 6">
            <a:extLst>
              <a:ext uri="{FF2B5EF4-FFF2-40B4-BE49-F238E27FC236}">
                <a16:creationId xmlns:a16="http://schemas.microsoft.com/office/drawing/2014/main" id="{9E3515A3-BE92-8744-B33E-ED5DE8D3B1BF}"/>
              </a:ext>
            </a:extLst>
          </p:cNvPr>
          <p:cNvSpPr>
            <a:spLocks noGrp="1"/>
          </p:cNvSpPr>
          <p:nvPr>
            <p:ph type="sldNum" sz="quarter" idx="12"/>
          </p:nvPr>
        </p:nvSpPr>
        <p:spPr/>
        <p:txBody>
          <a:bodyPr/>
          <a:lstStyle/>
          <a:p>
            <a:fld id="{EE3E5012-EE10-EF4F-98D3-6ED13E10BC62}" type="slidenum">
              <a:rPr lang="en-UA" smtClean="0"/>
              <a:t>‹#›</a:t>
            </a:fld>
            <a:endParaRPr lang="en-UA"/>
          </a:p>
        </p:txBody>
      </p:sp>
    </p:spTree>
    <p:extLst>
      <p:ext uri="{BB962C8B-B14F-4D97-AF65-F5344CB8AC3E}">
        <p14:creationId xmlns:p14="http://schemas.microsoft.com/office/powerpoint/2010/main" val="3398916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18816-733B-F745-A25A-B452A73A6D4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A"/>
          </a:p>
        </p:txBody>
      </p:sp>
      <p:sp>
        <p:nvSpPr>
          <p:cNvPr id="3" name="Picture Placeholder 2">
            <a:extLst>
              <a:ext uri="{FF2B5EF4-FFF2-40B4-BE49-F238E27FC236}">
                <a16:creationId xmlns:a16="http://schemas.microsoft.com/office/drawing/2014/main" id="{34AC3482-DA00-CE4A-826B-E1632CA604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A"/>
          </a:p>
        </p:txBody>
      </p:sp>
      <p:sp>
        <p:nvSpPr>
          <p:cNvPr id="4" name="Text Placeholder 3">
            <a:extLst>
              <a:ext uri="{FF2B5EF4-FFF2-40B4-BE49-F238E27FC236}">
                <a16:creationId xmlns:a16="http://schemas.microsoft.com/office/drawing/2014/main" id="{C5B93F17-884A-D242-A363-A912B645E6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6DC90E9-7A40-E347-8087-99FF501D0D50}"/>
              </a:ext>
            </a:extLst>
          </p:cNvPr>
          <p:cNvSpPr>
            <a:spLocks noGrp="1"/>
          </p:cNvSpPr>
          <p:nvPr>
            <p:ph type="dt" sz="half" idx="10"/>
          </p:nvPr>
        </p:nvSpPr>
        <p:spPr/>
        <p:txBody>
          <a:bodyPr/>
          <a:lstStyle/>
          <a:p>
            <a:fld id="{41071CA7-796D-E342-A6A4-DEB416E8E409}" type="datetimeFigureOut">
              <a:rPr lang="en-UA" smtClean="0"/>
              <a:t>04/25/2026</a:t>
            </a:fld>
            <a:endParaRPr lang="en-UA"/>
          </a:p>
        </p:txBody>
      </p:sp>
      <p:sp>
        <p:nvSpPr>
          <p:cNvPr id="6" name="Footer Placeholder 5">
            <a:extLst>
              <a:ext uri="{FF2B5EF4-FFF2-40B4-BE49-F238E27FC236}">
                <a16:creationId xmlns:a16="http://schemas.microsoft.com/office/drawing/2014/main" id="{20C7773A-F310-2144-9402-108016A2B35D}"/>
              </a:ext>
            </a:extLst>
          </p:cNvPr>
          <p:cNvSpPr>
            <a:spLocks noGrp="1"/>
          </p:cNvSpPr>
          <p:nvPr>
            <p:ph type="ftr" sz="quarter" idx="11"/>
          </p:nvPr>
        </p:nvSpPr>
        <p:spPr/>
        <p:txBody>
          <a:bodyPr/>
          <a:lstStyle/>
          <a:p>
            <a:endParaRPr lang="en-UA"/>
          </a:p>
        </p:txBody>
      </p:sp>
      <p:sp>
        <p:nvSpPr>
          <p:cNvPr id="7" name="Slide Number Placeholder 6">
            <a:extLst>
              <a:ext uri="{FF2B5EF4-FFF2-40B4-BE49-F238E27FC236}">
                <a16:creationId xmlns:a16="http://schemas.microsoft.com/office/drawing/2014/main" id="{E60FAAF5-2202-CB44-9404-BB73D9329F02}"/>
              </a:ext>
            </a:extLst>
          </p:cNvPr>
          <p:cNvSpPr>
            <a:spLocks noGrp="1"/>
          </p:cNvSpPr>
          <p:nvPr>
            <p:ph type="sldNum" sz="quarter" idx="12"/>
          </p:nvPr>
        </p:nvSpPr>
        <p:spPr/>
        <p:txBody>
          <a:bodyPr/>
          <a:lstStyle/>
          <a:p>
            <a:fld id="{EE3E5012-EE10-EF4F-98D3-6ED13E10BC62}" type="slidenum">
              <a:rPr lang="en-UA" smtClean="0"/>
              <a:t>‹#›</a:t>
            </a:fld>
            <a:endParaRPr lang="en-UA"/>
          </a:p>
        </p:txBody>
      </p:sp>
    </p:spTree>
    <p:extLst>
      <p:ext uri="{BB962C8B-B14F-4D97-AF65-F5344CB8AC3E}">
        <p14:creationId xmlns:p14="http://schemas.microsoft.com/office/powerpoint/2010/main" val="2333996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16CC9-6050-A94C-921D-021E46900207}"/>
              </a:ext>
            </a:extLst>
          </p:cNvPr>
          <p:cNvSpPr>
            <a:spLocks noGrp="1"/>
          </p:cNvSpPr>
          <p:nvPr>
            <p:ph type="title"/>
          </p:nvPr>
        </p:nvSpPr>
        <p:spPr/>
        <p:txBody>
          <a:bodyPr/>
          <a:lstStyle/>
          <a:p>
            <a:r>
              <a:rPr lang="en-GB"/>
              <a:t>Click to edit Master title style</a:t>
            </a:r>
            <a:endParaRPr lang="en-UA"/>
          </a:p>
        </p:txBody>
      </p:sp>
      <p:sp>
        <p:nvSpPr>
          <p:cNvPr id="3" name="Vertical Text Placeholder 2">
            <a:extLst>
              <a:ext uri="{FF2B5EF4-FFF2-40B4-BE49-F238E27FC236}">
                <a16:creationId xmlns:a16="http://schemas.microsoft.com/office/drawing/2014/main" id="{CB387B83-C314-F94F-BAA5-1ACC75087EB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A"/>
          </a:p>
        </p:txBody>
      </p:sp>
      <p:sp>
        <p:nvSpPr>
          <p:cNvPr id="4" name="Date Placeholder 3">
            <a:extLst>
              <a:ext uri="{FF2B5EF4-FFF2-40B4-BE49-F238E27FC236}">
                <a16:creationId xmlns:a16="http://schemas.microsoft.com/office/drawing/2014/main" id="{94F15C2E-40C6-2549-A3E8-39CC88658089}"/>
              </a:ext>
            </a:extLst>
          </p:cNvPr>
          <p:cNvSpPr>
            <a:spLocks noGrp="1"/>
          </p:cNvSpPr>
          <p:nvPr>
            <p:ph type="dt" sz="half" idx="10"/>
          </p:nvPr>
        </p:nvSpPr>
        <p:spPr/>
        <p:txBody>
          <a:bodyPr/>
          <a:lstStyle/>
          <a:p>
            <a:fld id="{41071CA7-796D-E342-A6A4-DEB416E8E409}" type="datetimeFigureOut">
              <a:rPr lang="en-UA" smtClean="0"/>
              <a:t>04/25/2026</a:t>
            </a:fld>
            <a:endParaRPr lang="en-UA"/>
          </a:p>
        </p:txBody>
      </p:sp>
      <p:sp>
        <p:nvSpPr>
          <p:cNvPr id="5" name="Footer Placeholder 4">
            <a:extLst>
              <a:ext uri="{FF2B5EF4-FFF2-40B4-BE49-F238E27FC236}">
                <a16:creationId xmlns:a16="http://schemas.microsoft.com/office/drawing/2014/main" id="{E96C3AF7-3159-9649-BF70-8EF03AFCAC16}"/>
              </a:ext>
            </a:extLst>
          </p:cNvPr>
          <p:cNvSpPr>
            <a:spLocks noGrp="1"/>
          </p:cNvSpPr>
          <p:nvPr>
            <p:ph type="ftr" sz="quarter" idx="11"/>
          </p:nvPr>
        </p:nvSpPr>
        <p:spPr/>
        <p:txBody>
          <a:bodyPr/>
          <a:lstStyle/>
          <a:p>
            <a:endParaRPr lang="en-UA"/>
          </a:p>
        </p:txBody>
      </p:sp>
      <p:sp>
        <p:nvSpPr>
          <p:cNvPr id="6" name="Slide Number Placeholder 5">
            <a:extLst>
              <a:ext uri="{FF2B5EF4-FFF2-40B4-BE49-F238E27FC236}">
                <a16:creationId xmlns:a16="http://schemas.microsoft.com/office/drawing/2014/main" id="{73512B1C-565B-C142-8B94-262FCD3347BF}"/>
              </a:ext>
            </a:extLst>
          </p:cNvPr>
          <p:cNvSpPr>
            <a:spLocks noGrp="1"/>
          </p:cNvSpPr>
          <p:nvPr>
            <p:ph type="sldNum" sz="quarter" idx="12"/>
          </p:nvPr>
        </p:nvSpPr>
        <p:spPr/>
        <p:txBody>
          <a:bodyPr/>
          <a:lstStyle/>
          <a:p>
            <a:fld id="{EE3E5012-EE10-EF4F-98D3-6ED13E10BC62}" type="slidenum">
              <a:rPr lang="en-UA" smtClean="0"/>
              <a:t>‹#›</a:t>
            </a:fld>
            <a:endParaRPr lang="en-UA"/>
          </a:p>
        </p:txBody>
      </p:sp>
    </p:spTree>
    <p:extLst>
      <p:ext uri="{BB962C8B-B14F-4D97-AF65-F5344CB8AC3E}">
        <p14:creationId xmlns:p14="http://schemas.microsoft.com/office/powerpoint/2010/main" val="3798379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3472A5-306A-D44D-AF29-BEDC817BD48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A"/>
          </a:p>
        </p:txBody>
      </p:sp>
      <p:sp>
        <p:nvSpPr>
          <p:cNvPr id="3" name="Vertical Text Placeholder 2">
            <a:extLst>
              <a:ext uri="{FF2B5EF4-FFF2-40B4-BE49-F238E27FC236}">
                <a16:creationId xmlns:a16="http://schemas.microsoft.com/office/drawing/2014/main" id="{F098089D-EA28-CB46-8AC6-783760AA7A9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A"/>
          </a:p>
        </p:txBody>
      </p:sp>
      <p:sp>
        <p:nvSpPr>
          <p:cNvPr id="4" name="Date Placeholder 3">
            <a:extLst>
              <a:ext uri="{FF2B5EF4-FFF2-40B4-BE49-F238E27FC236}">
                <a16:creationId xmlns:a16="http://schemas.microsoft.com/office/drawing/2014/main" id="{6BFD0CC8-AF5F-E14B-BAB8-F21A133B00D6}"/>
              </a:ext>
            </a:extLst>
          </p:cNvPr>
          <p:cNvSpPr>
            <a:spLocks noGrp="1"/>
          </p:cNvSpPr>
          <p:nvPr>
            <p:ph type="dt" sz="half" idx="10"/>
          </p:nvPr>
        </p:nvSpPr>
        <p:spPr/>
        <p:txBody>
          <a:bodyPr/>
          <a:lstStyle/>
          <a:p>
            <a:fld id="{41071CA7-796D-E342-A6A4-DEB416E8E409}" type="datetimeFigureOut">
              <a:rPr lang="en-UA" smtClean="0"/>
              <a:t>04/25/2026</a:t>
            </a:fld>
            <a:endParaRPr lang="en-UA"/>
          </a:p>
        </p:txBody>
      </p:sp>
      <p:sp>
        <p:nvSpPr>
          <p:cNvPr id="5" name="Footer Placeholder 4">
            <a:extLst>
              <a:ext uri="{FF2B5EF4-FFF2-40B4-BE49-F238E27FC236}">
                <a16:creationId xmlns:a16="http://schemas.microsoft.com/office/drawing/2014/main" id="{1AE7BCB6-6259-0449-BCDD-240196EFD700}"/>
              </a:ext>
            </a:extLst>
          </p:cNvPr>
          <p:cNvSpPr>
            <a:spLocks noGrp="1"/>
          </p:cNvSpPr>
          <p:nvPr>
            <p:ph type="ftr" sz="quarter" idx="11"/>
          </p:nvPr>
        </p:nvSpPr>
        <p:spPr/>
        <p:txBody>
          <a:bodyPr/>
          <a:lstStyle/>
          <a:p>
            <a:endParaRPr lang="en-UA"/>
          </a:p>
        </p:txBody>
      </p:sp>
      <p:sp>
        <p:nvSpPr>
          <p:cNvPr id="6" name="Slide Number Placeholder 5">
            <a:extLst>
              <a:ext uri="{FF2B5EF4-FFF2-40B4-BE49-F238E27FC236}">
                <a16:creationId xmlns:a16="http://schemas.microsoft.com/office/drawing/2014/main" id="{AB94D584-250C-824B-A61F-FBBDF092013E}"/>
              </a:ext>
            </a:extLst>
          </p:cNvPr>
          <p:cNvSpPr>
            <a:spLocks noGrp="1"/>
          </p:cNvSpPr>
          <p:nvPr>
            <p:ph type="sldNum" sz="quarter" idx="12"/>
          </p:nvPr>
        </p:nvSpPr>
        <p:spPr/>
        <p:txBody>
          <a:bodyPr/>
          <a:lstStyle/>
          <a:p>
            <a:fld id="{EE3E5012-EE10-EF4F-98D3-6ED13E10BC62}" type="slidenum">
              <a:rPr lang="en-UA" smtClean="0"/>
              <a:t>‹#›</a:t>
            </a:fld>
            <a:endParaRPr lang="en-UA"/>
          </a:p>
        </p:txBody>
      </p:sp>
    </p:spTree>
    <p:extLst>
      <p:ext uri="{BB962C8B-B14F-4D97-AF65-F5344CB8AC3E}">
        <p14:creationId xmlns:p14="http://schemas.microsoft.com/office/powerpoint/2010/main" val="26134738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cSld name="Заголовок и четыре объекта">
    <p:spTree>
      <p:nvGrpSpPr>
        <p:cNvPr id="1" name=""/>
        <p:cNvGrpSpPr/>
        <p:nvPr/>
      </p:nvGrpSpPr>
      <p:grpSpPr>
        <a:xfrm>
          <a:off x="0" y="0"/>
          <a:ext cx="0" cy="0"/>
          <a:chOff x="0" y="0"/>
          <a:chExt cx="0" cy="0"/>
        </a:xfrm>
      </p:grpSpPr>
      <p:sp>
        <p:nvSpPr>
          <p:cNvPr id="2" name="Заголовок 1"/>
          <p:cNvSpPr>
            <a:spLocks noGrp="1"/>
          </p:cNvSpPr>
          <p:nvPr>
            <p:ph type="title" sz="quarter"/>
          </p:nvPr>
        </p:nvSpPr>
        <p:spPr>
          <a:xfrm>
            <a:off x="609600" y="274638"/>
            <a:ext cx="10972800" cy="1143000"/>
          </a:xfrm>
        </p:spPr>
        <p:txBody>
          <a:bodyPr/>
          <a:lstStyle/>
          <a:p>
            <a:r>
              <a:rPr lang="ru-RU"/>
              <a:t>Образец заголовка</a:t>
            </a:r>
          </a:p>
        </p:txBody>
      </p:sp>
      <p:sp>
        <p:nvSpPr>
          <p:cNvPr id="3" name="Содержимое 2"/>
          <p:cNvSpPr>
            <a:spLocks noGrp="1"/>
          </p:cNvSpPr>
          <p:nvPr>
            <p:ph sz="quarter" idx="1"/>
          </p:nvPr>
        </p:nvSpPr>
        <p:spPr>
          <a:xfrm>
            <a:off x="609600" y="1600200"/>
            <a:ext cx="5384800" cy="21859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quarter" idx="2"/>
          </p:nvPr>
        </p:nvSpPr>
        <p:spPr>
          <a:xfrm>
            <a:off x="6197600" y="1600200"/>
            <a:ext cx="5384800" cy="21859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Содержимое 4"/>
          <p:cNvSpPr>
            <a:spLocks noGrp="1"/>
          </p:cNvSpPr>
          <p:nvPr>
            <p:ph sz="quarter" idx="3"/>
          </p:nvPr>
        </p:nvSpPr>
        <p:spPr>
          <a:xfrm>
            <a:off x="609600" y="3938589"/>
            <a:ext cx="5384800" cy="2187575"/>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Содержимое 5"/>
          <p:cNvSpPr>
            <a:spLocks noGrp="1"/>
          </p:cNvSpPr>
          <p:nvPr>
            <p:ph sz="quarter" idx="4"/>
          </p:nvPr>
        </p:nvSpPr>
        <p:spPr>
          <a:xfrm>
            <a:off x="6197600" y="3938589"/>
            <a:ext cx="5384800" cy="2187575"/>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B69B47E4-F0BC-4F74-A677-D9449CCA756D}"/>
              </a:ext>
            </a:extLst>
          </p:cNvPr>
          <p:cNvSpPr>
            <a:spLocks noGrp="1"/>
          </p:cNvSpPr>
          <p:nvPr>
            <p:ph type="dt" sz="half" idx="10"/>
          </p:nvPr>
        </p:nvSpPr>
        <p:spPr>
          <a:xfrm>
            <a:off x="609600" y="6251575"/>
            <a:ext cx="2844800" cy="476250"/>
          </a:xfrm>
        </p:spPr>
        <p:txBody>
          <a:bodyPr/>
          <a:lstStyle>
            <a:lvl1pPr>
              <a:defRPr smtClean="0"/>
            </a:lvl1pPr>
          </a:lstStyle>
          <a:p>
            <a:pPr>
              <a:defRPr/>
            </a:pPr>
            <a:endParaRPr lang="ru-RU"/>
          </a:p>
        </p:txBody>
      </p:sp>
      <p:sp>
        <p:nvSpPr>
          <p:cNvPr id="8" name="Номер слайда 7">
            <a:extLst>
              <a:ext uri="{FF2B5EF4-FFF2-40B4-BE49-F238E27FC236}">
                <a16:creationId xmlns:a16="http://schemas.microsoft.com/office/drawing/2014/main" id="{AB918624-73E3-44E2-B76F-03DDC12AAB7F}"/>
              </a:ext>
            </a:extLst>
          </p:cNvPr>
          <p:cNvSpPr>
            <a:spLocks noGrp="1"/>
          </p:cNvSpPr>
          <p:nvPr>
            <p:ph type="sldNum" sz="quarter" idx="11"/>
          </p:nvPr>
        </p:nvSpPr>
        <p:spPr>
          <a:xfrm>
            <a:off x="8737600" y="6248400"/>
            <a:ext cx="2844800" cy="476250"/>
          </a:xfrm>
        </p:spPr>
        <p:txBody>
          <a:bodyPr/>
          <a:lstStyle>
            <a:lvl1pPr>
              <a:defRPr/>
            </a:lvl1pPr>
          </a:lstStyle>
          <a:p>
            <a:fld id="{8A6FFCE3-A71B-445C-9779-D592B4FCFABE}" type="slidenum">
              <a:rPr lang="ru-RU" altLang="ru-BY"/>
              <a:pPr/>
              <a:t>‹#›</a:t>
            </a:fld>
            <a:endParaRPr lang="ru-RU" altLang="ru-BY"/>
          </a:p>
        </p:txBody>
      </p:sp>
      <p:sp>
        <p:nvSpPr>
          <p:cNvPr id="9" name="Нижний колонтитул 8">
            <a:extLst>
              <a:ext uri="{FF2B5EF4-FFF2-40B4-BE49-F238E27FC236}">
                <a16:creationId xmlns:a16="http://schemas.microsoft.com/office/drawing/2014/main" id="{B5221D6A-33E7-47D0-B6B5-B9DFE39E9510}"/>
              </a:ext>
            </a:extLst>
          </p:cNvPr>
          <p:cNvSpPr>
            <a:spLocks noGrp="1"/>
          </p:cNvSpPr>
          <p:nvPr>
            <p:ph type="ftr" sz="quarter" idx="12"/>
          </p:nvPr>
        </p:nvSpPr>
        <p:spPr>
          <a:xfrm>
            <a:off x="4165600" y="6248400"/>
            <a:ext cx="3860800" cy="476250"/>
          </a:xfrm>
        </p:spPr>
        <p:txBody>
          <a:bodyPr/>
          <a:lstStyle>
            <a:lvl1pPr>
              <a:defRPr smtClean="0"/>
            </a:lvl1pPr>
          </a:lstStyle>
          <a:p>
            <a:pPr>
              <a:defRPr/>
            </a:pPr>
            <a:endParaRPr lang="ru-RU"/>
          </a:p>
        </p:txBody>
      </p:sp>
    </p:spTree>
    <p:extLst>
      <p:ext uri="{BB962C8B-B14F-4D97-AF65-F5344CB8AC3E}">
        <p14:creationId xmlns:p14="http://schemas.microsoft.com/office/powerpoint/2010/main" val="16553124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Только заголовок_1">
    <p:spTree>
      <p:nvGrpSpPr>
        <p:cNvPr id="1" name=""/>
        <p:cNvGrpSpPr/>
        <p:nvPr/>
      </p:nvGrpSpPr>
      <p:grpSpPr>
        <a:xfrm>
          <a:off x="0" y="0"/>
          <a:ext cx="0" cy="0"/>
          <a:chOff x="0" y="0"/>
          <a:chExt cx="0" cy="0"/>
        </a:xfrm>
      </p:grpSpPr>
      <p:sp>
        <p:nvSpPr>
          <p:cNvPr id="6" name="Овал 5"/>
          <p:cNvSpPr/>
          <p:nvPr userDrawn="1"/>
        </p:nvSpPr>
        <p:spPr>
          <a:xfrm>
            <a:off x="300149" y="6258747"/>
            <a:ext cx="279655" cy="27965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2" name="Заголовок 1"/>
          <p:cNvSpPr>
            <a:spLocks noGrp="1"/>
          </p:cNvSpPr>
          <p:nvPr>
            <p:ph type="title" hasCustomPrompt="1"/>
          </p:nvPr>
        </p:nvSpPr>
        <p:spPr>
          <a:xfrm>
            <a:off x="1871665" y="354564"/>
            <a:ext cx="9877425" cy="842412"/>
          </a:xfrm>
        </p:spPr>
        <p:txBody>
          <a:bodyPr/>
          <a:lstStyle/>
          <a:p>
            <a:r>
              <a:rPr lang="ru-RU" dirty="0"/>
              <a:t>Заголовок слайда</a:t>
            </a:r>
          </a:p>
        </p:txBody>
      </p:sp>
      <p:sp>
        <p:nvSpPr>
          <p:cNvPr id="4" name="Нижний колонтитул 3"/>
          <p:cNvSpPr>
            <a:spLocks noGrp="1"/>
          </p:cNvSpPr>
          <p:nvPr>
            <p:ph type="ftr" sz="quarter" idx="11"/>
          </p:nvPr>
        </p:nvSpPr>
        <p:spPr/>
        <p:txBody>
          <a:bodyPr/>
          <a:lstStyle/>
          <a:p>
            <a:r>
              <a:rPr lang="ru-RU" dirty="0"/>
              <a:t>Название презентации</a:t>
            </a:r>
          </a:p>
        </p:txBody>
      </p:sp>
      <p:sp>
        <p:nvSpPr>
          <p:cNvPr id="5" name="Номер слайда 4"/>
          <p:cNvSpPr>
            <a:spLocks noGrp="1"/>
          </p:cNvSpPr>
          <p:nvPr>
            <p:ph type="sldNum" sz="quarter" idx="12"/>
          </p:nvPr>
        </p:nvSpPr>
        <p:spPr/>
        <p:txBody>
          <a:bodyPr/>
          <a:lstStyle>
            <a:lvl1pPr>
              <a:defRPr>
                <a:solidFill>
                  <a:schemeClr val="bg1"/>
                </a:solidFill>
              </a:defRPr>
            </a:lvl1pPr>
          </a:lstStyle>
          <a:p>
            <a:fld id="{48836D8C-085C-4B4A-9F18-73BCA0AD2898}" type="slidenum">
              <a:rPr lang="ru-RU" smtClean="0"/>
              <a:pPr/>
              <a:t>‹#›</a:t>
            </a:fld>
            <a:endParaRPr lang="ru-RU" dirty="0"/>
          </a:p>
        </p:txBody>
      </p:sp>
      <p:cxnSp>
        <p:nvCxnSpPr>
          <p:cNvPr id="7" name="Прямая соединительная линия 6"/>
          <p:cNvCxnSpPr/>
          <p:nvPr userDrawn="1"/>
        </p:nvCxnSpPr>
        <p:spPr>
          <a:xfrm>
            <a:off x="911225" y="0"/>
            <a:ext cx="0" cy="6858000"/>
          </a:xfrm>
          <a:prstGeom prst="line">
            <a:avLst/>
          </a:prstGeom>
          <a:ln w="9525" cap="rnd">
            <a:solidFill>
              <a:schemeClr val="bg1">
                <a:lumMod val="85000"/>
              </a:schemeClr>
            </a:solidFill>
            <a:prstDash val="solid"/>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4915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1C02267-9298-1E42-8FBE-03B8525BCD65}"/>
              </a:ext>
            </a:extLst>
          </p:cNvPr>
          <p:cNvPicPr>
            <a:picLocks noChangeAspect="1"/>
          </p:cNvPicPr>
          <p:nvPr userDrawn="1"/>
        </p:nvPicPr>
        <p:blipFill>
          <a:blip r:embed="rId15"/>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59D28AB9-03AC-1A48-8A0E-4D9D630AC3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A"/>
          </a:p>
        </p:txBody>
      </p:sp>
      <p:sp>
        <p:nvSpPr>
          <p:cNvPr id="3" name="Text Placeholder 2">
            <a:extLst>
              <a:ext uri="{FF2B5EF4-FFF2-40B4-BE49-F238E27FC236}">
                <a16:creationId xmlns:a16="http://schemas.microsoft.com/office/drawing/2014/main" id="{6E946CE8-7CC5-1C41-9ABA-A0ED0FE716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A"/>
          </a:p>
        </p:txBody>
      </p:sp>
      <p:sp>
        <p:nvSpPr>
          <p:cNvPr id="4" name="Date Placeholder 3">
            <a:extLst>
              <a:ext uri="{FF2B5EF4-FFF2-40B4-BE49-F238E27FC236}">
                <a16:creationId xmlns:a16="http://schemas.microsoft.com/office/drawing/2014/main" id="{84CD807A-AEE3-3B4E-8648-29C692C3D7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071CA7-796D-E342-A6A4-DEB416E8E409}" type="datetimeFigureOut">
              <a:rPr lang="en-UA" smtClean="0"/>
              <a:t>04/25/2026</a:t>
            </a:fld>
            <a:endParaRPr lang="en-UA"/>
          </a:p>
        </p:txBody>
      </p:sp>
      <p:sp>
        <p:nvSpPr>
          <p:cNvPr id="5" name="Footer Placeholder 4">
            <a:extLst>
              <a:ext uri="{FF2B5EF4-FFF2-40B4-BE49-F238E27FC236}">
                <a16:creationId xmlns:a16="http://schemas.microsoft.com/office/drawing/2014/main" id="{100BC6BA-DFAF-9F4A-BE7F-B4EB2B2F80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A"/>
          </a:p>
        </p:txBody>
      </p:sp>
      <p:sp>
        <p:nvSpPr>
          <p:cNvPr id="6" name="Slide Number Placeholder 5">
            <a:extLst>
              <a:ext uri="{FF2B5EF4-FFF2-40B4-BE49-F238E27FC236}">
                <a16:creationId xmlns:a16="http://schemas.microsoft.com/office/drawing/2014/main" id="{5DEE891A-96CF-1548-815B-5B5B300169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3E5012-EE10-EF4F-98D3-6ED13E10BC62}" type="slidenum">
              <a:rPr lang="en-UA" smtClean="0"/>
              <a:t>‹#›</a:t>
            </a:fld>
            <a:endParaRPr lang="en-UA"/>
          </a:p>
        </p:txBody>
      </p:sp>
    </p:spTree>
    <p:extLst>
      <p:ext uri="{BB962C8B-B14F-4D97-AF65-F5344CB8AC3E}">
        <p14:creationId xmlns:p14="http://schemas.microsoft.com/office/powerpoint/2010/main" val="8586233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4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image" Target="../media/image16.emf"/><Relationship Id="rId5" Type="http://schemas.openxmlformats.org/officeDocument/2006/relationships/oleObject" Target="../embeddings/oleObject2.bin"/><Relationship Id="rId10" Type="http://schemas.openxmlformats.org/officeDocument/2006/relationships/image" Target="../media/image18.emf"/><Relationship Id="rId4" Type="http://schemas.openxmlformats.org/officeDocument/2006/relationships/image" Target="../media/image15.emf"/><Relationship Id="rId9" Type="http://schemas.openxmlformats.org/officeDocument/2006/relationships/oleObject" Target="../embeddings/oleObject4.bin"/></Relationships>
</file>

<file path=ppt/slides/_rels/slide5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25.png"/></Relationships>
</file>

<file path=ppt/slides/_rels/slide6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6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72.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73.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15738-E786-374A-8ED6-08BCB49BE446}"/>
              </a:ext>
            </a:extLst>
          </p:cNvPr>
          <p:cNvSpPr>
            <a:spLocks noGrp="1"/>
          </p:cNvSpPr>
          <p:nvPr>
            <p:ph type="ctrTitle"/>
          </p:nvPr>
        </p:nvSpPr>
        <p:spPr>
          <a:xfrm>
            <a:off x="894826" y="412226"/>
            <a:ext cx="9144000" cy="2387600"/>
          </a:xfrm>
        </p:spPr>
        <p:txBody>
          <a:bodyPr>
            <a:normAutofit/>
          </a:bodyPr>
          <a:lstStyle/>
          <a:p>
            <a:r>
              <a:rPr lang="ru-RU" sz="4800" b="1" dirty="0"/>
              <a:t>Тема 2. </a:t>
            </a:r>
            <a:br>
              <a:rPr lang="ru-RU" sz="4800" b="1" dirty="0"/>
            </a:br>
            <a:r>
              <a:rPr lang="ru-RU" sz="4800" b="1" dirty="0"/>
              <a:t>Жизненный цикл разработки программного обеспечения</a:t>
            </a:r>
            <a:endParaRPr lang="en-UA" sz="4800"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mn-lt"/>
            </a:endParaRPr>
          </a:p>
        </p:txBody>
      </p:sp>
    </p:spTree>
    <p:extLst>
      <p:ext uri="{BB962C8B-B14F-4D97-AF65-F5344CB8AC3E}">
        <p14:creationId xmlns:p14="http://schemas.microsoft.com/office/powerpoint/2010/main" val="2732551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p:txBody>
          <a:bodyPr/>
          <a:lstStyle/>
          <a:p>
            <a:r>
              <a:rPr lang="ru-RU" dirty="0"/>
              <a:t>Разработка программных продуктов происходит по некоторой схеме. Эта схема представляет собой последовательность стандартных этапов:  сбор требований, проектирование, кодирование, тестирование и отладка.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4D9F591-59E6-EF26-8BF5-E07FCA3FA767}"/>
              </a:ext>
            </a:extLst>
          </p:cNvPr>
          <p:cNvSpPr>
            <a:spLocks noGrp="1"/>
          </p:cNvSpPr>
          <p:nvPr>
            <p:ph type="title"/>
          </p:nvPr>
        </p:nvSpPr>
        <p:spPr>
          <a:xfrm>
            <a:off x="117446" y="260648"/>
            <a:ext cx="10788242" cy="648072"/>
          </a:xfrm>
        </p:spPr>
        <p:txBody>
          <a:bodyPr>
            <a:normAutofit fontScale="90000"/>
          </a:bodyPr>
          <a:lstStyle/>
          <a:p>
            <a:r>
              <a:rPr lang="ru-RU" dirty="0"/>
              <a:t>Жизненный цикл программного обеспечения</a:t>
            </a:r>
            <a:endParaRPr lang="ru-BY" dirty="0"/>
          </a:p>
        </p:txBody>
      </p:sp>
      <p:graphicFrame>
        <p:nvGraphicFramePr>
          <p:cNvPr id="7" name="Схема 6">
            <a:extLst>
              <a:ext uri="{FF2B5EF4-FFF2-40B4-BE49-F238E27FC236}">
                <a16:creationId xmlns:a16="http://schemas.microsoft.com/office/drawing/2014/main" id="{5D291FA4-745A-66C9-5FA2-58D03C01F36B}"/>
              </a:ext>
            </a:extLst>
          </p:cNvPr>
          <p:cNvGraphicFramePr/>
          <p:nvPr>
            <p:extLst/>
          </p:nvPr>
        </p:nvGraphicFramePr>
        <p:xfrm>
          <a:off x="1631504" y="1124744"/>
          <a:ext cx="9036496" cy="54726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08161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8EEB96-2D79-3921-AF5C-0EAD994A3AB6}"/>
              </a:ext>
            </a:extLst>
          </p:cNvPr>
          <p:cNvSpPr>
            <a:spLocks noGrp="1"/>
          </p:cNvSpPr>
          <p:nvPr>
            <p:ph type="title"/>
          </p:nvPr>
        </p:nvSpPr>
        <p:spPr>
          <a:xfrm>
            <a:off x="1015068" y="116632"/>
            <a:ext cx="9041372" cy="576064"/>
          </a:xfrm>
        </p:spPr>
        <p:txBody>
          <a:bodyPr>
            <a:normAutofit/>
          </a:bodyPr>
          <a:lstStyle/>
          <a:p>
            <a:pPr algn="ctr"/>
            <a:r>
              <a:rPr lang="ru-RU" sz="2400" b="1" dirty="0"/>
              <a:t>ЭЛЕМЕНТЫ ЖЦПО</a:t>
            </a:r>
            <a:endParaRPr lang="ru-BY" sz="2400" b="1" dirty="0"/>
          </a:p>
        </p:txBody>
      </p:sp>
      <p:sp>
        <p:nvSpPr>
          <p:cNvPr id="3" name="Объект 2">
            <a:extLst>
              <a:ext uri="{FF2B5EF4-FFF2-40B4-BE49-F238E27FC236}">
                <a16:creationId xmlns:a16="http://schemas.microsoft.com/office/drawing/2014/main" id="{865DBF28-B496-AAB8-C78E-CFC72188CD9F}"/>
              </a:ext>
            </a:extLst>
          </p:cNvPr>
          <p:cNvSpPr>
            <a:spLocks noGrp="1"/>
          </p:cNvSpPr>
          <p:nvPr>
            <p:ph idx="1"/>
          </p:nvPr>
        </p:nvSpPr>
        <p:spPr>
          <a:xfrm>
            <a:off x="532547" y="903042"/>
            <a:ext cx="10004025" cy="5400599"/>
          </a:xfrm>
        </p:spPr>
        <p:txBody>
          <a:bodyPr>
            <a:normAutofit fontScale="62500" lnSpcReduction="20000"/>
          </a:bodyPr>
          <a:lstStyle/>
          <a:p>
            <a:r>
              <a:rPr lang="ru-RU" b="1" i="1" u="sng" dirty="0"/>
              <a:t>Фазы</a:t>
            </a:r>
            <a:r>
              <a:rPr lang="ru-RU" i="1" u="sng" dirty="0"/>
              <a:t> </a:t>
            </a:r>
            <a:r>
              <a:rPr lang="ru-RU" dirty="0"/>
              <a:t>: ЖЦ ПО обычно разделен на последовательные фазы или этапы, которые охватывают основные процессы и задачи, выполняемые в процессе разработки и поддержки программного обеспечения. Это может включать фазы, такие как планирование, анализ, проектирование, разработка, тестирование, внедрение, эксплуатация и вывод из эксплуатации.</a:t>
            </a:r>
          </a:p>
          <a:p>
            <a:r>
              <a:rPr lang="ru-RU" b="1" i="1" u="sng" dirty="0"/>
              <a:t>Процессы</a:t>
            </a:r>
            <a:r>
              <a:rPr lang="ru-RU" dirty="0"/>
              <a:t>: В каждой фазе ЖЦ ПО определены специфические активности и процессы, которые выполняются для достижения целей этой фазы. Например, активности в фазе разработки могут включать написание кода, тестирование модулей и интеграцию компонентов.</a:t>
            </a:r>
          </a:p>
          <a:p>
            <a:r>
              <a:rPr lang="ru-RU" b="1" i="1" u="sng" dirty="0"/>
              <a:t>Зависимости</a:t>
            </a:r>
            <a:r>
              <a:rPr lang="ru-RU" dirty="0"/>
              <a:t>: Структура ЖЦ ПО учитывает взаимосвязи и зависимости между различными фазами и этапами. Например, результаты анализа требований могут использоваться в процессе проектирования, а результаты тестирования могут влиять на исправление ошибок в разработке.</a:t>
            </a:r>
          </a:p>
          <a:p>
            <a:r>
              <a:rPr lang="ru-RU" b="1" i="1" u="sng" dirty="0"/>
              <a:t>Итеративность и </a:t>
            </a:r>
            <a:r>
              <a:rPr lang="ru-RU" b="1" i="1" u="sng" dirty="0" err="1"/>
              <a:t>инкрементальность</a:t>
            </a:r>
            <a:r>
              <a:rPr lang="ru-RU" dirty="0"/>
              <a:t>: Некоторые стандарты и модели ЖЦ ПО акцентируют на итеративном и инкрементальном подходе. Это означает, что разработка и тестирование программного обеспечения выполняются в повторяющихся циклах, где каждый цикл добавляет новые функции или улучшения к уже существующим.</a:t>
            </a:r>
          </a:p>
          <a:p>
            <a:r>
              <a:rPr lang="ru-RU" b="1" i="1" u="sng" dirty="0"/>
              <a:t>Управление рисками и качеством</a:t>
            </a:r>
            <a:r>
              <a:rPr lang="ru-RU" dirty="0"/>
              <a:t>: Структура ЖЦ ПО уделяет внимание управлению рисками и обеспечению качества. Это может включать процессы и активности, связанные с идентификацией, анализом и управлением рисками, а также с тестированием, проверкой и контролем качества программного обеспечения.</a:t>
            </a:r>
          </a:p>
          <a:p>
            <a:endParaRPr lang="ru-RU" dirty="0"/>
          </a:p>
          <a:p>
            <a:r>
              <a:rPr lang="ru-RU" dirty="0"/>
              <a:t>Структура ЖЦ ПО в разных стандартах может различаться в том, как эти принципы и практики организованы и формализованы. Однако общая цель состоит в том, чтобы обеспечить систематический и контролируемый подход к разработке, эксплуатации и поддержке программного обеспечения с учетом требований и ограничений организации и проекта.</a:t>
            </a:r>
            <a:endParaRPr lang="ru-BY" dirty="0"/>
          </a:p>
        </p:txBody>
      </p:sp>
    </p:spTree>
    <p:extLst>
      <p:ext uri="{BB962C8B-B14F-4D97-AF65-F5344CB8AC3E}">
        <p14:creationId xmlns:p14="http://schemas.microsoft.com/office/powerpoint/2010/main" val="3331422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B9F3E3F3-E12D-8A59-9FAA-734475A07AD3}"/>
              </a:ext>
            </a:extLst>
          </p:cNvPr>
          <p:cNvSpPr>
            <a:spLocks noGrp="1" noChangeArrowheads="1"/>
          </p:cNvSpPr>
          <p:nvPr>
            <p:ph type="title"/>
          </p:nvPr>
        </p:nvSpPr>
        <p:spPr>
          <a:xfrm>
            <a:off x="2999656" y="260648"/>
            <a:ext cx="5886450" cy="566738"/>
          </a:xfrm>
        </p:spPr>
        <p:txBody>
          <a:bodyPr vert="horz" lIns="69056" tIns="34529" rIns="69056" bIns="34529" rtlCol="0" anchor="ctr">
            <a:normAutofit/>
          </a:bodyPr>
          <a:lstStyle/>
          <a:p>
            <a:pPr algn="ctr">
              <a:defRPr/>
            </a:pPr>
            <a:r>
              <a:rPr lang="ru-RU" sz="2000" dirty="0">
                <a:solidFill>
                  <a:schemeClr val="tx1">
                    <a:lumMod val="95000"/>
                    <a:lumOff val="5000"/>
                  </a:schemeClr>
                </a:solidFill>
                <a:effectLst>
                  <a:outerShdw blurRad="38100" dist="38100" dir="2700000" algn="tl">
                    <a:srgbClr val="000000"/>
                  </a:outerShdw>
                </a:effectLst>
                <a:latin typeface="Tahoma" pitchFamily="34" charset="0"/>
              </a:rPr>
              <a:t>Процессы Управления Проектами</a:t>
            </a:r>
            <a:endParaRPr lang="ru-RU" sz="2000" i="1" dirty="0">
              <a:solidFill>
                <a:schemeClr val="tx1">
                  <a:lumMod val="95000"/>
                  <a:lumOff val="5000"/>
                </a:schemeClr>
              </a:solidFill>
              <a:latin typeface="Arial" pitchFamily="34" charset="0"/>
            </a:endParaRPr>
          </a:p>
        </p:txBody>
      </p:sp>
      <p:sp>
        <p:nvSpPr>
          <p:cNvPr id="30723" name="Rectangle 3">
            <a:extLst>
              <a:ext uri="{FF2B5EF4-FFF2-40B4-BE49-F238E27FC236}">
                <a16:creationId xmlns:a16="http://schemas.microsoft.com/office/drawing/2014/main" id="{C451E1D3-CB8C-7013-EC68-987DBA6BFB8B}"/>
              </a:ext>
            </a:extLst>
          </p:cNvPr>
          <p:cNvSpPr>
            <a:spLocks noGrp="1" noChangeArrowheads="1"/>
          </p:cNvSpPr>
          <p:nvPr>
            <p:ph idx="1"/>
          </p:nvPr>
        </p:nvSpPr>
        <p:spPr>
          <a:xfrm>
            <a:off x="385894" y="1268610"/>
            <a:ext cx="9742554" cy="5589390"/>
          </a:xfrm>
        </p:spPr>
        <p:txBody>
          <a:bodyPr vert="horz" lIns="69056" tIns="34529" rIns="69056" bIns="34529" rtlCol="0">
            <a:normAutofit/>
          </a:bodyPr>
          <a:lstStyle/>
          <a:p>
            <a:pPr marL="0" indent="0" algn="just">
              <a:buNone/>
              <a:defRPr/>
            </a:pPr>
            <a:r>
              <a:rPr lang="ru-RU" altLang="ru-RU" sz="1950" b="1" i="1" dirty="0">
                <a:solidFill>
                  <a:schemeClr val="tx1">
                    <a:lumMod val="95000"/>
                    <a:lumOff val="5000"/>
                  </a:schemeClr>
                </a:solidFill>
                <a:cs typeface="Calibri" panose="020F0502020204030204" pitchFamily="34" charset="0"/>
              </a:rPr>
              <a:t>Процесс</a:t>
            </a:r>
            <a:r>
              <a:rPr lang="ru-RU" altLang="ru-RU" sz="1950" b="1" dirty="0">
                <a:solidFill>
                  <a:schemeClr val="tx1">
                    <a:lumMod val="95000"/>
                    <a:lumOff val="5000"/>
                  </a:schemeClr>
                </a:solidFill>
                <a:cs typeface="Calibri" panose="020F0502020204030204" pitchFamily="34" charset="0"/>
              </a:rPr>
              <a:t> -- это совокупность действий, приносящая результат.</a:t>
            </a:r>
            <a:endParaRPr lang="en-US" altLang="ru-RU" sz="1950" dirty="0">
              <a:solidFill>
                <a:schemeClr val="tx1">
                  <a:lumMod val="95000"/>
                  <a:lumOff val="5000"/>
                </a:schemeClr>
              </a:solidFill>
              <a:cs typeface="Calibri" panose="020F0502020204030204" pitchFamily="34" charset="0"/>
            </a:endParaRPr>
          </a:p>
          <a:p>
            <a:pPr marL="0" indent="0" algn="just">
              <a:buNone/>
              <a:defRPr/>
            </a:pPr>
            <a:r>
              <a:rPr lang="ru-RU" altLang="ru-RU" sz="1950" dirty="0">
                <a:solidFill>
                  <a:schemeClr val="tx1">
                    <a:lumMod val="95000"/>
                    <a:lumOff val="5000"/>
                  </a:schemeClr>
                </a:solidFill>
                <a:cs typeface="Calibri" panose="020F0502020204030204" pitchFamily="34" charset="0"/>
              </a:rPr>
              <a:t>Процессы управления проектами могут быть разбиты на шесть основных групп:</a:t>
            </a:r>
          </a:p>
          <a:p>
            <a:pPr lvl="1">
              <a:spcBef>
                <a:spcPts val="450"/>
              </a:spcBef>
              <a:defRPr/>
            </a:pPr>
            <a:r>
              <a:rPr lang="ru-RU" altLang="ru-RU" sz="1950" b="1" i="1" dirty="0">
                <a:solidFill>
                  <a:schemeClr val="tx1">
                    <a:lumMod val="95000"/>
                    <a:lumOff val="5000"/>
                  </a:schemeClr>
                </a:solidFill>
              </a:rPr>
              <a:t>процессы инициации</a:t>
            </a:r>
            <a:r>
              <a:rPr lang="ru-RU" altLang="ru-RU" sz="1950" b="1" dirty="0">
                <a:solidFill>
                  <a:schemeClr val="tx1">
                    <a:lumMod val="95000"/>
                    <a:lumOff val="5000"/>
                  </a:schemeClr>
                </a:solidFill>
              </a:rPr>
              <a:t> -- </a:t>
            </a:r>
            <a:r>
              <a:rPr lang="ru-RU" altLang="ru-RU" sz="1950" dirty="0">
                <a:solidFill>
                  <a:schemeClr val="tx1">
                    <a:lumMod val="95000"/>
                    <a:lumOff val="5000"/>
                  </a:schemeClr>
                </a:solidFill>
              </a:rPr>
              <a:t>принятие решения о начале выполнения проекта;</a:t>
            </a:r>
          </a:p>
          <a:p>
            <a:pPr lvl="1">
              <a:spcBef>
                <a:spcPts val="450"/>
              </a:spcBef>
              <a:defRPr/>
            </a:pPr>
            <a:r>
              <a:rPr lang="ru-RU" altLang="ru-RU" sz="1950" b="1" i="1" dirty="0">
                <a:solidFill>
                  <a:schemeClr val="tx1">
                    <a:lumMod val="95000"/>
                    <a:lumOff val="5000"/>
                  </a:schemeClr>
                </a:solidFill>
              </a:rPr>
              <a:t>процессы планирования</a:t>
            </a:r>
            <a:r>
              <a:rPr lang="ru-RU" altLang="ru-RU" sz="1950" b="1" dirty="0">
                <a:solidFill>
                  <a:schemeClr val="tx1">
                    <a:lumMod val="95000"/>
                    <a:lumOff val="5000"/>
                  </a:schemeClr>
                </a:solidFill>
              </a:rPr>
              <a:t> </a:t>
            </a:r>
            <a:r>
              <a:rPr lang="ru-RU" altLang="ru-RU" sz="1950" dirty="0">
                <a:solidFill>
                  <a:schemeClr val="tx1">
                    <a:lumMod val="95000"/>
                    <a:lumOff val="5000"/>
                  </a:schemeClr>
                </a:solidFill>
              </a:rPr>
              <a:t>-- определение целей и критериев успеха проекта и разработка рабочих схем их достижения;</a:t>
            </a:r>
          </a:p>
          <a:p>
            <a:pPr lvl="1">
              <a:spcBef>
                <a:spcPts val="450"/>
              </a:spcBef>
              <a:defRPr/>
            </a:pPr>
            <a:r>
              <a:rPr lang="ru-RU" altLang="ru-RU" sz="1950" b="1" i="1" dirty="0">
                <a:solidFill>
                  <a:schemeClr val="tx1">
                    <a:lumMod val="95000"/>
                    <a:lumOff val="5000"/>
                  </a:schemeClr>
                </a:solidFill>
              </a:rPr>
              <a:t>процессы исполнения</a:t>
            </a:r>
            <a:r>
              <a:rPr lang="ru-RU" altLang="ru-RU" sz="1950" b="1" dirty="0">
                <a:solidFill>
                  <a:schemeClr val="tx1">
                    <a:lumMod val="95000"/>
                    <a:lumOff val="5000"/>
                  </a:schemeClr>
                </a:solidFill>
              </a:rPr>
              <a:t> </a:t>
            </a:r>
            <a:r>
              <a:rPr lang="ru-RU" altLang="ru-RU" sz="1950" dirty="0">
                <a:solidFill>
                  <a:schemeClr val="tx1">
                    <a:lumMod val="95000"/>
                    <a:lumOff val="5000"/>
                  </a:schemeClr>
                </a:solidFill>
              </a:rPr>
              <a:t>-- координация людей и других ресурсов для выполнения плана;</a:t>
            </a:r>
          </a:p>
          <a:p>
            <a:pPr lvl="1">
              <a:spcBef>
                <a:spcPts val="450"/>
              </a:spcBef>
              <a:defRPr/>
            </a:pPr>
            <a:r>
              <a:rPr lang="ru-RU" altLang="ru-RU" sz="1950" b="1" i="1" dirty="0">
                <a:solidFill>
                  <a:schemeClr val="tx1">
                    <a:lumMod val="95000"/>
                    <a:lumOff val="5000"/>
                  </a:schemeClr>
                </a:solidFill>
              </a:rPr>
              <a:t>процессы анализа</a:t>
            </a:r>
            <a:r>
              <a:rPr lang="ru-RU" altLang="ru-RU" sz="1950" b="1" dirty="0">
                <a:solidFill>
                  <a:schemeClr val="tx1">
                    <a:lumMod val="95000"/>
                    <a:lumOff val="5000"/>
                  </a:schemeClr>
                </a:solidFill>
              </a:rPr>
              <a:t> </a:t>
            </a:r>
            <a:r>
              <a:rPr lang="ru-RU" altLang="ru-RU" sz="1950" dirty="0">
                <a:solidFill>
                  <a:schemeClr val="tx1">
                    <a:lumMod val="95000"/>
                    <a:lumOff val="5000"/>
                  </a:schemeClr>
                </a:solidFill>
              </a:rPr>
              <a:t>-- определение соответствия плана и исполнения проекта поставленным целям и критериям и принятие решений о корректирующих воздействий;</a:t>
            </a:r>
          </a:p>
          <a:p>
            <a:pPr lvl="1">
              <a:spcBef>
                <a:spcPts val="450"/>
              </a:spcBef>
              <a:defRPr/>
            </a:pPr>
            <a:r>
              <a:rPr lang="ru-RU" altLang="ru-RU" sz="1950" b="1" i="1" dirty="0">
                <a:solidFill>
                  <a:schemeClr val="tx1">
                    <a:lumMod val="95000"/>
                    <a:lumOff val="5000"/>
                  </a:schemeClr>
                </a:solidFill>
              </a:rPr>
              <a:t>процессы управления</a:t>
            </a:r>
            <a:r>
              <a:rPr lang="ru-RU" altLang="ru-RU" sz="1950" b="1" dirty="0">
                <a:solidFill>
                  <a:schemeClr val="tx1">
                    <a:lumMod val="95000"/>
                    <a:lumOff val="5000"/>
                  </a:schemeClr>
                </a:solidFill>
              </a:rPr>
              <a:t> </a:t>
            </a:r>
            <a:r>
              <a:rPr lang="ru-RU" altLang="ru-RU" sz="1950" dirty="0">
                <a:solidFill>
                  <a:schemeClr val="tx1">
                    <a:lumMod val="95000"/>
                    <a:lumOff val="5000"/>
                  </a:schemeClr>
                </a:solidFill>
              </a:rPr>
              <a:t>-- определение корректирующих воздействий, их согласование, утверждение и применение;</a:t>
            </a:r>
          </a:p>
          <a:p>
            <a:pPr lvl="1">
              <a:spcBef>
                <a:spcPts val="450"/>
              </a:spcBef>
              <a:defRPr/>
            </a:pPr>
            <a:r>
              <a:rPr lang="ru-RU" altLang="ru-RU" sz="1950" b="1" i="1" dirty="0">
                <a:solidFill>
                  <a:schemeClr val="tx1">
                    <a:lumMod val="95000"/>
                    <a:lumOff val="5000"/>
                  </a:schemeClr>
                </a:solidFill>
              </a:rPr>
              <a:t>процессы завершения </a:t>
            </a:r>
            <a:r>
              <a:rPr lang="ru-RU" altLang="ru-RU" sz="1950" i="1" dirty="0">
                <a:solidFill>
                  <a:schemeClr val="tx1">
                    <a:lumMod val="95000"/>
                    <a:lumOff val="5000"/>
                  </a:schemeClr>
                </a:solidFill>
              </a:rPr>
              <a:t>-- </a:t>
            </a:r>
            <a:r>
              <a:rPr lang="ru-RU" altLang="ru-RU" sz="1950" dirty="0">
                <a:solidFill>
                  <a:schemeClr val="tx1">
                    <a:lumMod val="95000"/>
                    <a:lumOff val="5000"/>
                  </a:schemeClr>
                </a:solidFill>
              </a:rPr>
              <a:t> формализация выполнения проекта и подведение его к упорядоченному финалу.</a:t>
            </a:r>
          </a:p>
          <a:p>
            <a:pPr algn="just">
              <a:spcBef>
                <a:spcPct val="40000"/>
              </a:spcBef>
              <a:buFontTx/>
              <a:buChar char="–"/>
              <a:defRPr/>
            </a:pPr>
            <a:endParaRPr lang="ru-RU" altLang="ru-RU" sz="1425" dirty="0">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Рисунок 1"/>
          <p:cNvPicPr>
            <a:picLocks noChangeAspect="1" noChangeArrowheads="1"/>
          </p:cNvPicPr>
          <p:nvPr/>
        </p:nvPicPr>
        <p:blipFill>
          <a:blip r:embed="rId2">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1535046" y="301906"/>
            <a:ext cx="7426063" cy="590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48546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Схема 1">
            <a:extLst>
              <a:ext uri="{FF2B5EF4-FFF2-40B4-BE49-F238E27FC236}">
                <a16:creationId xmlns:a16="http://schemas.microsoft.com/office/drawing/2014/main" id="{777B7F98-B4C2-9F81-02E5-01FE3F312D2A}"/>
              </a:ext>
            </a:extLst>
          </p:cNvPr>
          <p:cNvGraphicFramePr/>
          <p:nvPr>
            <p:extLst>
              <p:ext uri="{D42A27DB-BD31-4B8C-83A1-F6EECF244321}">
                <p14:modId xmlns:p14="http://schemas.microsoft.com/office/powerpoint/2010/main" val="2089729613"/>
              </p:ext>
            </p:extLst>
          </p:nvPr>
        </p:nvGraphicFramePr>
        <p:xfrm>
          <a:off x="1504983" y="1245999"/>
          <a:ext cx="7992888" cy="52003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Заголовок 2">
            <a:extLst>
              <a:ext uri="{FF2B5EF4-FFF2-40B4-BE49-F238E27FC236}">
                <a16:creationId xmlns:a16="http://schemas.microsoft.com/office/drawing/2014/main" id="{6412EBF9-6EC3-2A7C-2D3A-4E3D7E4597EF}"/>
              </a:ext>
            </a:extLst>
          </p:cNvPr>
          <p:cNvSpPr>
            <a:spLocks noGrp="1"/>
          </p:cNvSpPr>
          <p:nvPr>
            <p:ph type="title"/>
          </p:nvPr>
        </p:nvSpPr>
        <p:spPr>
          <a:xfrm>
            <a:off x="1074913" y="208280"/>
            <a:ext cx="7992888" cy="700440"/>
          </a:xfrm>
        </p:spPr>
        <p:txBody>
          <a:bodyPr>
            <a:noAutofit/>
          </a:bodyPr>
          <a:lstStyle/>
          <a:p>
            <a:r>
              <a:rPr lang="ru-RU" sz="2800" b="1" dirty="0"/>
              <a:t>ФАЗЫ ЖЦПО СОГЛАСНО </a:t>
            </a:r>
            <a:r>
              <a:rPr lang="ru-BY" sz="2800" b="1" dirty="0">
                <a:latin typeface="Arial" panose="020B0604020202020204" pitchFamily="34" charset="0"/>
                <a:ea typeface="Calibri" panose="020F0502020204030204" pitchFamily="34" charset="0"/>
              </a:rPr>
              <a:t>PMBOK® GUIDE</a:t>
            </a:r>
            <a:endParaRPr lang="ru-BY" sz="2800" b="1" dirty="0"/>
          </a:p>
        </p:txBody>
      </p:sp>
    </p:spTree>
    <p:extLst>
      <p:ext uri="{BB962C8B-B14F-4D97-AF65-F5344CB8AC3E}">
        <p14:creationId xmlns:p14="http://schemas.microsoft.com/office/powerpoint/2010/main" val="582629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Заголовок 1"/>
          <p:cNvSpPr>
            <a:spLocks noGrp="1" noChangeArrowheads="1"/>
          </p:cNvSpPr>
          <p:nvPr>
            <p:ph type="title"/>
          </p:nvPr>
        </p:nvSpPr>
        <p:spPr>
          <a:xfrm>
            <a:off x="0" y="274756"/>
            <a:ext cx="10024844" cy="713308"/>
          </a:xfrm>
        </p:spPr>
        <p:txBody>
          <a:bodyPr>
            <a:normAutofit fontScale="90000"/>
          </a:bodyPr>
          <a:lstStyle/>
          <a:p>
            <a:pPr algn="ctr"/>
            <a:r>
              <a:rPr lang="ru-RU" altLang="en-US" dirty="0"/>
              <a:t>Фаза  Инициация проекта</a:t>
            </a:r>
            <a:br>
              <a:rPr lang="ru-RU" altLang="en-US" dirty="0"/>
            </a:br>
            <a:r>
              <a:rPr lang="ru-RU" altLang="en-US" dirty="0"/>
              <a:t>Предварительные задачи</a:t>
            </a:r>
          </a:p>
        </p:txBody>
      </p:sp>
      <p:sp>
        <p:nvSpPr>
          <p:cNvPr id="9219" name="Содержимое 2"/>
          <p:cNvSpPr>
            <a:spLocks noGrp="1"/>
          </p:cNvSpPr>
          <p:nvPr>
            <p:ph idx="1"/>
          </p:nvPr>
        </p:nvSpPr>
        <p:spPr>
          <a:xfrm>
            <a:off x="1651805" y="1841332"/>
            <a:ext cx="8373039" cy="3823196"/>
          </a:xfrm>
        </p:spPr>
        <p:txBody>
          <a:bodyPr>
            <a:normAutofit/>
          </a:bodyPr>
          <a:lstStyle/>
          <a:p>
            <a:pPr marL="342900" indent="-342900">
              <a:lnSpc>
                <a:spcPct val="107000"/>
              </a:lnSpc>
              <a:spcAft>
                <a:spcPts val="800"/>
              </a:spcAft>
              <a:buFont typeface="+mj-lt"/>
              <a:buAutoNum type="arabicPeriod"/>
            </a:pPr>
            <a:r>
              <a:rPr lang="ru-RU" sz="1800" b="1" kern="100" dirty="0">
                <a:latin typeface="Arial" panose="020B0604020202020204" pitchFamily="34" charset="0"/>
                <a:ea typeface="Calibri" panose="020F0502020204030204" pitchFamily="34" charset="0"/>
                <a:cs typeface="Times New Roman" panose="02020603050405020304" pitchFamily="18" charset="0"/>
              </a:rPr>
              <a:t>Определение целей и области проекта.</a:t>
            </a:r>
            <a:endParaRPr lang="ru-BY" sz="1800" b="1" kern="100" dirty="0">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mj-lt"/>
              <a:buAutoNum type="arabicPeriod"/>
            </a:pPr>
            <a:r>
              <a:rPr lang="ru-RU" sz="1800" kern="100" dirty="0">
                <a:latin typeface="Arial" panose="020B0604020202020204" pitchFamily="34" charset="0"/>
                <a:ea typeface="Calibri" panose="020F0502020204030204" pitchFamily="34" charset="0"/>
                <a:cs typeface="Times New Roman" panose="02020603050405020304" pitchFamily="18" charset="0"/>
              </a:rPr>
              <a:t>Выявление заинтересованных сторон (стейкхолдеров).</a:t>
            </a:r>
            <a:endParaRPr lang="ru-BY" sz="1800" kern="100" dirty="0">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mj-lt"/>
              <a:buAutoNum type="arabicPeriod"/>
            </a:pPr>
            <a:r>
              <a:rPr lang="ru-RU" sz="1800" kern="100" dirty="0">
                <a:latin typeface="Arial" panose="020B0604020202020204" pitchFamily="34" charset="0"/>
                <a:ea typeface="Calibri" panose="020F0502020204030204" pitchFamily="34" charset="0"/>
                <a:cs typeface="Times New Roman" panose="02020603050405020304" pitchFamily="18" charset="0"/>
              </a:rPr>
              <a:t>Сбор требований к проекту.</a:t>
            </a:r>
            <a:endParaRPr lang="ru-BY" sz="1800" kern="100" dirty="0">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mj-lt"/>
              <a:buAutoNum type="arabicPeriod"/>
            </a:pPr>
            <a:r>
              <a:rPr lang="ru-RU" sz="1800" kern="100" dirty="0">
                <a:latin typeface="Arial" panose="020B0604020202020204" pitchFamily="34" charset="0"/>
                <a:ea typeface="Calibri" panose="020F0502020204030204" pitchFamily="34" charset="0"/>
                <a:cs typeface="Times New Roman" panose="02020603050405020304" pitchFamily="18" charset="0"/>
              </a:rPr>
              <a:t>Проведение предварительной оценки проекта.</a:t>
            </a:r>
            <a:endParaRPr lang="en-US" sz="1800" kern="100" dirty="0">
              <a:latin typeface="Arial" panose="020B060402020202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mj-lt"/>
              <a:buAutoNum type="arabicPeriod"/>
            </a:pPr>
            <a:r>
              <a:rPr lang="ru-RU" sz="1800" kern="100" dirty="0">
                <a:latin typeface="Arial" panose="020B0604020202020204" pitchFamily="34" charset="0"/>
                <a:ea typeface="Calibri" panose="020F0502020204030204" pitchFamily="34" charset="0"/>
                <a:cs typeface="Times New Roman" panose="02020603050405020304" pitchFamily="18" charset="0"/>
              </a:rPr>
              <a:t>Формирование концепции проекта</a:t>
            </a:r>
            <a:endParaRPr lang="ru-BY" sz="1800" kern="1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ru-BY" sz="1800"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78408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Заголовок 1"/>
          <p:cNvSpPr>
            <a:spLocks noGrp="1" noChangeArrowheads="1"/>
          </p:cNvSpPr>
          <p:nvPr>
            <p:ph type="title"/>
          </p:nvPr>
        </p:nvSpPr>
        <p:spPr>
          <a:xfrm>
            <a:off x="1559496" y="137477"/>
            <a:ext cx="8856984" cy="1563331"/>
          </a:xfrm>
        </p:spPr>
        <p:txBody>
          <a:bodyPr>
            <a:normAutofit fontScale="90000"/>
          </a:bodyPr>
          <a:lstStyle/>
          <a:p>
            <a:br>
              <a:rPr lang="ru-RU" altLang="en-US" sz="2800" dirty="0"/>
            </a:br>
            <a:br>
              <a:rPr lang="ru-RU" altLang="en-US" sz="2800" dirty="0"/>
            </a:br>
            <a:br>
              <a:rPr lang="ru-RU" altLang="en-US" sz="2800" dirty="0"/>
            </a:br>
            <a:br>
              <a:rPr lang="ru-RU" altLang="en-US" sz="2800" dirty="0"/>
            </a:br>
            <a:r>
              <a:rPr lang="ru-RU" altLang="en-US" sz="2800" dirty="0"/>
              <a:t>При формулировании цели и задач проекта необходимо ответить на  следующие вопросы:</a:t>
            </a:r>
            <a:br>
              <a:rPr lang="ru-RU" altLang="en-US" sz="2800" dirty="0"/>
            </a:br>
            <a:br>
              <a:rPr lang="ru-RU" altLang="en-US" dirty="0"/>
            </a:br>
            <a:br>
              <a:rPr lang="ru-RU" altLang="en-US" dirty="0"/>
            </a:br>
            <a:endParaRPr lang="ru-RU" altLang="en-US" dirty="0"/>
          </a:p>
        </p:txBody>
      </p:sp>
      <p:sp>
        <p:nvSpPr>
          <p:cNvPr id="11267" name="Объект 2"/>
          <p:cNvSpPr>
            <a:spLocks noGrp="1" noChangeArrowheads="1"/>
          </p:cNvSpPr>
          <p:nvPr>
            <p:ph idx="1"/>
          </p:nvPr>
        </p:nvSpPr>
        <p:spPr>
          <a:xfrm>
            <a:off x="1272480" y="1498786"/>
            <a:ext cx="9144000" cy="4708525"/>
          </a:xfrm>
        </p:spPr>
        <p:txBody>
          <a:bodyPr>
            <a:normAutofit lnSpcReduction="10000"/>
          </a:bodyPr>
          <a:lstStyle/>
          <a:p>
            <a:r>
              <a:rPr lang="ru-RU" altLang="en-US" sz="2400" dirty="0"/>
              <a:t>Как определяется предметная область для данного проекта? Какие термины используются в предметной области? Какие бизнес-процессы, затрагиваемые проектом, протекают в предметной области?</a:t>
            </a:r>
          </a:p>
          <a:p>
            <a:r>
              <a:rPr lang="ru-RU" altLang="en-US" sz="2400" dirty="0"/>
              <a:t>Какая цель у проекта? Какой эффект должна оказать разрабатываемая система на бизнес-процессы предметной области?</a:t>
            </a:r>
          </a:p>
          <a:p>
            <a:r>
              <a:rPr lang="ru-RU" altLang="en-US" sz="2400" dirty="0"/>
              <a:t>Какие задачи требуется решить, чтобы достичь поставленной цели? По каким критериям будет оцениваться качество решения поставленных задач? Каковы функциональные и нефункциональные показатели качества разрабатываемой системы?</a:t>
            </a:r>
          </a:p>
          <a:p>
            <a:r>
              <a:rPr lang="ru-RU" altLang="en-US" sz="2400" dirty="0"/>
              <a:t>Какие ограничения на сроки выполнения, ресурсы, бюджет накладываются на реализацию проекта?</a:t>
            </a:r>
          </a:p>
          <a:p>
            <a:endParaRPr lang="ru-RU" altLang="en-US" dirty="0"/>
          </a:p>
        </p:txBody>
      </p:sp>
    </p:spTree>
    <p:extLst>
      <p:ext uri="{BB962C8B-B14F-4D97-AF65-F5344CB8AC3E}">
        <p14:creationId xmlns:p14="http://schemas.microsoft.com/office/powerpoint/2010/main" val="3242438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40D3E3-5052-42AF-B72F-625D4947089D}"/>
              </a:ext>
            </a:extLst>
          </p:cNvPr>
          <p:cNvSpPr>
            <a:spLocks noGrp="1"/>
          </p:cNvSpPr>
          <p:nvPr>
            <p:ph type="title"/>
          </p:nvPr>
        </p:nvSpPr>
        <p:spPr/>
        <p:txBody>
          <a:bodyPr>
            <a:normAutofit/>
          </a:bodyPr>
          <a:lstStyle/>
          <a:p>
            <a:r>
              <a:rPr lang="ru-RU" sz="2400" dirty="0"/>
              <a:t>ХОРОШАЯ ИДЕЯ КАЖЕТСЯ БЕЗУМНОЙ. ПОКА НЕ СТАНОВИТСЯ ОЧЕВИДНОЙ</a:t>
            </a:r>
            <a:endParaRPr lang="ru-BY" sz="2400" dirty="0"/>
          </a:p>
        </p:txBody>
      </p:sp>
      <p:sp>
        <p:nvSpPr>
          <p:cNvPr id="3" name="Объект 2">
            <a:extLst>
              <a:ext uri="{FF2B5EF4-FFF2-40B4-BE49-F238E27FC236}">
                <a16:creationId xmlns:a16="http://schemas.microsoft.com/office/drawing/2014/main" id="{60783E31-A46D-47C8-A728-8C2BCD456B30}"/>
              </a:ext>
            </a:extLst>
          </p:cNvPr>
          <p:cNvSpPr>
            <a:spLocks noGrp="1"/>
          </p:cNvSpPr>
          <p:nvPr>
            <p:ph idx="1"/>
          </p:nvPr>
        </p:nvSpPr>
        <p:spPr/>
        <p:txBody>
          <a:bodyPr>
            <a:normAutofit/>
          </a:bodyPr>
          <a:lstStyle/>
          <a:p>
            <a:pPr lvl="0"/>
            <a:r>
              <a:rPr lang="ru-RU" dirty="0"/>
              <a:t>В 2007 году два дизайнера столкнулись с финансовыми трудностями, не в силах оплатить аренду своей квартиры в Сан-Франциско. В это время все отели в городе были заполнены из-за крупной конференции. В отчаянии они решили воспользоваться ситуацией: купили три надувных матраса и создали простой сайт, на котором предложили ночлег и завтрак путешественникам за 80 долларов за ночь. Так трое первых гостей поселились у них в квартире.</a:t>
            </a:r>
            <a:endParaRPr lang="ru-BY" dirty="0"/>
          </a:p>
          <a:p>
            <a:endParaRPr lang="ru-BY" dirty="0"/>
          </a:p>
        </p:txBody>
      </p:sp>
    </p:spTree>
    <p:extLst>
      <p:ext uri="{BB962C8B-B14F-4D97-AF65-F5344CB8AC3E}">
        <p14:creationId xmlns:p14="http://schemas.microsoft.com/office/powerpoint/2010/main" val="3098014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6E3DBAA6-A68D-43B3-955D-42CCDC5B1D2A}"/>
              </a:ext>
            </a:extLst>
          </p:cNvPr>
          <p:cNvSpPr>
            <a:spLocks noGrp="1"/>
          </p:cNvSpPr>
          <p:nvPr>
            <p:ph idx="1"/>
          </p:nvPr>
        </p:nvSpPr>
        <p:spPr/>
        <p:txBody>
          <a:bodyPr/>
          <a:lstStyle/>
          <a:p>
            <a:r>
              <a:rPr lang="ru-RU" dirty="0"/>
              <a:t>В 2009 году основатели задумались о том, как упростить процесс вызова такси в Сан-Франциско, чтобы поездка на чужой машине с незнакомым водителем стала доступна одним нажатием кнопки. Несмотря на сопротивление традиционных таксистов и регуляторов, они создали приложение, которое сделало передвижение по городу простым, как отправка сообщения. Это привело к революции в транспортной отрасли и изменило способ, которым люди перемещаются по городам. </a:t>
            </a:r>
            <a:endParaRPr lang="ru-BY" dirty="0"/>
          </a:p>
          <a:p>
            <a:endParaRPr lang="ru-BY" dirty="0"/>
          </a:p>
        </p:txBody>
      </p:sp>
      <p:sp>
        <p:nvSpPr>
          <p:cNvPr id="6" name="Заголовок 1">
            <a:extLst>
              <a:ext uri="{FF2B5EF4-FFF2-40B4-BE49-F238E27FC236}">
                <a16:creationId xmlns:a16="http://schemas.microsoft.com/office/drawing/2014/main" id="{6AABCD3D-01A3-40C3-A486-8AB0396C8CCA}"/>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2400"/>
              <a:t>ХОРОШАЯ ИДЕЯ КАЖЕТСЯ БЕЗУМНОЙ. ПОКА НЕ СТАНОВИТСЯ ОЧЕВИДНОЙ</a:t>
            </a:r>
            <a:endParaRPr lang="ru-BY" sz="2400" dirty="0"/>
          </a:p>
        </p:txBody>
      </p:sp>
    </p:spTree>
    <p:extLst>
      <p:ext uri="{BB962C8B-B14F-4D97-AF65-F5344CB8AC3E}">
        <p14:creationId xmlns:p14="http://schemas.microsoft.com/office/powerpoint/2010/main" val="453576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C6E4D156-102C-477B-8ED4-38302010FFB5}"/>
              </a:ext>
            </a:extLst>
          </p:cNvPr>
          <p:cNvSpPr>
            <a:spLocks noGrp="1"/>
          </p:cNvSpPr>
          <p:nvPr>
            <p:ph idx="1"/>
          </p:nvPr>
        </p:nvSpPr>
        <p:spPr/>
        <p:txBody>
          <a:bodyPr>
            <a:normAutofit/>
          </a:bodyPr>
          <a:lstStyle/>
          <a:p>
            <a:pPr lvl="0"/>
            <a:r>
              <a:rPr lang="ru-RU" dirty="0"/>
              <a:t>Основатели решили создать сервис, который отправляет DVD по почте, чтобы пользователи могли избежать штрафов за просрочку возврата фильмов. Они знали, что многие не любят платить такие комиссии, и это помогло им привлечь клиентов. Когда бизнес стал успешным, они рискнули и переключились на стриминг, убрав DVD-сервис. Это решение позволило им стать лидерами в индустрии и изменить способ, которым люди смотрят фильмы.</a:t>
            </a:r>
            <a:endParaRPr lang="ru-BY" dirty="0"/>
          </a:p>
          <a:p>
            <a:endParaRPr lang="ru-BY" dirty="0"/>
          </a:p>
        </p:txBody>
      </p:sp>
      <p:sp>
        <p:nvSpPr>
          <p:cNvPr id="4" name="Заголовок 1">
            <a:extLst>
              <a:ext uri="{FF2B5EF4-FFF2-40B4-BE49-F238E27FC236}">
                <a16:creationId xmlns:a16="http://schemas.microsoft.com/office/drawing/2014/main" id="{25A61635-E2AC-4466-AB8E-8E6D46ECA974}"/>
              </a:ext>
            </a:extLst>
          </p:cNvPr>
          <p:cNvSpPr>
            <a:spLocks noGrp="1"/>
          </p:cNvSpPr>
          <p:nvPr>
            <p:ph type="title"/>
          </p:nvPr>
        </p:nvSpPr>
        <p:spPr>
          <a:xfrm>
            <a:off x="838200" y="365125"/>
            <a:ext cx="10515600" cy="1325563"/>
          </a:xfrm>
        </p:spPr>
        <p:txBody>
          <a:bodyPr>
            <a:normAutofit/>
          </a:bodyPr>
          <a:lstStyle/>
          <a:p>
            <a:r>
              <a:rPr lang="ru-RU" sz="2400" dirty="0"/>
              <a:t>ХОРОШАЯ ИДЕЯ КАЖЕТСЯ БЕЗУМНОЙ. ПОКА НЕ СТАНОВИТСЯ ОЧЕВИДНОЙ</a:t>
            </a:r>
            <a:endParaRPr lang="ru-BY" sz="2400" dirty="0"/>
          </a:p>
        </p:txBody>
      </p:sp>
    </p:spTree>
    <p:extLst>
      <p:ext uri="{BB962C8B-B14F-4D97-AF65-F5344CB8AC3E}">
        <p14:creationId xmlns:p14="http://schemas.microsoft.com/office/powerpoint/2010/main" val="372791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AE3D16FE-8CB2-4442-86B6-C25619A145A4}"/>
              </a:ext>
            </a:extLst>
          </p:cNvPr>
          <p:cNvSpPr>
            <a:spLocks noGrp="1"/>
          </p:cNvSpPr>
          <p:nvPr>
            <p:ph idx="1"/>
          </p:nvPr>
        </p:nvSpPr>
        <p:spPr/>
        <p:txBody>
          <a:bodyPr/>
          <a:lstStyle/>
          <a:p>
            <a:r>
              <a:rPr lang="ru-RU" dirty="0"/>
              <a:t>В 2006 году группа энтузиастов решила создать платформу для обмена короткими сообщениями. Их идея заключалась в том, чтобы ограничить текст до 140 символов. На первый взгляд это казалось странным и даже ограничивающим. Как можно выразить мысль или поделиться новостью всего в 140 знаках?</a:t>
            </a:r>
            <a:r>
              <a:rPr lang="en-US" dirty="0"/>
              <a:t> </a:t>
            </a:r>
            <a:r>
              <a:rPr lang="ru-RU" dirty="0"/>
              <a:t>Тем не менее, эта «безумная» идея оказалась революционной.</a:t>
            </a:r>
            <a:endParaRPr lang="ru-BY" dirty="0"/>
          </a:p>
          <a:p>
            <a:endParaRPr lang="ru-BY" dirty="0"/>
          </a:p>
        </p:txBody>
      </p:sp>
      <p:sp>
        <p:nvSpPr>
          <p:cNvPr id="4" name="Заголовок 1">
            <a:extLst>
              <a:ext uri="{FF2B5EF4-FFF2-40B4-BE49-F238E27FC236}">
                <a16:creationId xmlns:a16="http://schemas.microsoft.com/office/drawing/2014/main" id="{485F7590-05C6-4BFE-AA80-180C2E35C3C8}"/>
              </a:ext>
            </a:extLst>
          </p:cNvPr>
          <p:cNvSpPr>
            <a:spLocks noGrp="1"/>
          </p:cNvSpPr>
          <p:nvPr>
            <p:ph type="title"/>
          </p:nvPr>
        </p:nvSpPr>
        <p:spPr>
          <a:xfrm>
            <a:off x="838200" y="365125"/>
            <a:ext cx="10515600" cy="1325563"/>
          </a:xfrm>
        </p:spPr>
        <p:txBody>
          <a:bodyPr>
            <a:normAutofit/>
          </a:bodyPr>
          <a:lstStyle/>
          <a:p>
            <a:r>
              <a:rPr lang="ru-RU" sz="2400" dirty="0"/>
              <a:t>ХОРОШАЯ ИДЕЯ КАЖЕТСЯ БЕЗУМНОЙ. ПОКА НЕ СТАНОВИТСЯ ОЧЕВИДНОЙ</a:t>
            </a:r>
            <a:endParaRPr lang="ru-BY" sz="2400" dirty="0"/>
          </a:p>
        </p:txBody>
      </p:sp>
    </p:spTree>
    <p:extLst>
      <p:ext uri="{BB962C8B-B14F-4D97-AF65-F5344CB8AC3E}">
        <p14:creationId xmlns:p14="http://schemas.microsoft.com/office/powerpoint/2010/main" val="2633758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831190C2-12EB-4F50-A2B2-E458B97BF378}"/>
              </a:ext>
            </a:extLst>
          </p:cNvPr>
          <p:cNvSpPr>
            <a:spLocks noGrp="1"/>
          </p:cNvSpPr>
          <p:nvPr>
            <p:ph idx="1"/>
          </p:nvPr>
        </p:nvSpPr>
        <p:spPr/>
        <p:txBody>
          <a:bodyPr/>
          <a:lstStyle/>
          <a:p>
            <a:r>
              <a:rPr lang="ru-RU" dirty="0"/>
              <a:t>Три друга создали сайт, чтобы легко делиться видео с ужина. Их не испугали ни безумный трафик, ни сомнения в качестве контента. Они поверили, что у каждого должна быть своя </a:t>
            </a:r>
            <a:r>
              <a:rPr lang="ru-RU" dirty="0" err="1"/>
              <a:t>видеовитрина</a:t>
            </a:r>
            <a:r>
              <a:rPr lang="ru-RU" dirty="0"/>
              <a:t> для всего мира, — и изменили способ потребления информации.</a:t>
            </a:r>
          </a:p>
          <a:p>
            <a:endParaRPr lang="ru-BY" dirty="0"/>
          </a:p>
        </p:txBody>
      </p:sp>
      <p:sp>
        <p:nvSpPr>
          <p:cNvPr id="4" name="Заголовок 1">
            <a:extLst>
              <a:ext uri="{FF2B5EF4-FFF2-40B4-BE49-F238E27FC236}">
                <a16:creationId xmlns:a16="http://schemas.microsoft.com/office/drawing/2014/main" id="{EBE8EC46-2879-4075-B209-903898FDC911}"/>
              </a:ext>
            </a:extLst>
          </p:cNvPr>
          <p:cNvSpPr>
            <a:spLocks noGrp="1"/>
          </p:cNvSpPr>
          <p:nvPr>
            <p:ph type="title"/>
          </p:nvPr>
        </p:nvSpPr>
        <p:spPr>
          <a:xfrm>
            <a:off x="838200" y="365125"/>
            <a:ext cx="10515600" cy="1325563"/>
          </a:xfrm>
        </p:spPr>
        <p:txBody>
          <a:bodyPr>
            <a:normAutofit/>
          </a:bodyPr>
          <a:lstStyle/>
          <a:p>
            <a:r>
              <a:rPr lang="ru-RU" sz="2400" dirty="0"/>
              <a:t>ХОРОШАЯ ИДЕЯ КАЖЕТСЯ БЕЗУМНОЙ. ПОКА НЕ СТАНОВИТСЯ ОЧЕВИДНОЙ</a:t>
            </a:r>
            <a:endParaRPr lang="ru-BY" sz="2400" dirty="0"/>
          </a:p>
        </p:txBody>
      </p:sp>
    </p:spTree>
    <p:extLst>
      <p:ext uri="{BB962C8B-B14F-4D97-AF65-F5344CB8AC3E}">
        <p14:creationId xmlns:p14="http://schemas.microsoft.com/office/powerpoint/2010/main" val="16207038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9FA683-73F5-4268-9C7D-91A7544D88CF}"/>
              </a:ext>
            </a:extLst>
          </p:cNvPr>
          <p:cNvSpPr>
            <a:spLocks noGrp="1"/>
          </p:cNvSpPr>
          <p:nvPr>
            <p:ph type="title"/>
          </p:nvPr>
        </p:nvSpPr>
        <p:spPr/>
        <p:txBody>
          <a:bodyPr/>
          <a:lstStyle/>
          <a:p>
            <a:r>
              <a:rPr lang="ru-RU" dirty="0"/>
              <a:t>Методика 5</a:t>
            </a:r>
            <a:r>
              <a:rPr lang="en-US" dirty="0"/>
              <a:t>W</a:t>
            </a:r>
            <a:r>
              <a:rPr lang="ru-RU" dirty="0"/>
              <a:t> Шеррингтона</a:t>
            </a:r>
            <a:endParaRPr lang="ru-BY" dirty="0"/>
          </a:p>
        </p:txBody>
      </p:sp>
      <p:graphicFrame>
        <p:nvGraphicFramePr>
          <p:cNvPr id="7" name="Объект 6">
            <a:extLst>
              <a:ext uri="{FF2B5EF4-FFF2-40B4-BE49-F238E27FC236}">
                <a16:creationId xmlns:a16="http://schemas.microsoft.com/office/drawing/2014/main" id="{F5073B23-BFAE-4C56-8E36-98314EB2A174}"/>
              </a:ext>
            </a:extLst>
          </p:cNvPr>
          <p:cNvGraphicFramePr>
            <a:graphicFrameLocks noGrp="1"/>
          </p:cNvGraphicFramePr>
          <p:nvPr>
            <p:ph idx="1"/>
            <p:extLst>
              <p:ext uri="{D42A27DB-BD31-4B8C-83A1-F6EECF244321}">
                <p14:modId xmlns:p14="http://schemas.microsoft.com/office/powerpoint/2010/main" val="362016493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078301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6E0C2FC-73FB-4207-8772-FDAEEB965BF8}"/>
              </a:ext>
            </a:extLst>
          </p:cNvPr>
          <p:cNvSpPr>
            <a:spLocks noGrp="1"/>
          </p:cNvSpPr>
          <p:nvPr>
            <p:ph type="title"/>
          </p:nvPr>
        </p:nvSpPr>
        <p:spPr/>
        <p:txBody>
          <a:bodyPr/>
          <a:lstStyle/>
          <a:p>
            <a:pPr algn="ctr"/>
            <a:r>
              <a:rPr lang="en-US" dirty="0"/>
              <a:t>SMART - </a:t>
            </a:r>
            <a:r>
              <a:rPr lang="ru-RU" dirty="0"/>
              <a:t>цели</a:t>
            </a:r>
            <a:endParaRPr lang="ru-BY" dirty="0"/>
          </a:p>
        </p:txBody>
      </p:sp>
      <p:graphicFrame>
        <p:nvGraphicFramePr>
          <p:cNvPr id="4" name="Объект 3">
            <a:extLst>
              <a:ext uri="{FF2B5EF4-FFF2-40B4-BE49-F238E27FC236}">
                <a16:creationId xmlns:a16="http://schemas.microsoft.com/office/drawing/2014/main" id="{BFE73FF8-4E9E-4A07-8ADA-A0AADB7560D6}"/>
              </a:ext>
            </a:extLst>
          </p:cNvPr>
          <p:cNvGraphicFramePr>
            <a:graphicFrameLocks noGrp="1"/>
          </p:cNvGraphicFramePr>
          <p:nvPr>
            <p:ph idx="1"/>
            <p:extLst>
              <p:ext uri="{D42A27DB-BD31-4B8C-83A1-F6EECF244321}">
                <p14:modId xmlns:p14="http://schemas.microsoft.com/office/powerpoint/2010/main" val="250899980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412046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4BBEA4-3D4E-4397-B039-9D99CD34D3A2}"/>
              </a:ext>
            </a:extLst>
          </p:cNvPr>
          <p:cNvSpPr>
            <a:spLocks noGrp="1"/>
          </p:cNvSpPr>
          <p:nvPr>
            <p:ph type="title"/>
          </p:nvPr>
        </p:nvSpPr>
        <p:spPr/>
        <p:txBody>
          <a:bodyPr/>
          <a:lstStyle/>
          <a:p>
            <a:r>
              <a:rPr lang="ru-RU" dirty="0"/>
              <a:t>Примеры</a:t>
            </a:r>
            <a:endParaRPr lang="ru-BY" dirty="0"/>
          </a:p>
        </p:txBody>
      </p:sp>
      <p:graphicFrame>
        <p:nvGraphicFramePr>
          <p:cNvPr id="4" name="Схема 3">
            <a:extLst>
              <a:ext uri="{FF2B5EF4-FFF2-40B4-BE49-F238E27FC236}">
                <a16:creationId xmlns:a16="http://schemas.microsoft.com/office/drawing/2014/main" id="{94444130-D52F-4FFA-8AFD-298AF19A1D87}"/>
              </a:ext>
            </a:extLst>
          </p:cNvPr>
          <p:cNvGraphicFramePr/>
          <p:nvPr>
            <p:extLst>
              <p:ext uri="{D42A27DB-BD31-4B8C-83A1-F6EECF244321}">
                <p14:modId xmlns:p14="http://schemas.microsoft.com/office/powerpoint/2010/main" val="1333739932"/>
              </p:ext>
            </p:extLst>
          </p:nvPr>
        </p:nvGraphicFramePr>
        <p:xfrm>
          <a:off x="2279576" y="1397000"/>
          <a:ext cx="7632849"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709258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CA78200-E796-40FE-B13E-993284FC0639}"/>
              </a:ext>
            </a:extLst>
          </p:cNvPr>
          <p:cNvSpPr>
            <a:spLocks noGrp="1"/>
          </p:cNvSpPr>
          <p:nvPr>
            <p:ph type="title"/>
          </p:nvPr>
        </p:nvSpPr>
        <p:spPr/>
        <p:txBody>
          <a:bodyPr/>
          <a:lstStyle/>
          <a:p>
            <a:pPr algn="ctr"/>
            <a:r>
              <a:rPr lang="ru-RU" dirty="0"/>
              <a:t>Пример </a:t>
            </a:r>
            <a:r>
              <a:rPr lang="en-US" dirty="0"/>
              <a:t>SMART-</a:t>
            </a:r>
            <a:r>
              <a:rPr lang="ru-RU" dirty="0"/>
              <a:t>целей</a:t>
            </a:r>
            <a:br>
              <a:rPr lang="ru-RU" dirty="0"/>
            </a:br>
            <a:endParaRPr lang="ru-BY" dirty="0"/>
          </a:p>
        </p:txBody>
      </p:sp>
      <p:graphicFrame>
        <p:nvGraphicFramePr>
          <p:cNvPr id="4" name="Объект 3">
            <a:extLst>
              <a:ext uri="{FF2B5EF4-FFF2-40B4-BE49-F238E27FC236}">
                <a16:creationId xmlns:a16="http://schemas.microsoft.com/office/drawing/2014/main" id="{ADAC9A8D-67E3-4882-9BB5-602107C276C9}"/>
              </a:ext>
            </a:extLst>
          </p:cNvPr>
          <p:cNvGraphicFramePr>
            <a:graphicFrameLocks noGrp="1"/>
          </p:cNvGraphicFramePr>
          <p:nvPr>
            <p:ph idx="1"/>
            <p:extLst>
              <p:ext uri="{D42A27DB-BD31-4B8C-83A1-F6EECF244321}">
                <p14:modId xmlns:p14="http://schemas.microsoft.com/office/powerpoint/2010/main" val="282363936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706705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Заголовок 1"/>
          <p:cNvSpPr>
            <a:spLocks noGrp="1" noChangeArrowheads="1"/>
          </p:cNvSpPr>
          <p:nvPr>
            <p:ph type="title"/>
          </p:nvPr>
        </p:nvSpPr>
        <p:spPr>
          <a:xfrm>
            <a:off x="0" y="274756"/>
            <a:ext cx="10024844" cy="713308"/>
          </a:xfrm>
        </p:spPr>
        <p:txBody>
          <a:bodyPr>
            <a:normAutofit fontScale="90000"/>
          </a:bodyPr>
          <a:lstStyle/>
          <a:p>
            <a:pPr algn="ctr"/>
            <a:r>
              <a:rPr lang="ru-RU" altLang="en-US" dirty="0"/>
              <a:t>Фаза  Инициация проекта</a:t>
            </a:r>
            <a:br>
              <a:rPr lang="ru-RU" altLang="en-US" dirty="0"/>
            </a:br>
            <a:r>
              <a:rPr lang="ru-RU" altLang="en-US" dirty="0"/>
              <a:t>Предварительные задачи</a:t>
            </a:r>
          </a:p>
        </p:txBody>
      </p:sp>
      <p:sp>
        <p:nvSpPr>
          <p:cNvPr id="9219" name="Содержимое 2"/>
          <p:cNvSpPr>
            <a:spLocks noGrp="1"/>
          </p:cNvSpPr>
          <p:nvPr>
            <p:ph idx="1"/>
          </p:nvPr>
        </p:nvSpPr>
        <p:spPr>
          <a:xfrm>
            <a:off x="1651805" y="1841332"/>
            <a:ext cx="8101795" cy="3823196"/>
          </a:xfrm>
        </p:spPr>
        <p:txBody>
          <a:bodyPr>
            <a:normAutofit/>
          </a:bodyPr>
          <a:lstStyle/>
          <a:p>
            <a:pPr marL="342900" indent="-342900">
              <a:lnSpc>
                <a:spcPct val="107000"/>
              </a:lnSpc>
              <a:spcAft>
                <a:spcPts val="800"/>
              </a:spcAft>
              <a:buFont typeface="+mj-lt"/>
              <a:buAutoNum type="arabicPeriod"/>
            </a:pPr>
            <a:r>
              <a:rPr lang="ru-RU" sz="1800" b="1" kern="100" dirty="0">
                <a:latin typeface="Arial" panose="020B0604020202020204" pitchFamily="34" charset="0"/>
                <a:ea typeface="Calibri" panose="020F0502020204030204" pitchFamily="34" charset="0"/>
                <a:cs typeface="Times New Roman" panose="02020603050405020304" pitchFamily="18" charset="0"/>
              </a:rPr>
              <a:t>Определение целей и области проекта.</a:t>
            </a:r>
            <a:endParaRPr lang="ru-BY" sz="1800" b="1" kern="100" dirty="0">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mj-lt"/>
              <a:buAutoNum type="arabicPeriod"/>
            </a:pPr>
            <a:r>
              <a:rPr lang="ru-RU" sz="1800" b="1" kern="100" dirty="0">
                <a:latin typeface="Arial" panose="020B0604020202020204" pitchFamily="34" charset="0"/>
                <a:ea typeface="Calibri" panose="020F0502020204030204" pitchFamily="34" charset="0"/>
                <a:cs typeface="Times New Roman" panose="02020603050405020304" pitchFamily="18" charset="0"/>
              </a:rPr>
              <a:t>Выявление заинтересованных сторон (стейкхолдеров).</a:t>
            </a:r>
            <a:endParaRPr lang="ru-BY" sz="1800" b="1" kern="100" dirty="0">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mj-lt"/>
              <a:buAutoNum type="arabicPeriod"/>
            </a:pPr>
            <a:r>
              <a:rPr lang="ru-RU" sz="1800" kern="100" dirty="0">
                <a:latin typeface="Arial" panose="020B0604020202020204" pitchFamily="34" charset="0"/>
                <a:ea typeface="Calibri" panose="020F0502020204030204" pitchFamily="34" charset="0"/>
                <a:cs typeface="Times New Roman" panose="02020603050405020304" pitchFamily="18" charset="0"/>
              </a:rPr>
              <a:t>Сбор требований к проекту.</a:t>
            </a:r>
            <a:endParaRPr lang="ru-BY" sz="1800" kern="100" dirty="0">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mj-lt"/>
              <a:buAutoNum type="arabicPeriod"/>
            </a:pPr>
            <a:r>
              <a:rPr lang="ru-RU" sz="1800" kern="100" dirty="0">
                <a:latin typeface="Arial" panose="020B0604020202020204" pitchFamily="34" charset="0"/>
                <a:ea typeface="Calibri" panose="020F0502020204030204" pitchFamily="34" charset="0"/>
                <a:cs typeface="Times New Roman" panose="02020603050405020304" pitchFamily="18" charset="0"/>
              </a:rPr>
              <a:t>Проведение предварительной оценки проекта.</a:t>
            </a:r>
            <a:endParaRPr lang="en-US" sz="1800" kern="100" dirty="0">
              <a:latin typeface="Arial" panose="020B060402020202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mj-lt"/>
              <a:buAutoNum type="arabicPeriod"/>
            </a:pPr>
            <a:r>
              <a:rPr lang="ru-RU" sz="1800" kern="100" dirty="0">
                <a:latin typeface="Arial" panose="020B0604020202020204" pitchFamily="34" charset="0"/>
                <a:ea typeface="Calibri" panose="020F0502020204030204" pitchFamily="34" charset="0"/>
                <a:cs typeface="Times New Roman" panose="02020603050405020304" pitchFamily="18" charset="0"/>
              </a:rPr>
              <a:t>Формирование концепции проекта</a:t>
            </a:r>
            <a:endParaRPr lang="ru-BY" sz="1800" kern="100" dirty="0">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mj-lt"/>
              <a:buAutoNum type="arabicPeriod"/>
            </a:pPr>
            <a:endParaRPr lang="ru-BY" sz="1800"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402177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523999" y="464865"/>
            <a:ext cx="8964488" cy="6480720"/>
          </a:xfrm>
        </p:spPr>
        <p:txBody>
          <a:bodyPr>
            <a:normAutofit lnSpcReduction="10000"/>
          </a:bodyPr>
          <a:lstStyle/>
          <a:p>
            <a:pPr>
              <a:buNone/>
            </a:pPr>
            <a:r>
              <a:rPr lang="ru-RU" sz="2000" b="1" dirty="0">
                <a:solidFill>
                  <a:srgbClr val="C00000"/>
                </a:solidFill>
              </a:rPr>
              <a:t>Заинтересованные стороны </a:t>
            </a:r>
            <a:r>
              <a:rPr lang="ru-RU" sz="2000" b="1" i="1" dirty="0"/>
              <a:t>– </a:t>
            </a:r>
            <a:r>
              <a:rPr lang="ru-RU" sz="2000" dirty="0"/>
              <a:t>организации</a:t>
            </a:r>
            <a:r>
              <a:rPr lang="ru-RU" sz="2000" b="1" i="1" dirty="0"/>
              <a:t> </a:t>
            </a:r>
            <a:r>
              <a:rPr lang="ru-RU" sz="2000" dirty="0"/>
              <a:t>и/или физические лица, которые могут повлиять на ход реализации проекта или на которые проект может оказывать влияние, и чьи интересы необходимо учитывать при планировании проекта.</a:t>
            </a:r>
            <a:endParaRPr lang="ru-RU" sz="2000" b="1" i="1" dirty="0"/>
          </a:p>
          <a:p>
            <a:r>
              <a:rPr lang="ru-RU" sz="2400" b="1" i="1" dirty="0"/>
              <a:t>Заказчик</a:t>
            </a:r>
            <a:endParaRPr lang="ru-RU" sz="2400" dirty="0"/>
          </a:p>
          <a:p>
            <a:r>
              <a:rPr lang="ru-RU" sz="2400" b="1" i="1" dirty="0"/>
              <a:t>Инвестор</a:t>
            </a:r>
            <a:endParaRPr lang="ru-RU" sz="2400" dirty="0"/>
          </a:p>
          <a:p>
            <a:r>
              <a:rPr lang="ru-RU" sz="2400" b="1" i="1" dirty="0"/>
              <a:t>Исполнитель</a:t>
            </a:r>
            <a:endParaRPr lang="ru-RU" sz="2400" dirty="0"/>
          </a:p>
          <a:p>
            <a:r>
              <a:rPr lang="ru-RU" sz="2400" b="1" i="1" dirty="0"/>
              <a:t>Подрядчик</a:t>
            </a:r>
            <a:endParaRPr lang="ru-RU" sz="2400" dirty="0"/>
          </a:p>
          <a:p>
            <a:r>
              <a:rPr lang="ru-RU" sz="2400" b="1" i="1" dirty="0"/>
              <a:t>Поставщик</a:t>
            </a:r>
            <a:endParaRPr lang="ru-RU" sz="2400" dirty="0"/>
          </a:p>
          <a:p>
            <a:r>
              <a:rPr lang="ru-RU" sz="2400" b="1" i="1" dirty="0"/>
              <a:t>Консультант</a:t>
            </a:r>
            <a:endParaRPr lang="ru-RU" sz="2400" dirty="0"/>
          </a:p>
          <a:p>
            <a:pPr>
              <a:buNone/>
            </a:pPr>
            <a:endParaRPr lang="ru-RU" sz="2400" dirty="0"/>
          </a:p>
          <a:p>
            <a:r>
              <a:rPr lang="ru-RU" sz="2400" b="1" i="1" dirty="0"/>
              <a:t>Надзорные и контролирующие организации</a:t>
            </a:r>
            <a:endParaRPr lang="ru-RU" sz="2400" dirty="0"/>
          </a:p>
          <a:p>
            <a:r>
              <a:rPr lang="ru-RU" sz="2400" b="1" i="1" dirty="0"/>
              <a:t>Конечные потребители</a:t>
            </a:r>
          </a:p>
          <a:p>
            <a:r>
              <a:rPr lang="ru-RU" sz="2400" b="1" i="1" dirty="0"/>
              <a:t>Общественные организации, население</a:t>
            </a:r>
          </a:p>
          <a:p>
            <a:r>
              <a:rPr lang="ru-RU" sz="2400" b="1" i="1" dirty="0"/>
              <a:t>Средства массовой информации</a:t>
            </a:r>
          </a:p>
          <a:p>
            <a:r>
              <a:rPr lang="ru-RU" sz="2400" b="1" i="1" dirty="0"/>
              <a:t>Конкуренты</a:t>
            </a:r>
          </a:p>
        </p:txBody>
      </p:sp>
      <p:sp>
        <p:nvSpPr>
          <p:cNvPr id="4" name="Номер слайда 3"/>
          <p:cNvSpPr>
            <a:spLocks noGrp="1"/>
          </p:cNvSpPr>
          <p:nvPr>
            <p:ph type="sldNum" sz="quarter" idx="11"/>
          </p:nvPr>
        </p:nvSpPr>
        <p:spPr/>
        <p:txBody>
          <a:bodyPr/>
          <a:lstStyle/>
          <a:p>
            <a:pPr>
              <a:defRPr/>
            </a:pPr>
            <a:fld id="{0CF23D0B-1286-44E6-A93E-33012D3D62B9}" type="slidenum">
              <a:rPr lang="ru-RU" smtClean="0"/>
              <a:pPr>
                <a:defRPr/>
              </a:pPr>
              <a:t>20</a:t>
            </a:fld>
            <a:endParaRPr lang="ru-RU" dirty="0"/>
          </a:p>
        </p:txBody>
      </p:sp>
      <p:sp>
        <p:nvSpPr>
          <p:cNvPr id="5" name="Правая фигурная скобка 4"/>
          <p:cNvSpPr/>
          <p:nvPr/>
        </p:nvSpPr>
        <p:spPr bwMode="auto">
          <a:xfrm>
            <a:off x="7896200" y="1484784"/>
            <a:ext cx="1440160" cy="2664296"/>
          </a:xfrm>
          <a:prstGeom prst="rightBrace">
            <a:avLst>
              <a:gd name="adj1" fmla="val 8333"/>
              <a:gd name="adj2" fmla="val 48409"/>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ru-RU" b="1" dirty="0">
              <a:latin typeface="Times New Roman" pitchFamily="18" charset="0"/>
            </a:endParaRPr>
          </a:p>
        </p:txBody>
      </p:sp>
      <p:sp>
        <p:nvSpPr>
          <p:cNvPr id="6" name="Правая фигурная скобка 5"/>
          <p:cNvSpPr/>
          <p:nvPr/>
        </p:nvSpPr>
        <p:spPr bwMode="auto">
          <a:xfrm>
            <a:off x="7968208" y="4509120"/>
            <a:ext cx="1440160" cy="2160240"/>
          </a:xfrm>
          <a:prstGeom prst="rightBrace">
            <a:avLst>
              <a:gd name="adj1" fmla="val 8333"/>
              <a:gd name="adj2" fmla="val 48409"/>
            </a:avLst>
          </a:prstGeom>
          <a:noFill/>
          <a:ln w="3810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ru-RU" b="1">
              <a:latin typeface="Times New Roman" pitchFamily="18" charset="0"/>
            </a:endParaRPr>
          </a:p>
        </p:txBody>
      </p:sp>
      <p:sp>
        <p:nvSpPr>
          <p:cNvPr id="7" name="TextBox 6"/>
          <p:cNvSpPr txBox="1"/>
          <p:nvPr/>
        </p:nvSpPr>
        <p:spPr>
          <a:xfrm>
            <a:off x="8760296" y="1844825"/>
            <a:ext cx="1579278" cy="830997"/>
          </a:xfrm>
          <a:prstGeom prst="rect">
            <a:avLst/>
          </a:prstGeom>
          <a:noFill/>
        </p:spPr>
        <p:txBody>
          <a:bodyPr wrap="none" rtlCol="0">
            <a:spAutoFit/>
          </a:bodyPr>
          <a:lstStyle/>
          <a:p>
            <a:r>
              <a:rPr lang="ru-RU" sz="2400" b="1" dirty="0">
                <a:solidFill>
                  <a:srgbClr val="FF0000"/>
                </a:solidFill>
              </a:rPr>
              <a:t>Активные </a:t>
            </a:r>
          </a:p>
          <a:p>
            <a:r>
              <a:rPr lang="ru-RU" sz="2400" b="1" dirty="0">
                <a:solidFill>
                  <a:srgbClr val="FF0000"/>
                </a:solidFill>
              </a:rPr>
              <a:t>участники</a:t>
            </a:r>
          </a:p>
        </p:txBody>
      </p:sp>
      <p:sp>
        <p:nvSpPr>
          <p:cNvPr id="8" name="TextBox 7"/>
          <p:cNvSpPr txBox="1"/>
          <p:nvPr/>
        </p:nvSpPr>
        <p:spPr>
          <a:xfrm>
            <a:off x="8628230" y="4581129"/>
            <a:ext cx="2039771" cy="830997"/>
          </a:xfrm>
          <a:prstGeom prst="rect">
            <a:avLst/>
          </a:prstGeom>
          <a:noFill/>
        </p:spPr>
        <p:txBody>
          <a:bodyPr wrap="square" rtlCol="0">
            <a:spAutoFit/>
          </a:bodyPr>
          <a:lstStyle/>
          <a:p>
            <a:r>
              <a:rPr lang="ru-RU" sz="2400" b="1" dirty="0">
                <a:solidFill>
                  <a:srgbClr val="0070C0"/>
                </a:solidFill>
              </a:rPr>
              <a:t>Неактивные участники</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B670FB-4629-84BC-5876-7CCC83C3A4F2}"/>
              </a:ext>
            </a:extLst>
          </p:cNvPr>
          <p:cNvSpPr>
            <a:spLocks noGrp="1"/>
          </p:cNvSpPr>
          <p:nvPr>
            <p:ph type="title"/>
          </p:nvPr>
        </p:nvSpPr>
        <p:spPr>
          <a:xfrm>
            <a:off x="2999656" y="188640"/>
            <a:ext cx="6336704" cy="720080"/>
          </a:xfrm>
        </p:spPr>
        <p:txBody>
          <a:bodyPr>
            <a:normAutofit fontScale="90000"/>
          </a:bodyPr>
          <a:lstStyle/>
          <a:p>
            <a:r>
              <a:rPr lang="ru-RU" dirty="0"/>
              <a:t>Классификация заинтересованных сторон</a:t>
            </a:r>
            <a:endParaRPr lang="ru-BY" dirty="0"/>
          </a:p>
        </p:txBody>
      </p:sp>
      <p:graphicFrame>
        <p:nvGraphicFramePr>
          <p:cNvPr id="4" name="Объект 3">
            <a:extLst>
              <a:ext uri="{FF2B5EF4-FFF2-40B4-BE49-F238E27FC236}">
                <a16:creationId xmlns:a16="http://schemas.microsoft.com/office/drawing/2014/main" id="{A6CAF550-70EB-2744-C4E9-117AE7D6A679}"/>
              </a:ext>
            </a:extLst>
          </p:cNvPr>
          <p:cNvGraphicFramePr>
            <a:graphicFrameLocks noGrp="1"/>
          </p:cNvGraphicFramePr>
          <p:nvPr>
            <p:ph idx="1"/>
            <p:extLst>
              <p:ext uri="{D42A27DB-BD31-4B8C-83A1-F6EECF244321}">
                <p14:modId xmlns:p14="http://schemas.microsoft.com/office/powerpoint/2010/main" val="1825625649"/>
              </p:ext>
            </p:extLst>
          </p:nvPr>
        </p:nvGraphicFramePr>
        <p:xfrm>
          <a:off x="1703512" y="1268761"/>
          <a:ext cx="8280920" cy="5171703"/>
        </p:xfrm>
        <a:graphic>
          <a:graphicData uri="http://schemas.openxmlformats.org/drawingml/2006/table">
            <a:tbl>
              <a:tblPr firstRow="1" firstCol="1" bandRow="1">
                <a:tableStyleId>{91EBBBCC-DAD2-459C-BE2E-F6DE35CF9A28}</a:tableStyleId>
              </a:tblPr>
              <a:tblGrid>
                <a:gridCol w="1584176">
                  <a:extLst>
                    <a:ext uri="{9D8B030D-6E8A-4147-A177-3AD203B41FA5}">
                      <a16:colId xmlns:a16="http://schemas.microsoft.com/office/drawing/2014/main" val="3727714365"/>
                    </a:ext>
                  </a:extLst>
                </a:gridCol>
                <a:gridCol w="1224136">
                  <a:extLst>
                    <a:ext uri="{9D8B030D-6E8A-4147-A177-3AD203B41FA5}">
                      <a16:colId xmlns:a16="http://schemas.microsoft.com/office/drawing/2014/main" val="672844117"/>
                    </a:ext>
                  </a:extLst>
                </a:gridCol>
                <a:gridCol w="1584176">
                  <a:extLst>
                    <a:ext uri="{9D8B030D-6E8A-4147-A177-3AD203B41FA5}">
                      <a16:colId xmlns:a16="http://schemas.microsoft.com/office/drawing/2014/main" val="3785956135"/>
                    </a:ext>
                  </a:extLst>
                </a:gridCol>
                <a:gridCol w="2016224">
                  <a:extLst>
                    <a:ext uri="{9D8B030D-6E8A-4147-A177-3AD203B41FA5}">
                      <a16:colId xmlns:a16="http://schemas.microsoft.com/office/drawing/2014/main" val="2842354037"/>
                    </a:ext>
                  </a:extLst>
                </a:gridCol>
                <a:gridCol w="1080119">
                  <a:extLst>
                    <a:ext uri="{9D8B030D-6E8A-4147-A177-3AD203B41FA5}">
                      <a16:colId xmlns:a16="http://schemas.microsoft.com/office/drawing/2014/main" val="2139065980"/>
                    </a:ext>
                  </a:extLst>
                </a:gridCol>
                <a:gridCol w="792089">
                  <a:extLst>
                    <a:ext uri="{9D8B030D-6E8A-4147-A177-3AD203B41FA5}">
                      <a16:colId xmlns:a16="http://schemas.microsoft.com/office/drawing/2014/main" val="1827026120"/>
                    </a:ext>
                  </a:extLst>
                </a:gridCol>
              </a:tblGrid>
              <a:tr h="455989">
                <a:tc>
                  <a:txBody>
                    <a:bodyPr/>
                    <a:lstStyle/>
                    <a:p>
                      <a:pPr>
                        <a:lnSpc>
                          <a:spcPct val="107000"/>
                        </a:lnSpc>
                        <a:spcAft>
                          <a:spcPts val="800"/>
                        </a:spcAft>
                      </a:pPr>
                      <a:r>
                        <a:rPr lang="ru-BY" sz="1400" kern="0" dirty="0">
                          <a:effectLst/>
                        </a:rPr>
                        <a:t>Заинтересованная сторона</a:t>
                      </a:r>
                      <a:endParaRPr lang="ru-BY"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bg1">
                        <a:lumMod val="50000"/>
                      </a:schemeClr>
                    </a:solidFill>
                  </a:tcPr>
                </a:tc>
                <a:tc>
                  <a:txBody>
                    <a:bodyPr/>
                    <a:lstStyle/>
                    <a:p>
                      <a:pPr>
                        <a:lnSpc>
                          <a:spcPct val="107000"/>
                        </a:lnSpc>
                        <a:spcAft>
                          <a:spcPts val="800"/>
                        </a:spcAft>
                      </a:pPr>
                      <a:r>
                        <a:rPr lang="ru-BY" sz="1400" kern="0" dirty="0">
                          <a:effectLst/>
                        </a:rPr>
                        <a:t>Представитель</a:t>
                      </a:r>
                      <a:endParaRPr lang="ru-BY"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bg1">
                        <a:lumMod val="50000"/>
                      </a:schemeClr>
                    </a:solidFill>
                  </a:tcPr>
                </a:tc>
                <a:tc>
                  <a:txBody>
                    <a:bodyPr/>
                    <a:lstStyle/>
                    <a:p>
                      <a:pPr>
                        <a:lnSpc>
                          <a:spcPct val="107000"/>
                        </a:lnSpc>
                        <a:spcAft>
                          <a:spcPts val="800"/>
                        </a:spcAft>
                      </a:pPr>
                      <a:r>
                        <a:rPr lang="ru-BY" sz="1400" kern="0" dirty="0">
                          <a:effectLst/>
                        </a:rPr>
                        <a:t>Цель</a:t>
                      </a:r>
                      <a:endParaRPr lang="ru-BY"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bg1">
                        <a:lumMod val="50000"/>
                      </a:schemeClr>
                    </a:solidFill>
                  </a:tcPr>
                </a:tc>
                <a:tc>
                  <a:txBody>
                    <a:bodyPr/>
                    <a:lstStyle/>
                    <a:p>
                      <a:pPr>
                        <a:lnSpc>
                          <a:spcPct val="107000"/>
                        </a:lnSpc>
                        <a:spcAft>
                          <a:spcPts val="800"/>
                        </a:spcAft>
                      </a:pPr>
                      <a:r>
                        <a:rPr lang="ru-BY" sz="1400" kern="0" dirty="0">
                          <a:effectLst/>
                        </a:rPr>
                        <a:t>Обязательства</a:t>
                      </a:r>
                      <a:endParaRPr lang="ru-BY"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bg1">
                        <a:lumMod val="50000"/>
                      </a:schemeClr>
                    </a:solidFill>
                  </a:tcPr>
                </a:tc>
                <a:tc>
                  <a:txBody>
                    <a:bodyPr/>
                    <a:lstStyle/>
                    <a:p>
                      <a:pPr>
                        <a:lnSpc>
                          <a:spcPct val="107000"/>
                        </a:lnSpc>
                        <a:spcAft>
                          <a:spcPts val="800"/>
                        </a:spcAft>
                      </a:pPr>
                      <a:r>
                        <a:rPr lang="ru-BY" sz="1400" kern="0" dirty="0">
                          <a:effectLst/>
                        </a:rPr>
                        <a:t>Влияние</a:t>
                      </a:r>
                      <a:endParaRPr lang="ru-BY"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bg1">
                        <a:lumMod val="50000"/>
                      </a:schemeClr>
                    </a:solidFill>
                  </a:tcPr>
                </a:tc>
                <a:tc>
                  <a:txBody>
                    <a:bodyPr/>
                    <a:lstStyle/>
                    <a:p>
                      <a:pPr>
                        <a:lnSpc>
                          <a:spcPct val="107000"/>
                        </a:lnSpc>
                        <a:spcAft>
                          <a:spcPts val="800"/>
                        </a:spcAft>
                      </a:pPr>
                      <a:r>
                        <a:rPr lang="ru-BY" sz="1400" kern="0" dirty="0">
                          <a:effectLst/>
                        </a:rPr>
                        <a:t>Интерес</a:t>
                      </a:r>
                      <a:endParaRPr lang="ru-BY"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bg1">
                        <a:lumMod val="50000"/>
                      </a:schemeClr>
                    </a:solidFill>
                  </a:tcPr>
                </a:tc>
                <a:extLst>
                  <a:ext uri="{0D108BD9-81ED-4DB2-BD59-A6C34878D82A}">
                    <a16:rowId xmlns:a16="http://schemas.microsoft.com/office/drawing/2014/main" val="3318687861"/>
                  </a:ext>
                </a:extLst>
              </a:tr>
              <a:tr h="1249273">
                <a:tc>
                  <a:txBody>
                    <a:bodyPr/>
                    <a:lstStyle/>
                    <a:p>
                      <a:pPr>
                        <a:lnSpc>
                          <a:spcPct val="107000"/>
                        </a:lnSpc>
                        <a:spcAft>
                          <a:spcPts val="800"/>
                        </a:spcAft>
                      </a:pPr>
                      <a:r>
                        <a:rPr lang="ru-BY" sz="1400" kern="0" dirty="0">
                          <a:effectLst/>
                        </a:rPr>
                        <a:t>Владелец компании/заказчик</a:t>
                      </a:r>
                      <a:endParaRPr lang="ru-BY"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ru-BY" sz="1400" kern="0" dirty="0">
                          <a:effectLst/>
                        </a:rPr>
                        <a:t>Сергей Михайлович Начальников</a:t>
                      </a:r>
                      <a:endParaRPr lang="ru-BY"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ru-BY" sz="1400" kern="0" dirty="0">
                          <a:effectLst/>
                        </a:rPr>
                        <a:t>Выпустить продукт на рынок в кратчайшие сроки, чтобы опередить конкурентов</a:t>
                      </a:r>
                      <a:endParaRPr lang="ru-BY"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ru-BY" sz="1400" kern="0" dirty="0">
                          <a:effectLst/>
                        </a:rPr>
                        <a:t>Оплачивает работу команды и создает все условия для создания продукта</a:t>
                      </a:r>
                      <a:endParaRPr lang="ru-BY"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ru-BY" sz="1400" kern="0" dirty="0">
                          <a:effectLst/>
                        </a:rPr>
                        <a:t>10</a:t>
                      </a:r>
                      <a:endParaRPr lang="ru-BY"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ru-BY" sz="1400" kern="0" dirty="0">
                          <a:effectLst/>
                        </a:rPr>
                        <a:t>10</a:t>
                      </a:r>
                      <a:endParaRPr lang="ru-BY"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2014087883"/>
                  </a:ext>
                </a:extLst>
              </a:tr>
              <a:tr h="1388812">
                <a:tc>
                  <a:txBody>
                    <a:bodyPr/>
                    <a:lstStyle/>
                    <a:p>
                      <a:pPr>
                        <a:lnSpc>
                          <a:spcPct val="107000"/>
                        </a:lnSpc>
                        <a:spcAft>
                          <a:spcPts val="800"/>
                        </a:spcAft>
                      </a:pPr>
                      <a:r>
                        <a:rPr lang="ru-BY" sz="1400" kern="0">
                          <a:effectLst/>
                        </a:rPr>
                        <a:t>Исполнитель</a:t>
                      </a:r>
                      <a:endParaRPr lang="ru-BY"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ru-BY" sz="1400" kern="0">
                          <a:effectLst/>
                        </a:rPr>
                        <a:t>Василий Петрович Кодин</a:t>
                      </a:r>
                      <a:endParaRPr lang="ru-BY"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ru-BY" sz="1400" kern="0" dirty="0">
                          <a:effectLst/>
                        </a:rPr>
                        <a:t>Получить опыт, повышение и бонус за выпуск проекта в срок</a:t>
                      </a:r>
                      <a:endParaRPr lang="ru-BY"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ru-BY" sz="1400" kern="0" dirty="0">
                          <a:effectLst/>
                        </a:rPr>
                        <a:t>Отвечает за работоспособность </a:t>
                      </a:r>
                      <a:r>
                        <a:rPr lang="ru-BY" sz="1400" kern="0" dirty="0" err="1">
                          <a:effectLst/>
                        </a:rPr>
                        <a:t>фронтенд</a:t>
                      </a:r>
                      <a:r>
                        <a:rPr lang="ru-BY" sz="1400" kern="0" dirty="0">
                          <a:effectLst/>
                        </a:rPr>
                        <a:t>-части приложения</a:t>
                      </a:r>
                      <a:endParaRPr lang="ru-BY"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ru-BY" sz="1400" kern="0" dirty="0">
                          <a:effectLst/>
                        </a:rPr>
                        <a:t>6</a:t>
                      </a:r>
                      <a:endParaRPr lang="ru-BY"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ru-BY" sz="1400" kern="0" dirty="0">
                          <a:effectLst/>
                        </a:rPr>
                        <a:t>3</a:t>
                      </a:r>
                      <a:endParaRPr lang="ru-BY"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641103129"/>
                  </a:ext>
                </a:extLst>
              </a:tr>
              <a:tr h="922191">
                <a:tc>
                  <a:txBody>
                    <a:bodyPr/>
                    <a:lstStyle/>
                    <a:p>
                      <a:pPr>
                        <a:lnSpc>
                          <a:spcPct val="107000"/>
                        </a:lnSpc>
                        <a:spcAft>
                          <a:spcPts val="800"/>
                        </a:spcAft>
                      </a:pPr>
                      <a:r>
                        <a:rPr lang="ru-BY" sz="1400" kern="0">
                          <a:effectLst/>
                        </a:rPr>
                        <a:t>Будущий пользователь</a:t>
                      </a:r>
                      <a:endParaRPr lang="ru-BY"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ru-BY" sz="1400" kern="0">
                          <a:effectLst/>
                        </a:rPr>
                        <a:t>Кирилл Васильевич Пассажиров</a:t>
                      </a:r>
                      <a:endParaRPr lang="ru-BY"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ru-BY" sz="1400" kern="0">
                          <a:effectLst/>
                        </a:rPr>
                        <a:t>Получить более удобное приложение вызова такси</a:t>
                      </a:r>
                      <a:endParaRPr lang="ru-BY"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ru-BY" sz="1400" kern="0" dirty="0">
                          <a:effectLst/>
                        </a:rPr>
                        <a:t>— </a:t>
                      </a:r>
                      <a:endParaRPr lang="ru-BY"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ru-BY" sz="1400" kern="0" dirty="0">
                          <a:effectLst/>
                        </a:rPr>
                        <a:t>1</a:t>
                      </a:r>
                      <a:endParaRPr lang="ru-BY"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ru-BY" sz="1400" kern="0" dirty="0">
                          <a:effectLst/>
                        </a:rPr>
                        <a:t>2</a:t>
                      </a:r>
                      <a:endParaRPr lang="ru-BY"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534847563"/>
                  </a:ext>
                </a:extLst>
              </a:tr>
              <a:tr h="1155438">
                <a:tc>
                  <a:txBody>
                    <a:bodyPr/>
                    <a:lstStyle/>
                    <a:p>
                      <a:pPr>
                        <a:lnSpc>
                          <a:spcPct val="107000"/>
                        </a:lnSpc>
                        <a:spcAft>
                          <a:spcPts val="800"/>
                        </a:spcAft>
                      </a:pPr>
                      <a:r>
                        <a:rPr lang="ru-BY" sz="1400" kern="0">
                          <a:effectLst/>
                        </a:rPr>
                        <a:t>Инвестор</a:t>
                      </a:r>
                      <a:endParaRPr lang="ru-BY"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ru-BY" sz="1400" kern="0">
                          <a:effectLst/>
                        </a:rPr>
                        <a:t>Игнат Борисович Финансов</a:t>
                      </a:r>
                      <a:endParaRPr lang="ru-BY"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ru-BY" sz="1400" kern="0">
                          <a:effectLst/>
                        </a:rPr>
                        <a:t>Получить прибыль с вложенных в проект средств</a:t>
                      </a:r>
                      <a:endParaRPr lang="ru-BY"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ru-BY" sz="1400" kern="0">
                          <a:effectLst/>
                        </a:rPr>
                        <a:t>Он уже вложился в разработку и ждет дивидендов</a:t>
                      </a:r>
                      <a:endParaRPr lang="ru-BY"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ru-BY" sz="1400" kern="0" dirty="0">
                          <a:effectLst/>
                        </a:rPr>
                        <a:t>3</a:t>
                      </a:r>
                      <a:endParaRPr lang="ru-BY"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ru-BY" sz="1400" kern="0" dirty="0">
                          <a:effectLst/>
                        </a:rPr>
                        <a:t>9</a:t>
                      </a:r>
                      <a:endParaRPr lang="ru-BY"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498796887"/>
                  </a:ext>
                </a:extLst>
              </a:tr>
            </a:tbl>
          </a:graphicData>
        </a:graphic>
      </p:graphicFrame>
    </p:spTree>
    <p:extLst>
      <p:ext uri="{BB962C8B-B14F-4D97-AF65-F5344CB8AC3E}">
        <p14:creationId xmlns:p14="http://schemas.microsoft.com/office/powerpoint/2010/main" val="36280872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91544" y="188640"/>
            <a:ext cx="8229600" cy="634082"/>
          </a:xfrm>
        </p:spPr>
        <p:txBody>
          <a:bodyPr>
            <a:normAutofit/>
          </a:bodyPr>
          <a:lstStyle/>
          <a:p>
            <a:r>
              <a:rPr lang="ru-RU" sz="1800" b="1" dirty="0"/>
              <a:t>Матрица заинтересованных сторон</a:t>
            </a:r>
          </a:p>
        </p:txBody>
      </p:sp>
      <p:sp>
        <p:nvSpPr>
          <p:cNvPr id="4" name="Номер слайда 3"/>
          <p:cNvSpPr>
            <a:spLocks noGrp="1"/>
          </p:cNvSpPr>
          <p:nvPr>
            <p:ph type="sldNum" sz="quarter" idx="11"/>
          </p:nvPr>
        </p:nvSpPr>
        <p:spPr/>
        <p:txBody>
          <a:bodyPr/>
          <a:lstStyle/>
          <a:p>
            <a:pPr>
              <a:defRPr/>
            </a:pPr>
            <a:fld id="{631ABE17-55DE-439E-8F4E-41560153EA49}" type="slidenum">
              <a:rPr lang="ru-RU" smtClean="0"/>
              <a:pPr>
                <a:defRPr/>
              </a:pPr>
              <a:t>22</a:t>
            </a:fld>
            <a:endParaRPr lang="ru-RU"/>
          </a:p>
        </p:txBody>
      </p:sp>
      <p:pic>
        <p:nvPicPr>
          <p:cNvPr id="53250" name="Picture 2"/>
          <p:cNvPicPr>
            <a:picLocks noChangeAspect="1" noChangeArrowheads="1"/>
          </p:cNvPicPr>
          <p:nvPr/>
        </p:nvPicPr>
        <p:blipFill>
          <a:blip r:embed="rId2" cstate="print"/>
          <a:srcRect/>
          <a:stretch>
            <a:fillRect/>
          </a:stretch>
        </p:blipFill>
        <p:spPr bwMode="auto">
          <a:xfrm>
            <a:off x="2207568" y="908721"/>
            <a:ext cx="7560840" cy="5657145"/>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Заголовок 1"/>
          <p:cNvSpPr>
            <a:spLocks noGrp="1" noChangeArrowheads="1"/>
          </p:cNvSpPr>
          <p:nvPr>
            <p:ph type="title"/>
          </p:nvPr>
        </p:nvSpPr>
        <p:spPr>
          <a:xfrm>
            <a:off x="0" y="274756"/>
            <a:ext cx="10024844" cy="713308"/>
          </a:xfrm>
        </p:spPr>
        <p:txBody>
          <a:bodyPr>
            <a:normAutofit fontScale="90000"/>
          </a:bodyPr>
          <a:lstStyle/>
          <a:p>
            <a:pPr algn="ctr"/>
            <a:r>
              <a:rPr lang="ru-RU" altLang="en-US" dirty="0"/>
              <a:t>Фаза  Инициация проекта</a:t>
            </a:r>
            <a:br>
              <a:rPr lang="ru-RU" altLang="en-US" dirty="0"/>
            </a:br>
            <a:r>
              <a:rPr lang="ru-RU" altLang="en-US" dirty="0"/>
              <a:t>Предварительные задачи</a:t>
            </a:r>
          </a:p>
        </p:txBody>
      </p:sp>
      <p:sp>
        <p:nvSpPr>
          <p:cNvPr id="9219" name="Содержимое 2"/>
          <p:cNvSpPr>
            <a:spLocks noGrp="1"/>
          </p:cNvSpPr>
          <p:nvPr>
            <p:ph idx="1"/>
          </p:nvPr>
        </p:nvSpPr>
        <p:spPr>
          <a:xfrm>
            <a:off x="1651805" y="1841332"/>
            <a:ext cx="8292295" cy="3823196"/>
          </a:xfrm>
        </p:spPr>
        <p:txBody>
          <a:bodyPr>
            <a:normAutofit/>
          </a:bodyPr>
          <a:lstStyle/>
          <a:p>
            <a:pPr marL="342900" indent="-342900">
              <a:lnSpc>
                <a:spcPct val="107000"/>
              </a:lnSpc>
              <a:spcAft>
                <a:spcPts val="800"/>
              </a:spcAft>
              <a:buFont typeface="+mj-lt"/>
              <a:buAutoNum type="arabicPeriod"/>
            </a:pPr>
            <a:r>
              <a:rPr lang="ru-RU" sz="1800" b="1" kern="100" dirty="0">
                <a:latin typeface="Arial" panose="020B0604020202020204" pitchFamily="34" charset="0"/>
                <a:ea typeface="Calibri" panose="020F0502020204030204" pitchFamily="34" charset="0"/>
                <a:cs typeface="Times New Roman" panose="02020603050405020304" pitchFamily="18" charset="0"/>
              </a:rPr>
              <a:t>Определение целей и области проекта.</a:t>
            </a:r>
            <a:endParaRPr lang="ru-BY" sz="1800" b="1" kern="100" dirty="0">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mj-lt"/>
              <a:buAutoNum type="arabicPeriod"/>
            </a:pPr>
            <a:r>
              <a:rPr lang="ru-RU" sz="1800" b="1" kern="100" dirty="0">
                <a:latin typeface="Arial" panose="020B0604020202020204" pitchFamily="34" charset="0"/>
                <a:ea typeface="Calibri" panose="020F0502020204030204" pitchFamily="34" charset="0"/>
                <a:cs typeface="Times New Roman" panose="02020603050405020304" pitchFamily="18" charset="0"/>
              </a:rPr>
              <a:t>Выявление заинтересованных сторон (стейкхолдеров).</a:t>
            </a:r>
            <a:endParaRPr lang="ru-BY" sz="1800" b="1" kern="100" dirty="0">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mj-lt"/>
              <a:buAutoNum type="arabicPeriod"/>
            </a:pPr>
            <a:r>
              <a:rPr lang="ru-RU" sz="1800" b="1" kern="100" dirty="0">
                <a:latin typeface="Arial" panose="020B0604020202020204" pitchFamily="34" charset="0"/>
                <a:ea typeface="Calibri" panose="020F0502020204030204" pitchFamily="34" charset="0"/>
                <a:cs typeface="Times New Roman" panose="02020603050405020304" pitchFamily="18" charset="0"/>
              </a:rPr>
              <a:t>Сбор требований к проекту.</a:t>
            </a:r>
            <a:endParaRPr lang="ru-BY" sz="1800" b="1" kern="100" dirty="0">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mj-lt"/>
              <a:buAutoNum type="arabicPeriod"/>
            </a:pPr>
            <a:r>
              <a:rPr lang="ru-RU" sz="1800" kern="100" dirty="0">
                <a:latin typeface="Arial" panose="020B0604020202020204" pitchFamily="34" charset="0"/>
                <a:ea typeface="Calibri" panose="020F0502020204030204" pitchFamily="34" charset="0"/>
                <a:cs typeface="Times New Roman" panose="02020603050405020304" pitchFamily="18" charset="0"/>
              </a:rPr>
              <a:t>Проведение предварительной оценки проекта.</a:t>
            </a:r>
            <a:endParaRPr lang="en-US" sz="1800" kern="100" dirty="0">
              <a:latin typeface="Arial" panose="020B060402020202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mj-lt"/>
              <a:buAutoNum type="arabicPeriod"/>
            </a:pPr>
            <a:r>
              <a:rPr lang="ru-RU" sz="1800" kern="100" dirty="0">
                <a:latin typeface="Arial" panose="020B0604020202020204" pitchFamily="34" charset="0"/>
                <a:ea typeface="Calibri" panose="020F0502020204030204" pitchFamily="34" charset="0"/>
                <a:cs typeface="Times New Roman" panose="02020603050405020304" pitchFamily="18" charset="0"/>
              </a:rPr>
              <a:t>Формирование концепции проекта</a:t>
            </a:r>
            <a:endParaRPr lang="ru-BY" sz="1800"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969684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0B1F23-75B4-478D-8CA4-CEF50D16014B}"/>
              </a:ext>
            </a:extLst>
          </p:cNvPr>
          <p:cNvSpPr>
            <a:spLocks noGrp="1"/>
          </p:cNvSpPr>
          <p:nvPr>
            <p:ph type="title"/>
          </p:nvPr>
        </p:nvSpPr>
        <p:spPr>
          <a:xfrm>
            <a:off x="362000" y="152049"/>
            <a:ext cx="10629850" cy="1188720"/>
          </a:xfrm>
        </p:spPr>
        <p:txBody>
          <a:bodyPr>
            <a:normAutofit fontScale="90000"/>
          </a:bodyPr>
          <a:lstStyle/>
          <a:p>
            <a:r>
              <a:rPr lang="ru-RU" b="1" dirty="0">
                <a:solidFill>
                  <a:srgbClr val="404040"/>
                </a:solidFill>
                <a:latin typeface="quote-cjk-patch"/>
              </a:rPr>
              <a:t>📌 Сбор требований на этапе инициации проекта</a:t>
            </a:r>
            <a:br>
              <a:rPr lang="ru-RU" dirty="0">
                <a:solidFill>
                  <a:srgbClr val="404040"/>
                </a:solidFill>
                <a:latin typeface="quote-cjk-patch"/>
              </a:rPr>
            </a:br>
            <a:endParaRPr lang="ru-RU" dirty="0"/>
          </a:p>
        </p:txBody>
      </p:sp>
      <p:sp>
        <p:nvSpPr>
          <p:cNvPr id="3" name="Объект 2">
            <a:extLst>
              <a:ext uri="{FF2B5EF4-FFF2-40B4-BE49-F238E27FC236}">
                <a16:creationId xmlns:a16="http://schemas.microsoft.com/office/drawing/2014/main" id="{018ACECD-4310-4B3F-9A7E-1820778031D6}"/>
              </a:ext>
            </a:extLst>
          </p:cNvPr>
          <p:cNvSpPr>
            <a:spLocks noGrp="1"/>
          </p:cNvSpPr>
          <p:nvPr>
            <p:ph idx="1"/>
          </p:nvPr>
        </p:nvSpPr>
        <p:spPr>
          <a:xfrm>
            <a:off x="1524001" y="1340769"/>
            <a:ext cx="9252519" cy="5490660"/>
          </a:xfrm>
        </p:spPr>
        <p:txBody>
          <a:bodyPr>
            <a:normAutofit fontScale="92500" lnSpcReduction="20000"/>
          </a:bodyPr>
          <a:lstStyle/>
          <a:p>
            <a:pPr marL="0" indent="0">
              <a:buNone/>
            </a:pPr>
            <a:r>
              <a:rPr lang="ru-RU" b="1" dirty="0">
                <a:solidFill>
                  <a:srgbClr val="404040"/>
                </a:solidFill>
                <a:latin typeface="quote-cjk-patch"/>
              </a:rPr>
              <a:t>🎯 1. Цели</a:t>
            </a:r>
            <a:endParaRPr lang="ru-RU" dirty="0">
              <a:solidFill>
                <a:srgbClr val="404040"/>
              </a:solidFill>
              <a:latin typeface="quote-cjk-patch"/>
            </a:endParaRPr>
          </a:p>
          <a:p>
            <a:r>
              <a:rPr lang="ru-RU" dirty="0">
                <a:solidFill>
                  <a:srgbClr val="404040"/>
                </a:solidFill>
                <a:latin typeface="quote-cjk-patch"/>
              </a:rPr>
              <a:t>Четкие цели проекта</a:t>
            </a:r>
          </a:p>
          <a:p>
            <a:r>
              <a:rPr lang="ru-RU" dirty="0">
                <a:solidFill>
                  <a:srgbClr val="404040"/>
                </a:solidFill>
                <a:latin typeface="quote-cjk-patch"/>
              </a:rPr>
              <a:t>Потребности стейкхолдеров</a:t>
            </a:r>
          </a:p>
          <a:p>
            <a:pPr marL="0" indent="0" algn="ctr">
              <a:buNone/>
            </a:pPr>
            <a:r>
              <a:rPr lang="ru-RU" b="1" dirty="0">
                <a:solidFill>
                  <a:srgbClr val="404040"/>
                </a:solidFill>
                <a:latin typeface="quote-cjk-patch"/>
              </a:rPr>
              <a:t>📋 2. Методы сбора</a:t>
            </a:r>
            <a:endParaRPr lang="ru-RU" dirty="0">
              <a:solidFill>
                <a:srgbClr val="404040"/>
              </a:solidFill>
              <a:latin typeface="quote-cjk-patch"/>
            </a:endParaRPr>
          </a:p>
          <a:p>
            <a:pPr algn="ctr"/>
            <a:r>
              <a:rPr lang="ru-RU" dirty="0">
                <a:solidFill>
                  <a:srgbClr val="404040"/>
                </a:solidFill>
                <a:latin typeface="quote-cjk-patch"/>
              </a:rPr>
              <a:t>Интервью | 📢</a:t>
            </a:r>
          </a:p>
          <a:p>
            <a:pPr algn="ctr"/>
            <a:r>
              <a:rPr lang="ru-RU" dirty="0">
                <a:solidFill>
                  <a:srgbClr val="404040"/>
                </a:solidFill>
                <a:latin typeface="quote-cjk-patch"/>
              </a:rPr>
              <a:t>Опросы | 📝</a:t>
            </a:r>
          </a:p>
          <a:p>
            <a:pPr algn="ctr"/>
            <a:r>
              <a:rPr lang="ru-RU" dirty="0">
                <a:solidFill>
                  <a:srgbClr val="404040"/>
                </a:solidFill>
                <a:latin typeface="quote-cjk-patch"/>
              </a:rPr>
              <a:t>Воркшопы | 🧑‍💻</a:t>
            </a:r>
          </a:p>
          <a:p>
            <a:pPr algn="ctr"/>
            <a:r>
              <a:rPr lang="ru-RU" dirty="0">
                <a:solidFill>
                  <a:srgbClr val="404040"/>
                </a:solidFill>
                <a:latin typeface="quote-cjk-patch"/>
              </a:rPr>
              <a:t>Анализ данных | 📊</a:t>
            </a:r>
          </a:p>
          <a:p>
            <a:pPr marL="0" indent="0">
              <a:buNone/>
            </a:pPr>
            <a:r>
              <a:rPr lang="ru-RU" b="1" dirty="0">
                <a:solidFill>
                  <a:srgbClr val="404040"/>
                </a:solidFill>
                <a:latin typeface="quote-cjk-patch"/>
              </a:rPr>
              <a:t>⚙️ 3. Типы требований</a:t>
            </a:r>
            <a:endParaRPr lang="ru-RU" dirty="0">
              <a:solidFill>
                <a:srgbClr val="404040"/>
              </a:solidFill>
              <a:latin typeface="quote-cjk-patch"/>
            </a:endParaRPr>
          </a:p>
          <a:p>
            <a:r>
              <a:rPr lang="ru-RU" b="1" dirty="0">
                <a:solidFill>
                  <a:srgbClr val="404040"/>
                </a:solidFill>
                <a:latin typeface="quote-cjk-patch"/>
              </a:rPr>
              <a:t>Бизнес -требования </a:t>
            </a:r>
            <a:r>
              <a:rPr lang="ru-RU" dirty="0">
                <a:solidFill>
                  <a:srgbClr val="404040"/>
                </a:solidFill>
                <a:latin typeface="quote-cjk-patch"/>
              </a:rPr>
              <a:t>→ ROI, стратегия</a:t>
            </a:r>
          </a:p>
          <a:p>
            <a:r>
              <a:rPr lang="ru-RU" b="1" dirty="0">
                <a:solidFill>
                  <a:srgbClr val="404040"/>
                </a:solidFill>
                <a:latin typeface="quote-cjk-patch"/>
              </a:rPr>
              <a:t>Функциональные</a:t>
            </a:r>
            <a:r>
              <a:rPr lang="ru-RU" dirty="0">
                <a:solidFill>
                  <a:srgbClr val="404040"/>
                </a:solidFill>
                <a:latin typeface="quote-cjk-patch"/>
              </a:rPr>
              <a:t>  → Что делает система</a:t>
            </a:r>
          </a:p>
          <a:p>
            <a:r>
              <a:rPr lang="ru-RU" b="1" dirty="0">
                <a:solidFill>
                  <a:srgbClr val="404040"/>
                </a:solidFill>
                <a:latin typeface="quote-cjk-patch"/>
              </a:rPr>
              <a:t>Нефункциональные</a:t>
            </a:r>
            <a:r>
              <a:rPr lang="ru-RU" dirty="0">
                <a:solidFill>
                  <a:srgbClr val="404040"/>
                </a:solidFill>
                <a:latin typeface="quote-cjk-patch"/>
              </a:rPr>
              <a:t>  → Скорость, безопасность</a:t>
            </a:r>
          </a:p>
          <a:p>
            <a:r>
              <a:rPr lang="ru-RU" b="1" dirty="0">
                <a:solidFill>
                  <a:srgbClr val="404040"/>
                </a:solidFill>
                <a:latin typeface="quote-cjk-patch"/>
              </a:rPr>
              <a:t>Регуляторные</a:t>
            </a:r>
            <a:r>
              <a:rPr lang="ru-RU" dirty="0">
                <a:solidFill>
                  <a:srgbClr val="404040"/>
                </a:solidFill>
                <a:latin typeface="quote-cjk-patch"/>
              </a:rPr>
              <a:t>  → Соответствие законам</a:t>
            </a:r>
          </a:p>
          <a:p>
            <a:endParaRPr lang="ru-RU" dirty="0"/>
          </a:p>
        </p:txBody>
      </p:sp>
    </p:spTree>
    <p:extLst>
      <p:ext uri="{BB962C8B-B14F-4D97-AF65-F5344CB8AC3E}">
        <p14:creationId xmlns:p14="http://schemas.microsoft.com/office/powerpoint/2010/main" val="32571088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7EAEA4B0-1B52-8A74-F63D-FE3B3CCD2EB5}"/>
              </a:ext>
            </a:extLst>
          </p:cNvPr>
          <p:cNvSpPr>
            <a:spLocks noGrp="1"/>
          </p:cNvSpPr>
          <p:nvPr>
            <p:ph type="title"/>
          </p:nvPr>
        </p:nvSpPr>
        <p:spPr>
          <a:xfrm>
            <a:off x="2999657" y="208709"/>
            <a:ext cx="5915025" cy="787004"/>
          </a:xfrm>
        </p:spPr>
        <p:txBody>
          <a:bodyPr rtlCol="0">
            <a:normAutofit fontScale="90000"/>
          </a:bodyPr>
          <a:lstStyle/>
          <a:p>
            <a:pPr algn="ctr">
              <a:defRPr/>
            </a:pPr>
            <a:r>
              <a:rPr lang="ru-RU" dirty="0">
                <a:solidFill>
                  <a:schemeClr val="tx1">
                    <a:lumMod val="95000"/>
                    <a:lumOff val="5000"/>
                  </a:schemeClr>
                </a:solidFill>
                <a:effectLst>
                  <a:outerShdw blurRad="38100" dist="38100" dir="2700000" algn="tl">
                    <a:srgbClr val="000000"/>
                  </a:outerShdw>
                </a:effectLst>
                <a:latin typeface="Tahoma" pitchFamily="34" charset="0"/>
              </a:rPr>
              <a:t>Характеристики продукта</a:t>
            </a:r>
            <a:endParaRPr lang="ru-RU" dirty="0">
              <a:solidFill>
                <a:schemeClr val="tx1">
                  <a:lumMod val="95000"/>
                  <a:lumOff val="5000"/>
                </a:schemeClr>
              </a:solidFill>
            </a:endParaRPr>
          </a:p>
        </p:txBody>
      </p:sp>
      <p:sp>
        <p:nvSpPr>
          <p:cNvPr id="56323" name="Объект 1">
            <a:extLst>
              <a:ext uri="{FF2B5EF4-FFF2-40B4-BE49-F238E27FC236}">
                <a16:creationId xmlns:a16="http://schemas.microsoft.com/office/drawing/2014/main" id="{88CD3EC7-3DCB-6BC3-29F0-B0AD8E9995D8}"/>
              </a:ext>
            </a:extLst>
          </p:cNvPr>
          <p:cNvSpPr>
            <a:spLocks noGrp="1"/>
          </p:cNvSpPr>
          <p:nvPr>
            <p:ph idx="1"/>
          </p:nvPr>
        </p:nvSpPr>
        <p:spPr>
          <a:xfrm>
            <a:off x="3395663" y="1643064"/>
            <a:ext cx="5829300" cy="3294460"/>
          </a:xfrm>
        </p:spPr>
        <p:txBody>
          <a:bodyPr/>
          <a:lstStyle/>
          <a:p>
            <a:pPr eaLnBrk="1" hangingPunct="1"/>
            <a:r>
              <a:rPr lang="en-US" altLang="ru-RU" dirty="0"/>
              <a:t> </a:t>
            </a:r>
            <a:r>
              <a:rPr lang="ru-RU" altLang="ru-RU" b="1" dirty="0"/>
              <a:t>Модель </a:t>
            </a:r>
            <a:r>
              <a:rPr lang="en-US" altLang="ru-RU" b="1" dirty="0"/>
              <a:t>Noriaki Kano</a:t>
            </a:r>
            <a:endParaRPr lang="ru-RU" altLang="ru-RU" b="1" dirty="0"/>
          </a:p>
        </p:txBody>
      </p:sp>
      <p:pic>
        <p:nvPicPr>
          <p:cNvPr id="56324" name="Рисунок 3">
            <a:extLst>
              <a:ext uri="{FF2B5EF4-FFF2-40B4-BE49-F238E27FC236}">
                <a16:creationId xmlns:a16="http://schemas.microsoft.com/office/drawing/2014/main" id="{CF4DFECC-B849-EE08-91E5-4D009A221DE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75385" y="2240758"/>
            <a:ext cx="4838700" cy="3456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5" name="TextBox 1">
            <a:extLst>
              <a:ext uri="{FF2B5EF4-FFF2-40B4-BE49-F238E27FC236}">
                <a16:creationId xmlns:a16="http://schemas.microsoft.com/office/drawing/2014/main" id="{A398E85B-66F1-8F57-C564-D190A3D210BB}"/>
              </a:ext>
            </a:extLst>
          </p:cNvPr>
          <p:cNvSpPr txBox="1">
            <a:spLocks noChangeArrowheads="1"/>
          </p:cNvSpPr>
          <p:nvPr/>
        </p:nvSpPr>
        <p:spPr bwMode="auto">
          <a:xfrm>
            <a:off x="8234363" y="3508498"/>
            <a:ext cx="1832372" cy="1131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3000">
                <a:solidFill>
                  <a:schemeClr val="tx1"/>
                </a:solidFill>
                <a:latin typeface="Tahoma" panose="020B0604030504040204" pitchFamily="34" charset="0"/>
              </a:defRPr>
            </a:lvl1pPr>
            <a:lvl2pPr marL="742950" indent="-285750">
              <a:defRPr sz="3000">
                <a:solidFill>
                  <a:schemeClr val="tx1"/>
                </a:solidFill>
                <a:latin typeface="Tahoma" panose="020B0604030504040204" pitchFamily="34" charset="0"/>
              </a:defRPr>
            </a:lvl2pPr>
            <a:lvl3pPr marL="1143000" indent="-228600">
              <a:defRPr sz="3000">
                <a:solidFill>
                  <a:schemeClr val="tx1"/>
                </a:solidFill>
                <a:latin typeface="Tahoma" panose="020B0604030504040204" pitchFamily="34" charset="0"/>
              </a:defRPr>
            </a:lvl3pPr>
            <a:lvl4pPr marL="1600200" indent="-228600">
              <a:defRPr sz="3000">
                <a:solidFill>
                  <a:schemeClr val="tx1"/>
                </a:solidFill>
                <a:latin typeface="Tahoma" panose="020B0604030504040204" pitchFamily="34" charset="0"/>
              </a:defRPr>
            </a:lvl4pPr>
            <a:lvl5pPr marL="2057400" indent="-228600">
              <a:defRPr sz="3000">
                <a:solidFill>
                  <a:schemeClr val="tx1"/>
                </a:solidFill>
                <a:latin typeface="Tahoma" panose="020B0604030504040204" pitchFamily="34" charset="0"/>
              </a:defRPr>
            </a:lvl5pPr>
            <a:lvl6pPr marL="2514600" indent="-228600" eaLnBrk="0" fontAlgn="base" hangingPunct="0">
              <a:spcBef>
                <a:spcPct val="0"/>
              </a:spcBef>
              <a:spcAft>
                <a:spcPct val="0"/>
              </a:spcAft>
              <a:defRPr sz="3000">
                <a:solidFill>
                  <a:schemeClr val="tx1"/>
                </a:solidFill>
                <a:latin typeface="Tahoma" panose="020B0604030504040204" pitchFamily="34" charset="0"/>
              </a:defRPr>
            </a:lvl6pPr>
            <a:lvl7pPr marL="2971800" indent="-228600" eaLnBrk="0" fontAlgn="base" hangingPunct="0">
              <a:spcBef>
                <a:spcPct val="0"/>
              </a:spcBef>
              <a:spcAft>
                <a:spcPct val="0"/>
              </a:spcAft>
              <a:defRPr sz="3000">
                <a:solidFill>
                  <a:schemeClr val="tx1"/>
                </a:solidFill>
                <a:latin typeface="Tahoma" panose="020B0604030504040204" pitchFamily="34" charset="0"/>
              </a:defRPr>
            </a:lvl7pPr>
            <a:lvl8pPr marL="3429000" indent="-228600" eaLnBrk="0" fontAlgn="base" hangingPunct="0">
              <a:spcBef>
                <a:spcPct val="0"/>
              </a:spcBef>
              <a:spcAft>
                <a:spcPct val="0"/>
              </a:spcAft>
              <a:defRPr sz="3000">
                <a:solidFill>
                  <a:schemeClr val="tx1"/>
                </a:solidFill>
                <a:latin typeface="Tahoma" panose="020B0604030504040204" pitchFamily="34" charset="0"/>
              </a:defRPr>
            </a:lvl8pPr>
            <a:lvl9pPr marL="3886200" indent="-228600" eaLnBrk="0" fontAlgn="base" hangingPunct="0">
              <a:spcBef>
                <a:spcPct val="0"/>
              </a:spcBef>
              <a:spcAft>
                <a:spcPct val="0"/>
              </a:spcAft>
              <a:defRPr sz="3000">
                <a:solidFill>
                  <a:schemeClr val="tx1"/>
                </a:solidFill>
                <a:latin typeface="Tahoma" panose="020B0604030504040204" pitchFamily="34" charset="0"/>
              </a:defRPr>
            </a:lvl9pPr>
          </a:lstStyle>
          <a:p>
            <a:pPr>
              <a:buFontTx/>
              <a:buAutoNum type="arabicPeriod"/>
            </a:pPr>
            <a:r>
              <a:rPr lang="ru-RU" altLang="ru-RU" sz="1350" dirty="0">
                <a:latin typeface="Calibri" panose="020F0502020204030204" pitchFamily="34" charset="0"/>
              </a:rPr>
              <a:t>обязательные;</a:t>
            </a:r>
          </a:p>
          <a:p>
            <a:pPr>
              <a:buFontTx/>
              <a:buAutoNum type="arabicPeriod"/>
            </a:pPr>
            <a:r>
              <a:rPr lang="ru-RU" altLang="ru-RU" sz="1350" dirty="0">
                <a:latin typeface="Calibri" panose="020F0502020204030204" pitchFamily="34" charset="0"/>
              </a:rPr>
              <a:t>одномерные;</a:t>
            </a:r>
          </a:p>
          <a:p>
            <a:pPr>
              <a:buFontTx/>
              <a:buAutoNum type="arabicPeriod"/>
            </a:pPr>
            <a:r>
              <a:rPr lang="ru-RU" altLang="ru-RU" sz="1350" dirty="0">
                <a:latin typeface="Calibri" panose="020F0502020204030204" pitchFamily="34" charset="0"/>
              </a:rPr>
              <a:t>привлекательные</a:t>
            </a:r>
          </a:p>
          <a:p>
            <a:pPr>
              <a:buFontTx/>
              <a:buAutoNum type="arabicPeriod"/>
            </a:pPr>
            <a:r>
              <a:rPr lang="ru-RU" altLang="ru-RU" sz="1350" dirty="0">
                <a:latin typeface="Calibri" panose="020F0502020204030204" pitchFamily="34" charset="0"/>
              </a:rPr>
              <a:t>неважные;</a:t>
            </a:r>
          </a:p>
          <a:p>
            <a:pPr>
              <a:buFontTx/>
              <a:buAutoNum type="arabicPeriod"/>
            </a:pPr>
            <a:r>
              <a:rPr lang="ru-RU" altLang="ru-RU" sz="1350" dirty="0">
                <a:latin typeface="Calibri" panose="020F0502020204030204" pitchFamily="34" charset="0"/>
              </a:rPr>
              <a:t>нежелательные</a:t>
            </a:r>
          </a:p>
        </p:txBody>
      </p:sp>
      <p:sp>
        <p:nvSpPr>
          <p:cNvPr id="56326" name="TextBox 3">
            <a:extLst>
              <a:ext uri="{FF2B5EF4-FFF2-40B4-BE49-F238E27FC236}">
                <a16:creationId xmlns:a16="http://schemas.microsoft.com/office/drawing/2014/main" id="{694BBCA4-AEFE-14FB-3D90-08AB2ADDB984}"/>
              </a:ext>
            </a:extLst>
          </p:cNvPr>
          <p:cNvSpPr txBox="1">
            <a:spLocks noChangeArrowheads="1"/>
          </p:cNvSpPr>
          <p:nvPr/>
        </p:nvSpPr>
        <p:spPr bwMode="auto">
          <a:xfrm>
            <a:off x="8193286" y="2709867"/>
            <a:ext cx="2063354"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chemeClr val="tx1"/>
                </a:solidFill>
                <a:latin typeface="Tahoma" panose="020B0604030504040204" pitchFamily="34" charset="0"/>
              </a:defRPr>
            </a:lvl1pPr>
            <a:lvl2pPr marL="742950" indent="-285750">
              <a:defRPr sz="3000">
                <a:solidFill>
                  <a:schemeClr val="tx1"/>
                </a:solidFill>
                <a:latin typeface="Tahoma" panose="020B0604030504040204" pitchFamily="34" charset="0"/>
              </a:defRPr>
            </a:lvl2pPr>
            <a:lvl3pPr marL="1143000" indent="-228600">
              <a:defRPr sz="3000">
                <a:solidFill>
                  <a:schemeClr val="tx1"/>
                </a:solidFill>
                <a:latin typeface="Tahoma" panose="020B0604030504040204" pitchFamily="34" charset="0"/>
              </a:defRPr>
            </a:lvl3pPr>
            <a:lvl4pPr marL="1600200" indent="-228600">
              <a:defRPr sz="3000">
                <a:solidFill>
                  <a:schemeClr val="tx1"/>
                </a:solidFill>
                <a:latin typeface="Tahoma" panose="020B0604030504040204" pitchFamily="34" charset="0"/>
              </a:defRPr>
            </a:lvl4pPr>
            <a:lvl5pPr marL="2057400" indent="-228600">
              <a:defRPr sz="3000">
                <a:solidFill>
                  <a:schemeClr val="tx1"/>
                </a:solidFill>
                <a:latin typeface="Tahoma" panose="020B0604030504040204" pitchFamily="34" charset="0"/>
              </a:defRPr>
            </a:lvl5pPr>
            <a:lvl6pPr marL="2514600" indent="-228600" eaLnBrk="0" fontAlgn="base" hangingPunct="0">
              <a:spcBef>
                <a:spcPct val="0"/>
              </a:spcBef>
              <a:spcAft>
                <a:spcPct val="0"/>
              </a:spcAft>
              <a:defRPr sz="3000">
                <a:solidFill>
                  <a:schemeClr val="tx1"/>
                </a:solidFill>
                <a:latin typeface="Tahoma" panose="020B0604030504040204" pitchFamily="34" charset="0"/>
              </a:defRPr>
            </a:lvl6pPr>
            <a:lvl7pPr marL="2971800" indent="-228600" eaLnBrk="0" fontAlgn="base" hangingPunct="0">
              <a:spcBef>
                <a:spcPct val="0"/>
              </a:spcBef>
              <a:spcAft>
                <a:spcPct val="0"/>
              </a:spcAft>
              <a:defRPr sz="3000">
                <a:solidFill>
                  <a:schemeClr val="tx1"/>
                </a:solidFill>
                <a:latin typeface="Tahoma" panose="020B0604030504040204" pitchFamily="34" charset="0"/>
              </a:defRPr>
            </a:lvl7pPr>
            <a:lvl8pPr marL="3429000" indent="-228600" eaLnBrk="0" fontAlgn="base" hangingPunct="0">
              <a:spcBef>
                <a:spcPct val="0"/>
              </a:spcBef>
              <a:spcAft>
                <a:spcPct val="0"/>
              </a:spcAft>
              <a:defRPr sz="3000">
                <a:solidFill>
                  <a:schemeClr val="tx1"/>
                </a:solidFill>
                <a:latin typeface="Tahoma" panose="020B0604030504040204" pitchFamily="34" charset="0"/>
              </a:defRPr>
            </a:lvl8pPr>
            <a:lvl9pPr marL="3886200" indent="-228600" eaLnBrk="0" fontAlgn="base" hangingPunct="0">
              <a:spcBef>
                <a:spcPct val="0"/>
              </a:spcBef>
              <a:spcAft>
                <a:spcPct val="0"/>
              </a:spcAft>
              <a:defRPr sz="3000">
                <a:solidFill>
                  <a:schemeClr val="tx1"/>
                </a:solidFill>
                <a:latin typeface="Tahoma" panose="020B0604030504040204" pitchFamily="34" charset="0"/>
              </a:defRPr>
            </a:lvl9pPr>
          </a:lstStyle>
          <a:p>
            <a:r>
              <a:rPr lang="ru-RU" altLang="ru-RU" sz="1350" b="1" dirty="0">
                <a:latin typeface="Calibri" panose="020F0502020204030204" pitchFamily="34" charset="0"/>
              </a:rPr>
              <a:t>Рассматривает 5 типов характеристик:</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Заголовок 1"/>
          <p:cNvSpPr>
            <a:spLocks noGrp="1" noChangeArrowheads="1"/>
          </p:cNvSpPr>
          <p:nvPr>
            <p:ph type="title"/>
          </p:nvPr>
        </p:nvSpPr>
        <p:spPr>
          <a:xfrm>
            <a:off x="0" y="274756"/>
            <a:ext cx="10024844" cy="713308"/>
          </a:xfrm>
        </p:spPr>
        <p:txBody>
          <a:bodyPr>
            <a:normAutofit fontScale="90000"/>
          </a:bodyPr>
          <a:lstStyle/>
          <a:p>
            <a:pPr algn="ctr"/>
            <a:r>
              <a:rPr lang="ru-RU" altLang="en-US" dirty="0"/>
              <a:t>Фаза  Инициация проекта</a:t>
            </a:r>
            <a:br>
              <a:rPr lang="ru-RU" altLang="en-US" dirty="0"/>
            </a:br>
            <a:r>
              <a:rPr lang="ru-RU" altLang="en-US" dirty="0"/>
              <a:t>Предварительные задачи</a:t>
            </a:r>
          </a:p>
        </p:txBody>
      </p:sp>
      <p:sp>
        <p:nvSpPr>
          <p:cNvPr id="9219" name="Содержимое 2"/>
          <p:cNvSpPr>
            <a:spLocks noGrp="1"/>
          </p:cNvSpPr>
          <p:nvPr>
            <p:ph idx="1"/>
          </p:nvPr>
        </p:nvSpPr>
        <p:spPr>
          <a:xfrm>
            <a:off x="1651805" y="1841332"/>
            <a:ext cx="8292295" cy="3823196"/>
          </a:xfrm>
        </p:spPr>
        <p:txBody>
          <a:bodyPr>
            <a:normAutofit/>
          </a:bodyPr>
          <a:lstStyle/>
          <a:p>
            <a:pPr marL="342900" indent="-342900">
              <a:lnSpc>
                <a:spcPct val="107000"/>
              </a:lnSpc>
              <a:spcAft>
                <a:spcPts val="800"/>
              </a:spcAft>
              <a:buFont typeface="+mj-lt"/>
              <a:buAutoNum type="arabicPeriod"/>
            </a:pPr>
            <a:r>
              <a:rPr lang="ru-RU" sz="1800" b="1" kern="100" dirty="0">
                <a:latin typeface="Arial" panose="020B0604020202020204" pitchFamily="34" charset="0"/>
                <a:ea typeface="Calibri" panose="020F0502020204030204" pitchFamily="34" charset="0"/>
                <a:cs typeface="Times New Roman" panose="02020603050405020304" pitchFamily="18" charset="0"/>
              </a:rPr>
              <a:t>Определение целей и области проекта.</a:t>
            </a:r>
            <a:endParaRPr lang="ru-BY" sz="1800" b="1" kern="100" dirty="0">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mj-lt"/>
              <a:buAutoNum type="arabicPeriod"/>
            </a:pPr>
            <a:r>
              <a:rPr lang="ru-RU" sz="1800" b="1" kern="100" dirty="0">
                <a:latin typeface="Arial" panose="020B0604020202020204" pitchFamily="34" charset="0"/>
                <a:ea typeface="Calibri" panose="020F0502020204030204" pitchFamily="34" charset="0"/>
                <a:cs typeface="Times New Roman" panose="02020603050405020304" pitchFamily="18" charset="0"/>
              </a:rPr>
              <a:t>Выявление заинтересованных сторон (стейкхолдеров).</a:t>
            </a:r>
            <a:endParaRPr lang="ru-BY" sz="1800" b="1" kern="100" dirty="0">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mj-lt"/>
              <a:buAutoNum type="arabicPeriod"/>
            </a:pPr>
            <a:r>
              <a:rPr lang="ru-RU" sz="1800" b="1" kern="100" dirty="0">
                <a:latin typeface="Arial" panose="020B0604020202020204" pitchFamily="34" charset="0"/>
                <a:ea typeface="Calibri" panose="020F0502020204030204" pitchFamily="34" charset="0"/>
                <a:cs typeface="Times New Roman" panose="02020603050405020304" pitchFamily="18" charset="0"/>
              </a:rPr>
              <a:t>Сбор требований к проекту.</a:t>
            </a:r>
            <a:endParaRPr lang="ru-BY" sz="1800" b="1" kern="100" dirty="0">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mj-lt"/>
              <a:buAutoNum type="arabicPeriod"/>
            </a:pPr>
            <a:r>
              <a:rPr lang="ru-RU" sz="1800" b="1" kern="100" dirty="0">
                <a:latin typeface="Arial" panose="020B0604020202020204" pitchFamily="34" charset="0"/>
                <a:ea typeface="Calibri" panose="020F0502020204030204" pitchFamily="34" charset="0"/>
                <a:cs typeface="Times New Roman" panose="02020603050405020304" pitchFamily="18" charset="0"/>
              </a:rPr>
              <a:t>Проведение предварительной оценки проекта.</a:t>
            </a:r>
            <a:endParaRPr lang="en-US" sz="1800" b="1" kern="100" dirty="0">
              <a:latin typeface="Arial" panose="020B060402020202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mj-lt"/>
              <a:buAutoNum type="arabicPeriod"/>
            </a:pPr>
            <a:r>
              <a:rPr lang="ru-RU" sz="1800" kern="100" dirty="0">
                <a:latin typeface="Arial" panose="020B0604020202020204" pitchFamily="34" charset="0"/>
                <a:ea typeface="Calibri" panose="020F0502020204030204" pitchFamily="34" charset="0"/>
                <a:cs typeface="Times New Roman" panose="02020603050405020304" pitchFamily="18" charset="0"/>
              </a:rPr>
              <a:t>Формирование концепции проекта</a:t>
            </a:r>
            <a:endParaRPr lang="ru-BY" sz="1800"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958491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ECC313-A77B-8EA9-2C9F-7FC084CBAA38}"/>
              </a:ext>
            </a:extLst>
          </p:cNvPr>
          <p:cNvSpPr>
            <a:spLocks noGrp="1"/>
          </p:cNvSpPr>
          <p:nvPr>
            <p:ph type="title"/>
          </p:nvPr>
        </p:nvSpPr>
        <p:spPr/>
        <p:txBody>
          <a:bodyPr/>
          <a:lstStyle/>
          <a:p>
            <a:r>
              <a:rPr lang="ru-RU" dirty="0"/>
              <a:t>Предварительная оценка проекта</a:t>
            </a:r>
            <a:endParaRPr lang="ru-BY" dirty="0"/>
          </a:p>
        </p:txBody>
      </p:sp>
      <p:sp>
        <p:nvSpPr>
          <p:cNvPr id="3" name="Объект 2">
            <a:extLst>
              <a:ext uri="{FF2B5EF4-FFF2-40B4-BE49-F238E27FC236}">
                <a16:creationId xmlns:a16="http://schemas.microsoft.com/office/drawing/2014/main" id="{41C1A8AE-26EC-6D1C-B9CB-4FF0D2702A4B}"/>
              </a:ext>
            </a:extLst>
          </p:cNvPr>
          <p:cNvSpPr>
            <a:spLocks noGrp="1"/>
          </p:cNvSpPr>
          <p:nvPr>
            <p:ph idx="1"/>
          </p:nvPr>
        </p:nvSpPr>
        <p:spPr>
          <a:xfrm>
            <a:off x="657225" y="2638046"/>
            <a:ext cx="9255199" cy="3101983"/>
          </a:xfrm>
        </p:spPr>
        <p:txBody>
          <a:bodyPr>
            <a:normAutofit/>
          </a:bodyPr>
          <a:lstStyle/>
          <a:p>
            <a:r>
              <a:rPr lang="ru-RU" dirty="0"/>
              <a:t>Проведение предварительной оценки проекта - это процесс оценки потенциальной жизнеспособности и осуществимости проекта ещё до его полной разработки и реализации. Это помогает оценить стоимость, риски, преимущества и ожидаемый результат проекта, а также принять решение о том, стоит ли продолжать разработку и внедрение. </a:t>
            </a:r>
            <a:endParaRPr lang="ru-BY" dirty="0"/>
          </a:p>
        </p:txBody>
      </p:sp>
    </p:spTree>
    <p:extLst>
      <p:ext uri="{BB962C8B-B14F-4D97-AF65-F5344CB8AC3E}">
        <p14:creationId xmlns:p14="http://schemas.microsoft.com/office/powerpoint/2010/main" val="30118442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Заголовок 1"/>
          <p:cNvSpPr>
            <a:spLocks noGrp="1" noChangeArrowheads="1"/>
          </p:cNvSpPr>
          <p:nvPr>
            <p:ph type="title"/>
          </p:nvPr>
        </p:nvSpPr>
        <p:spPr>
          <a:xfrm>
            <a:off x="0" y="274756"/>
            <a:ext cx="10024844" cy="713308"/>
          </a:xfrm>
        </p:spPr>
        <p:txBody>
          <a:bodyPr>
            <a:normAutofit fontScale="90000"/>
          </a:bodyPr>
          <a:lstStyle/>
          <a:p>
            <a:pPr algn="ctr"/>
            <a:r>
              <a:rPr lang="ru-RU" altLang="en-US" dirty="0"/>
              <a:t>Фаза  Инициация проекта</a:t>
            </a:r>
            <a:br>
              <a:rPr lang="ru-RU" altLang="en-US" dirty="0"/>
            </a:br>
            <a:r>
              <a:rPr lang="ru-RU" altLang="en-US" dirty="0"/>
              <a:t>Предварительные задачи</a:t>
            </a:r>
          </a:p>
        </p:txBody>
      </p:sp>
      <p:sp>
        <p:nvSpPr>
          <p:cNvPr id="9219" name="Содержимое 2"/>
          <p:cNvSpPr>
            <a:spLocks noGrp="1"/>
          </p:cNvSpPr>
          <p:nvPr>
            <p:ph idx="1"/>
          </p:nvPr>
        </p:nvSpPr>
        <p:spPr>
          <a:xfrm>
            <a:off x="1651805" y="1841332"/>
            <a:ext cx="8292295" cy="3823196"/>
          </a:xfrm>
        </p:spPr>
        <p:txBody>
          <a:bodyPr>
            <a:normAutofit/>
          </a:bodyPr>
          <a:lstStyle/>
          <a:p>
            <a:pPr marL="342900" indent="-342900">
              <a:lnSpc>
                <a:spcPct val="107000"/>
              </a:lnSpc>
              <a:spcAft>
                <a:spcPts val="800"/>
              </a:spcAft>
              <a:buFont typeface="+mj-lt"/>
              <a:buAutoNum type="arabicPeriod"/>
            </a:pPr>
            <a:r>
              <a:rPr lang="ru-RU" sz="1800" b="1" kern="100" dirty="0">
                <a:latin typeface="Arial" panose="020B0604020202020204" pitchFamily="34" charset="0"/>
                <a:ea typeface="Calibri" panose="020F0502020204030204" pitchFamily="34" charset="0"/>
                <a:cs typeface="Times New Roman" panose="02020603050405020304" pitchFamily="18" charset="0"/>
              </a:rPr>
              <a:t>Определение целей и области проекта.</a:t>
            </a:r>
            <a:endParaRPr lang="ru-BY" sz="1800" b="1" kern="100" dirty="0">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mj-lt"/>
              <a:buAutoNum type="arabicPeriod"/>
            </a:pPr>
            <a:r>
              <a:rPr lang="ru-RU" sz="1800" b="1" kern="100" dirty="0">
                <a:latin typeface="Arial" panose="020B0604020202020204" pitchFamily="34" charset="0"/>
                <a:ea typeface="Calibri" panose="020F0502020204030204" pitchFamily="34" charset="0"/>
                <a:cs typeface="Times New Roman" panose="02020603050405020304" pitchFamily="18" charset="0"/>
              </a:rPr>
              <a:t>Выявление заинтересованных сторон (стейкхолдеров).</a:t>
            </a:r>
            <a:endParaRPr lang="ru-BY" sz="1800" b="1" kern="100" dirty="0">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mj-lt"/>
              <a:buAutoNum type="arabicPeriod"/>
            </a:pPr>
            <a:r>
              <a:rPr lang="ru-RU" sz="1800" b="1" kern="100" dirty="0">
                <a:latin typeface="Arial" panose="020B0604020202020204" pitchFamily="34" charset="0"/>
                <a:ea typeface="Calibri" panose="020F0502020204030204" pitchFamily="34" charset="0"/>
                <a:cs typeface="Times New Roman" panose="02020603050405020304" pitchFamily="18" charset="0"/>
              </a:rPr>
              <a:t>Сбор требований к проекту.</a:t>
            </a:r>
            <a:endParaRPr lang="ru-BY" sz="1800" b="1" kern="100" dirty="0">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mj-lt"/>
              <a:buAutoNum type="arabicPeriod"/>
            </a:pPr>
            <a:r>
              <a:rPr lang="ru-RU" sz="1800" b="1" kern="100" dirty="0">
                <a:latin typeface="Arial" panose="020B0604020202020204" pitchFamily="34" charset="0"/>
                <a:ea typeface="Calibri" panose="020F0502020204030204" pitchFamily="34" charset="0"/>
                <a:cs typeface="Times New Roman" panose="02020603050405020304" pitchFamily="18" charset="0"/>
              </a:rPr>
              <a:t>Проведение предварительной оценки проекта.</a:t>
            </a:r>
            <a:endParaRPr lang="en-US" sz="1800" b="1" kern="100" dirty="0">
              <a:latin typeface="Arial" panose="020B060402020202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mj-lt"/>
              <a:buAutoNum type="arabicPeriod"/>
            </a:pPr>
            <a:r>
              <a:rPr lang="ru-RU" sz="1800" b="1" kern="100" dirty="0">
                <a:latin typeface="Arial" panose="020B0604020202020204" pitchFamily="34" charset="0"/>
                <a:ea typeface="Calibri" panose="020F0502020204030204" pitchFamily="34" charset="0"/>
                <a:cs typeface="Times New Roman" panose="02020603050405020304" pitchFamily="18" charset="0"/>
              </a:rPr>
              <a:t>Формирование концепции проекта</a:t>
            </a:r>
            <a:endParaRPr lang="ru-BY" sz="1800" b="1"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436337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5C291E6-CF0B-CC59-39AE-9AB304210E6F}"/>
              </a:ext>
            </a:extLst>
          </p:cNvPr>
          <p:cNvSpPr>
            <a:spLocks noGrp="1"/>
          </p:cNvSpPr>
          <p:nvPr>
            <p:ph type="title"/>
          </p:nvPr>
        </p:nvSpPr>
        <p:spPr>
          <a:xfrm>
            <a:off x="2987280" y="404664"/>
            <a:ext cx="5915025" cy="716756"/>
          </a:xfrm>
        </p:spPr>
        <p:txBody>
          <a:bodyPr rtlCol="0">
            <a:normAutofit/>
          </a:bodyPr>
          <a:lstStyle/>
          <a:p>
            <a:pPr algn="ctr">
              <a:defRPr/>
            </a:pPr>
            <a:r>
              <a:rPr lang="ru-RU" sz="2700" dirty="0">
                <a:solidFill>
                  <a:schemeClr val="tx1">
                    <a:lumMod val="95000"/>
                    <a:lumOff val="5000"/>
                  </a:schemeClr>
                </a:solidFill>
                <a:effectLst>
                  <a:outerShdw blurRad="38100" dist="38100" dir="2700000" algn="tl">
                    <a:srgbClr val="000000"/>
                  </a:outerShdw>
                </a:effectLst>
                <a:latin typeface="Tahoma" pitchFamily="34" charset="0"/>
              </a:rPr>
              <a:t>Концепция проекта</a:t>
            </a:r>
            <a:endParaRPr lang="ru-RU" sz="2700" dirty="0">
              <a:solidFill>
                <a:schemeClr val="tx1">
                  <a:lumMod val="95000"/>
                  <a:lumOff val="5000"/>
                </a:schemeClr>
              </a:solidFill>
            </a:endParaRPr>
          </a:p>
        </p:txBody>
      </p:sp>
      <p:sp>
        <p:nvSpPr>
          <p:cNvPr id="43011" name="Объект 2">
            <a:extLst>
              <a:ext uri="{FF2B5EF4-FFF2-40B4-BE49-F238E27FC236}">
                <a16:creationId xmlns:a16="http://schemas.microsoft.com/office/drawing/2014/main" id="{2EB6FF99-D2CA-E568-1777-8F1FE517FD4A}"/>
              </a:ext>
            </a:extLst>
          </p:cNvPr>
          <p:cNvSpPr>
            <a:spLocks noGrp="1"/>
          </p:cNvSpPr>
          <p:nvPr>
            <p:ph idx="1"/>
          </p:nvPr>
        </p:nvSpPr>
        <p:spPr>
          <a:xfrm>
            <a:off x="400050" y="2060849"/>
            <a:ext cx="10325100" cy="3780235"/>
          </a:xfrm>
        </p:spPr>
        <p:txBody>
          <a:bodyPr>
            <a:normAutofit/>
          </a:bodyPr>
          <a:lstStyle/>
          <a:p>
            <a:pPr marL="0" indent="0">
              <a:spcBef>
                <a:spcPts val="1800"/>
              </a:spcBef>
              <a:buNone/>
            </a:pPr>
            <a:r>
              <a:rPr lang="ru-RU" altLang="ru-RU" b="1" dirty="0">
                <a:cs typeface="Calibri" panose="020F0502020204030204" pitchFamily="34" charset="0"/>
              </a:rPr>
              <a:t>Концепция проекта </a:t>
            </a:r>
            <a:r>
              <a:rPr lang="ru-RU" altLang="ru-RU" dirty="0">
                <a:cs typeface="Calibri" panose="020F0502020204030204" pitchFamily="34" charset="0"/>
              </a:rPr>
              <a:t>разрабатывается на основе анализа потребностей бизнеса. Главная функция документа — подтверждение и согласование единого видения целей, задач и результатов всеми участниками проекта. Концепция определяет </a:t>
            </a:r>
            <a:r>
              <a:rPr lang="ru-RU" altLang="ru-RU" i="1" dirty="0">
                <a:cs typeface="Calibri" panose="020F0502020204030204" pitchFamily="34" charset="0"/>
              </a:rPr>
              <a:t>что и зачем</a:t>
            </a:r>
            <a:r>
              <a:rPr lang="ru-RU" altLang="ru-RU" dirty="0">
                <a:cs typeface="Calibri" panose="020F0502020204030204" pitchFamily="34" charset="0"/>
              </a:rPr>
              <a:t> делается в проекте. </a:t>
            </a:r>
          </a:p>
          <a:p>
            <a:pPr marL="0" indent="0">
              <a:spcBef>
                <a:spcPts val="1800"/>
              </a:spcBef>
              <a:buNone/>
            </a:pPr>
            <a:r>
              <a:rPr lang="ru-RU" altLang="ru-RU" b="1" dirty="0">
                <a:cs typeface="Calibri" panose="020F0502020204030204" pitchFamily="34" charset="0"/>
              </a:rPr>
              <a:t>Концепция проекта</a:t>
            </a:r>
            <a:r>
              <a:rPr lang="ru-RU" altLang="ru-RU" dirty="0">
                <a:cs typeface="Calibri" panose="020F0502020204030204" pitchFamily="34" charset="0"/>
              </a:rPr>
              <a:t> это ключевой документ, который используется для принятия решений в ходе всего проекта, а также на фазе приемки — для подтверждения результата. Она содержит, как правило, следующие разделы: </a:t>
            </a:r>
            <a:endParaRPr lang="ru-RU" altLang="ru-RU"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03C0A8F-1470-450A-05E7-20B5B4C4B881}"/>
              </a:ext>
            </a:extLst>
          </p:cNvPr>
          <p:cNvSpPr>
            <a:spLocks noGrp="1"/>
          </p:cNvSpPr>
          <p:nvPr>
            <p:ph type="title"/>
          </p:nvPr>
        </p:nvSpPr>
        <p:spPr>
          <a:xfrm>
            <a:off x="3181350" y="311228"/>
            <a:ext cx="5829300" cy="885524"/>
          </a:xfrm>
        </p:spPr>
        <p:txBody>
          <a:bodyPr rtlCol="0">
            <a:normAutofit/>
          </a:bodyPr>
          <a:lstStyle/>
          <a:p>
            <a:pPr>
              <a:defRPr/>
            </a:pPr>
            <a:r>
              <a:rPr lang="ru-RU" sz="2800" b="1" dirty="0"/>
              <a:t>Стандартное содержание </a:t>
            </a:r>
            <a:br>
              <a:rPr lang="ru-RU" sz="2800" b="1" dirty="0"/>
            </a:br>
            <a:r>
              <a:rPr lang="ru-RU" sz="2800" b="1" dirty="0"/>
              <a:t>документа Концепции</a:t>
            </a:r>
          </a:p>
        </p:txBody>
      </p:sp>
      <p:graphicFrame>
        <p:nvGraphicFramePr>
          <p:cNvPr id="3" name="Схема 2">
            <a:extLst>
              <a:ext uri="{FF2B5EF4-FFF2-40B4-BE49-F238E27FC236}">
                <a16:creationId xmlns:a16="http://schemas.microsoft.com/office/drawing/2014/main" id="{E46A35FF-E20E-40A1-B143-E7C22053F79B}"/>
              </a:ext>
            </a:extLst>
          </p:cNvPr>
          <p:cNvGraphicFramePr/>
          <p:nvPr>
            <p:extLst>
              <p:ext uri="{D42A27DB-BD31-4B8C-83A1-F6EECF244321}">
                <p14:modId xmlns:p14="http://schemas.microsoft.com/office/powerpoint/2010/main" val="4280736329"/>
              </p:ext>
            </p:extLst>
          </p:nvPr>
        </p:nvGraphicFramePr>
        <p:xfrm>
          <a:off x="1193874" y="1403805"/>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Содержимое 2"/>
          <p:cNvSpPr>
            <a:spLocks noGrp="1" noChangeArrowheads="1"/>
          </p:cNvSpPr>
          <p:nvPr>
            <p:ph idx="1"/>
          </p:nvPr>
        </p:nvSpPr>
        <p:spPr>
          <a:xfrm>
            <a:off x="2351584" y="1754163"/>
            <a:ext cx="7200800" cy="4392488"/>
          </a:xfrm>
        </p:spPr>
        <p:txBody>
          <a:bodyPr/>
          <a:lstStyle/>
          <a:p>
            <a:r>
              <a:rPr lang="ru-RU" altLang="en-US" dirty="0"/>
              <a:t>То, что говорит пользователь о своих потребностях, – это не совсем то, что он думает, а то, что он думает, – это совсем не то, что ему нужно на самом деле. (Из опыта системных аналитиков)</a:t>
            </a:r>
          </a:p>
          <a:p>
            <a:endParaRPr lang="ru-RU" altLang="en-US" dirty="0"/>
          </a:p>
        </p:txBody>
      </p:sp>
      <p:pic>
        <p:nvPicPr>
          <p:cNvPr id="2" name="Рисунок 1">
            <a:extLst>
              <a:ext uri="{FF2B5EF4-FFF2-40B4-BE49-F238E27FC236}">
                <a16:creationId xmlns:a16="http://schemas.microsoft.com/office/drawing/2014/main" id="{648D7F17-D022-4AEF-9B8B-C447D180F481}"/>
              </a:ext>
            </a:extLst>
          </p:cNvPr>
          <p:cNvPicPr>
            <a:picLocks noChangeAspect="1"/>
          </p:cNvPicPr>
          <p:nvPr/>
        </p:nvPicPr>
        <p:blipFill>
          <a:blip r:embed="rId2"/>
          <a:stretch>
            <a:fillRect/>
          </a:stretch>
        </p:blipFill>
        <p:spPr>
          <a:xfrm>
            <a:off x="0" y="5013176"/>
            <a:ext cx="2459765" cy="1844824"/>
          </a:xfrm>
          <a:prstGeom prst="rect">
            <a:avLst/>
          </a:prstGeom>
        </p:spPr>
      </p:pic>
    </p:spTree>
    <p:extLst>
      <p:ext uri="{BB962C8B-B14F-4D97-AF65-F5344CB8AC3E}">
        <p14:creationId xmlns:p14="http://schemas.microsoft.com/office/powerpoint/2010/main" val="26313372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Заголовок 1"/>
          <p:cNvSpPr>
            <a:spLocks noGrp="1"/>
          </p:cNvSpPr>
          <p:nvPr>
            <p:ph type="title"/>
          </p:nvPr>
        </p:nvSpPr>
        <p:spPr>
          <a:xfrm>
            <a:off x="3127123" y="523612"/>
            <a:ext cx="5937755" cy="1188720"/>
          </a:xfrm>
        </p:spPr>
        <p:txBody>
          <a:bodyPr>
            <a:normAutofit/>
          </a:bodyPr>
          <a:lstStyle/>
          <a:p>
            <a:pPr algn="ctr"/>
            <a:r>
              <a:rPr lang="ru-RU" altLang="ru-RU" sz="2800" dirty="0"/>
              <a:t>ФАЗА ПЛАНИРОВАНИЯ</a:t>
            </a:r>
            <a:endParaRPr lang="en-US" altLang="ru-RU" sz="2800" dirty="0"/>
          </a:p>
        </p:txBody>
      </p:sp>
      <p:sp>
        <p:nvSpPr>
          <p:cNvPr id="17411" name="Объект 2"/>
          <p:cNvSpPr>
            <a:spLocks noGrp="1"/>
          </p:cNvSpPr>
          <p:nvPr>
            <p:ph idx="1"/>
          </p:nvPr>
        </p:nvSpPr>
        <p:spPr>
          <a:xfrm>
            <a:off x="228601" y="2204865"/>
            <a:ext cx="10201274" cy="3535165"/>
          </a:xfrm>
        </p:spPr>
        <p:txBody>
          <a:bodyPr>
            <a:normAutofit fontScale="92500" lnSpcReduction="20000"/>
          </a:bodyPr>
          <a:lstStyle/>
          <a:p>
            <a:r>
              <a:rPr lang="ru-RU" altLang="ru-RU" sz="2000" b="1" dirty="0"/>
              <a:t>Всякая работа займёт ровно столько времени, сколько на неё отведено или больше.</a:t>
            </a:r>
            <a:r>
              <a:rPr lang="ru-RU" altLang="ru-RU" sz="2000" dirty="0"/>
              <a:t> </a:t>
            </a:r>
            <a:r>
              <a:rPr lang="ru-RU" altLang="ru-RU" sz="2000" i="1" dirty="0"/>
              <a:t>(Закон Паркинсона)</a:t>
            </a:r>
            <a:r>
              <a:rPr lang="ru-RU" altLang="ru-RU" sz="2000" dirty="0"/>
              <a:t>.</a:t>
            </a:r>
          </a:p>
          <a:p>
            <a:r>
              <a:rPr lang="ru-RU" altLang="ru-RU" sz="2000" b="1" dirty="0"/>
              <a:t>Люди откладывают всякую работу на последний момент времени.</a:t>
            </a:r>
            <a:r>
              <a:rPr lang="ru-RU" altLang="ru-RU" sz="2000" dirty="0"/>
              <a:t> </a:t>
            </a:r>
            <a:r>
              <a:rPr lang="ru-RU" altLang="ru-RU" sz="2000" i="1" dirty="0"/>
              <a:t>(Синдром студента).</a:t>
            </a:r>
            <a:endParaRPr lang="ru-RU" altLang="ru-RU" sz="2000" dirty="0"/>
          </a:p>
          <a:p>
            <a:r>
              <a:rPr lang="ru-RU" altLang="ru-RU" sz="2000" b="1" dirty="0"/>
              <a:t>Люди склонны давать оптимистичные прогнозы относительно трудоёмкости небольших работ. </a:t>
            </a:r>
            <a:r>
              <a:rPr lang="ru-RU" altLang="ru-RU" sz="2000" dirty="0"/>
              <a:t>Исключая случаи когда их лишали премии за нарушение оценок, в этих случаях оценка пессимистичная и завышенная.</a:t>
            </a:r>
          </a:p>
          <a:p>
            <a:r>
              <a:rPr lang="ru-RU" altLang="ru-RU" sz="2000" b="1" dirty="0"/>
              <a:t>Люди дают пессимистичные прогнозы относительно трудоёмкости больших работ. </a:t>
            </a:r>
            <a:r>
              <a:rPr lang="ru-RU" altLang="ru-RU" sz="2000" dirty="0"/>
              <a:t>Потому, что хотят успеть «наверняка» и провести «победоносную войну».</a:t>
            </a:r>
          </a:p>
          <a:p>
            <a:r>
              <a:rPr lang="ru-RU" altLang="ru-RU" sz="2000" b="1" dirty="0"/>
              <a:t>Люди никогда не начинают работу именно в то время, когда работа запланирована и никогда не заканчивают выполнение задачи вовремя</a:t>
            </a:r>
            <a:r>
              <a:rPr lang="ru-RU" altLang="ru-RU" sz="2000" dirty="0"/>
              <a:t>.</a:t>
            </a:r>
          </a:p>
          <a:p>
            <a:r>
              <a:rPr lang="ru-RU" altLang="ru-RU" sz="2000" b="1" dirty="0"/>
              <a:t>Люди никогда не делают ровно то, что написано в техническом задании</a:t>
            </a:r>
            <a:r>
              <a:rPr lang="ru-RU" altLang="ru-RU" sz="2000" dirty="0"/>
              <a:t>. Они делают больше или меньше или другим способом.</a:t>
            </a:r>
          </a:p>
          <a:p>
            <a:r>
              <a:rPr lang="ru-RU" altLang="ru-RU" sz="2000" b="1" dirty="0"/>
              <a:t>Люди могут эффективно выполнять только одну задачу в один момент времени</a:t>
            </a:r>
            <a:r>
              <a:rPr lang="ru-RU" altLang="ru-RU" sz="2000" dirty="0"/>
              <a:t>.</a:t>
            </a:r>
          </a:p>
          <a:p>
            <a:endParaRPr lang="ru-RU" altLang="ru-RU" sz="2000" dirty="0"/>
          </a:p>
        </p:txBody>
      </p:sp>
    </p:spTree>
    <p:extLst>
      <p:ext uri="{BB962C8B-B14F-4D97-AF65-F5344CB8AC3E}">
        <p14:creationId xmlns:p14="http://schemas.microsoft.com/office/powerpoint/2010/main" val="22726863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AAA2F8E-F9D0-84F3-09EC-5B87F4C8F9E5}"/>
              </a:ext>
            </a:extLst>
          </p:cNvPr>
          <p:cNvSpPr>
            <a:spLocks noGrp="1"/>
          </p:cNvSpPr>
          <p:nvPr>
            <p:ph type="title"/>
          </p:nvPr>
        </p:nvSpPr>
        <p:spPr/>
        <p:txBody>
          <a:bodyPr/>
          <a:lstStyle/>
          <a:p>
            <a:r>
              <a:rPr lang="ru-RU" dirty="0"/>
              <a:t>Планирование проекта</a:t>
            </a:r>
            <a:endParaRPr lang="ru-BY" dirty="0"/>
          </a:p>
        </p:txBody>
      </p:sp>
      <p:sp>
        <p:nvSpPr>
          <p:cNvPr id="3" name="Объект 2">
            <a:extLst>
              <a:ext uri="{FF2B5EF4-FFF2-40B4-BE49-F238E27FC236}">
                <a16:creationId xmlns:a16="http://schemas.microsoft.com/office/drawing/2014/main" id="{D1907A97-8647-A65D-7BBB-24084BBB46EB}"/>
              </a:ext>
            </a:extLst>
          </p:cNvPr>
          <p:cNvSpPr>
            <a:spLocks noGrp="1"/>
          </p:cNvSpPr>
          <p:nvPr>
            <p:ph idx="1"/>
          </p:nvPr>
        </p:nvSpPr>
        <p:spPr/>
        <p:txBody>
          <a:bodyPr/>
          <a:lstStyle/>
          <a:p>
            <a:r>
              <a:rPr lang="ru-RU" dirty="0"/>
              <a:t>Планирование  проекта  (Project  Planning)  –  непрерывный  процесс  определения наилучшего  способа  действий  для  достижения  поставленных  целей  проекта  с  учетом складывающейся обстановки. </a:t>
            </a:r>
            <a:endParaRPr lang="ru-BY" dirty="0"/>
          </a:p>
        </p:txBody>
      </p:sp>
    </p:spTree>
    <p:extLst>
      <p:ext uri="{BB962C8B-B14F-4D97-AF65-F5344CB8AC3E}">
        <p14:creationId xmlns:p14="http://schemas.microsoft.com/office/powerpoint/2010/main" val="35846697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5839021-0B0C-24B5-554E-6313949F3511}"/>
              </a:ext>
            </a:extLst>
          </p:cNvPr>
          <p:cNvSpPr>
            <a:spLocks noGrp="1"/>
          </p:cNvSpPr>
          <p:nvPr>
            <p:ph type="title"/>
          </p:nvPr>
        </p:nvSpPr>
        <p:spPr>
          <a:xfrm>
            <a:off x="1524000" y="21940"/>
            <a:ext cx="9036496" cy="742764"/>
          </a:xfrm>
        </p:spPr>
        <p:txBody>
          <a:bodyPr>
            <a:noAutofit/>
          </a:bodyPr>
          <a:lstStyle/>
          <a:p>
            <a:r>
              <a:rPr lang="ru-RU" sz="1800" dirty="0"/>
              <a:t>В PMBOK Guide этап планирования описывается в разделе "Planning Process Group" и включает следующие процессы:</a:t>
            </a:r>
            <a:endParaRPr lang="ru-BY" sz="1800" dirty="0"/>
          </a:p>
        </p:txBody>
      </p:sp>
      <p:graphicFrame>
        <p:nvGraphicFramePr>
          <p:cNvPr id="4" name="Объект 3">
            <a:extLst>
              <a:ext uri="{FF2B5EF4-FFF2-40B4-BE49-F238E27FC236}">
                <a16:creationId xmlns:a16="http://schemas.microsoft.com/office/drawing/2014/main" id="{6022A177-280A-6540-0148-6E844280116D}"/>
              </a:ext>
            </a:extLst>
          </p:cNvPr>
          <p:cNvGraphicFramePr>
            <a:graphicFrameLocks noGrp="1"/>
          </p:cNvGraphicFramePr>
          <p:nvPr>
            <p:ph idx="1"/>
            <p:extLst>
              <p:ext uri="{D42A27DB-BD31-4B8C-83A1-F6EECF244321}">
                <p14:modId xmlns:p14="http://schemas.microsoft.com/office/powerpoint/2010/main" val="1516248455"/>
              </p:ext>
            </p:extLst>
          </p:nvPr>
        </p:nvGraphicFramePr>
        <p:xfrm>
          <a:off x="1847528" y="908720"/>
          <a:ext cx="8352928" cy="56166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576476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Рисунок 4"/>
          <p:cNvPicPr>
            <a:picLocks noChangeAspect="1"/>
          </p:cNvPicPr>
          <p:nvPr/>
        </p:nvPicPr>
        <p:blipFill>
          <a:blip r:embed="rId2">
            <a:grayscl/>
            <a:extLst>
              <a:ext uri="{28A0092B-C50C-407E-A947-70E740481C1C}">
                <a14:useLocalDpi xmlns:a14="http://schemas.microsoft.com/office/drawing/2010/main" val="0"/>
              </a:ext>
            </a:extLst>
          </a:blip>
          <a:srcRect/>
          <a:stretch>
            <a:fillRect/>
          </a:stretch>
        </p:blipFill>
        <p:spPr bwMode="auto">
          <a:xfrm>
            <a:off x="1524000" y="31750"/>
            <a:ext cx="9080500" cy="682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854115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Рисунок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1" y="1"/>
            <a:ext cx="8964613" cy="687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581054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229076-3EEC-4AC4-8A0F-3993E4EAD819}"/>
              </a:ext>
            </a:extLst>
          </p:cNvPr>
          <p:cNvSpPr>
            <a:spLocks noGrp="1"/>
          </p:cNvSpPr>
          <p:nvPr>
            <p:ph type="title"/>
          </p:nvPr>
        </p:nvSpPr>
        <p:spPr/>
        <p:txBody>
          <a:bodyPr/>
          <a:lstStyle/>
          <a:p>
            <a:pPr algn="ctr"/>
            <a:r>
              <a:rPr lang="ru-RU" dirty="0"/>
              <a:t>Методы планирования проектов</a:t>
            </a:r>
            <a:endParaRPr lang="ru-BY" dirty="0"/>
          </a:p>
        </p:txBody>
      </p:sp>
      <p:graphicFrame>
        <p:nvGraphicFramePr>
          <p:cNvPr id="6" name="Объект 5">
            <a:extLst>
              <a:ext uri="{FF2B5EF4-FFF2-40B4-BE49-F238E27FC236}">
                <a16:creationId xmlns:a16="http://schemas.microsoft.com/office/drawing/2014/main" id="{ABFEAFCF-7C65-45D3-AD6D-9C381B5CCD49}"/>
              </a:ext>
            </a:extLst>
          </p:cNvPr>
          <p:cNvGraphicFramePr>
            <a:graphicFrameLocks noGrp="1"/>
          </p:cNvGraphicFramePr>
          <p:nvPr>
            <p:ph idx="1"/>
            <p:extLst>
              <p:ext uri="{D42A27DB-BD31-4B8C-83A1-F6EECF244321}">
                <p14:modId xmlns:p14="http://schemas.microsoft.com/office/powerpoint/2010/main" val="356694722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913127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CADDB2-EC27-7912-56BA-83CA269789DC}"/>
              </a:ext>
            </a:extLst>
          </p:cNvPr>
          <p:cNvSpPr txBox="1"/>
          <p:nvPr/>
        </p:nvSpPr>
        <p:spPr>
          <a:xfrm>
            <a:off x="1847528" y="1988840"/>
            <a:ext cx="4104456" cy="3970318"/>
          </a:xfrm>
          <a:prstGeom prst="rect">
            <a:avLst/>
          </a:prstGeom>
          <a:noFill/>
        </p:spPr>
        <p:txBody>
          <a:bodyPr wrap="square">
            <a:spAutoFit/>
          </a:bodyPr>
          <a:lstStyle/>
          <a:p>
            <a:r>
              <a:rPr lang="ru-RU" kern="0" dirty="0">
                <a:solidFill>
                  <a:srgbClr val="18202E"/>
                </a:solidFill>
                <a:latin typeface="Arial" panose="020B0604020202020204" pitchFamily="34" charset="0"/>
                <a:ea typeface="Times New Roman" panose="02020603050405020304" pitchFamily="18" charset="0"/>
              </a:rPr>
              <a:t>Work </a:t>
            </a:r>
            <a:r>
              <a:rPr lang="ru-RU" kern="0" dirty="0" err="1">
                <a:solidFill>
                  <a:srgbClr val="18202E"/>
                </a:solidFill>
                <a:latin typeface="Arial" panose="020B0604020202020204" pitchFamily="34" charset="0"/>
                <a:ea typeface="Times New Roman" panose="02020603050405020304" pitchFamily="18" charset="0"/>
              </a:rPr>
              <a:t>Breakdown</a:t>
            </a:r>
            <a:r>
              <a:rPr lang="ru-RU" kern="0" dirty="0">
                <a:solidFill>
                  <a:srgbClr val="18202E"/>
                </a:solidFill>
                <a:latin typeface="Arial" panose="020B0604020202020204" pitchFamily="34" charset="0"/>
                <a:ea typeface="Times New Roman" panose="02020603050405020304" pitchFamily="18" charset="0"/>
              </a:rPr>
              <a:t> </a:t>
            </a:r>
            <a:r>
              <a:rPr lang="ru-RU" kern="0" dirty="0" err="1">
                <a:solidFill>
                  <a:srgbClr val="18202E"/>
                </a:solidFill>
                <a:latin typeface="Arial" panose="020B0604020202020204" pitchFamily="34" charset="0"/>
                <a:ea typeface="Times New Roman" panose="02020603050405020304" pitchFamily="18" charset="0"/>
              </a:rPr>
              <a:t>Structure</a:t>
            </a:r>
            <a:r>
              <a:rPr lang="ru-RU" kern="0" dirty="0">
                <a:solidFill>
                  <a:srgbClr val="18202E"/>
                </a:solidFill>
                <a:latin typeface="Arial" panose="020B0604020202020204" pitchFamily="34" charset="0"/>
                <a:ea typeface="Times New Roman" panose="02020603050405020304" pitchFamily="18" charset="0"/>
              </a:rPr>
              <a:t> (WBS) - это иерархическая декомпозиция проекта на более мелкие и управляемые компоненты, задачи и работы. WBS помогает организовать работы проекта, определить иерархию задач и установить связи и зависимости между ними. </a:t>
            </a:r>
          </a:p>
          <a:p>
            <a:r>
              <a:rPr lang="ru-RU" altLang="ru-BY" dirty="0"/>
              <a:t>Иерархическая структура работ организует и определяет </a:t>
            </a:r>
            <a:r>
              <a:rPr lang="ru-RU" altLang="ru-BY" b="1" i="1" dirty="0"/>
              <a:t>все содержание</a:t>
            </a:r>
            <a:r>
              <a:rPr lang="ru-RU" altLang="ru-BY" dirty="0"/>
              <a:t> проекта. Работы, не включенные в WBS, не являются работами проекта.</a:t>
            </a:r>
            <a:endParaRPr lang="ru-BY" dirty="0"/>
          </a:p>
        </p:txBody>
      </p:sp>
      <p:graphicFrame>
        <p:nvGraphicFramePr>
          <p:cNvPr id="4" name="Схема 3">
            <a:extLst>
              <a:ext uri="{FF2B5EF4-FFF2-40B4-BE49-F238E27FC236}">
                <a16:creationId xmlns:a16="http://schemas.microsoft.com/office/drawing/2014/main" id="{149E4653-B473-F82C-008E-9B3B0382848E}"/>
              </a:ext>
            </a:extLst>
          </p:cNvPr>
          <p:cNvGraphicFramePr/>
          <p:nvPr>
            <p:extLst/>
          </p:nvPr>
        </p:nvGraphicFramePr>
        <p:xfrm>
          <a:off x="7067600" y="1484784"/>
          <a:ext cx="3600400" cy="52565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Заголовок 4">
            <a:extLst>
              <a:ext uri="{FF2B5EF4-FFF2-40B4-BE49-F238E27FC236}">
                <a16:creationId xmlns:a16="http://schemas.microsoft.com/office/drawing/2014/main" id="{593D6B77-E7C0-05D7-0F88-AAA542AE6758}"/>
              </a:ext>
            </a:extLst>
          </p:cNvPr>
          <p:cNvSpPr>
            <a:spLocks noGrp="1"/>
          </p:cNvSpPr>
          <p:nvPr>
            <p:ph type="title"/>
          </p:nvPr>
        </p:nvSpPr>
        <p:spPr>
          <a:xfrm>
            <a:off x="3127123" y="4198"/>
            <a:ext cx="5937755" cy="1188720"/>
          </a:xfrm>
        </p:spPr>
        <p:txBody>
          <a:bodyPr/>
          <a:lstStyle/>
          <a:p>
            <a:r>
              <a:rPr lang="en-US" dirty="0"/>
              <a:t>WBS</a:t>
            </a:r>
            <a:endParaRPr lang="ru-BY" dirty="0"/>
          </a:p>
        </p:txBody>
      </p:sp>
    </p:spTree>
    <p:extLst>
      <p:ext uri="{BB962C8B-B14F-4D97-AF65-F5344CB8AC3E}">
        <p14:creationId xmlns:p14="http://schemas.microsoft.com/office/powerpoint/2010/main" val="34943744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a:extLst>
              <a:ext uri="{FF2B5EF4-FFF2-40B4-BE49-F238E27FC236}">
                <a16:creationId xmlns:a16="http://schemas.microsoft.com/office/drawing/2014/main" id="{21CE9B3E-C98D-47F6-BB84-1A18DFA7CF99}"/>
              </a:ext>
            </a:extLst>
          </p:cNvPr>
          <p:cNvSpPr>
            <a:spLocks noGrp="1" noChangeArrowheads="1"/>
          </p:cNvSpPr>
          <p:nvPr>
            <p:ph type="body" idx="1"/>
          </p:nvPr>
        </p:nvSpPr>
        <p:spPr>
          <a:xfrm>
            <a:off x="2171700" y="523875"/>
            <a:ext cx="8229600" cy="6172200"/>
          </a:xfrm>
        </p:spPr>
        <p:txBody>
          <a:bodyPr/>
          <a:lstStyle/>
          <a:p>
            <a:pPr>
              <a:lnSpc>
                <a:spcPct val="90000"/>
              </a:lnSpc>
              <a:buFontTx/>
              <a:buNone/>
            </a:pPr>
            <a:r>
              <a:rPr lang="ru-RU" altLang="ru-BY" sz="2400" b="1" dirty="0"/>
              <a:t>		Иерархическая структура работ</a:t>
            </a:r>
            <a:r>
              <a:rPr lang="ru-RU" altLang="ru-BY" sz="2400" dirty="0"/>
              <a:t> (</a:t>
            </a:r>
            <a:r>
              <a:rPr lang="ru-RU" altLang="ru-BY" sz="2400" dirty="0" err="1"/>
              <a:t>Work</a:t>
            </a:r>
            <a:r>
              <a:rPr lang="ru-RU" altLang="ru-BY" sz="2400" dirty="0"/>
              <a:t> </a:t>
            </a:r>
            <a:r>
              <a:rPr lang="ru-RU" altLang="ru-BY" sz="2400" dirty="0" err="1"/>
              <a:t>Breakdown</a:t>
            </a:r>
            <a:r>
              <a:rPr lang="ru-RU" altLang="ru-BY" sz="2400" dirty="0"/>
              <a:t> </a:t>
            </a:r>
            <a:r>
              <a:rPr lang="ru-RU" altLang="ru-BY" sz="2400" dirty="0" err="1"/>
              <a:t>Structure</a:t>
            </a:r>
            <a:r>
              <a:rPr lang="ru-RU" altLang="ru-BY" sz="2400" dirty="0"/>
              <a:t>) – инструмент, позволяющий разбить проект на составные части. Она устанавливает иерархически структурированное распределение работ по реализации проекта для всех задействованных в нем работников.</a:t>
            </a:r>
          </a:p>
          <a:p>
            <a:pPr>
              <a:lnSpc>
                <a:spcPct val="90000"/>
              </a:lnSpc>
              <a:buFontTx/>
              <a:buNone/>
            </a:pPr>
            <a:r>
              <a:rPr lang="ru-RU" altLang="ru-BY" sz="2400" dirty="0"/>
              <a:t>		В ходе построения WBS осуществляется последовательная декомпозиция проекта на </a:t>
            </a:r>
            <a:r>
              <a:rPr lang="ru-RU" altLang="ru-BY" sz="2400" dirty="0" err="1"/>
              <a:t>подпроекты</a:t>
            </a:r>
            <a:r>
              <a:rPr lang="ru-RU" altLang="ru-BY" sz="2400" dirty="0"/>
              <a:t>, пакеты работ различного уровня, пакеты детальных работ. </a:t>
            </a:r>
            <a:r>
              <a:rPr lang="ru-RU" altLang="ru-BY" sz="2400" b="1" dirty="0"/>
              <a:t>Декомпозиция </a:t>
            </a:r>
            <a:r>
              <a:rPr lang="ru-RU" altLang="ru-BY" sz="2400" dirty="0"/>
              <a:t>– это деление результатов проекта на меньшие, более управляемые компоненты до уровня </a:t>
            </a:r>
            <a:r>
              <a:rPr lang="ru-RU" altLang="ru-BY" sz="2400" b="1" i="1" dirty="0"/>
              <a:t>пакетов работ.</a:t>
            </a:r>
            <a:r>
              <a:rPr lang="ru-RU" altLang="ru-BY" sz="2400" dirty="0"/>
              <a:t> </a:t>
            </a:r>
          </a:p>
          <a:p>
            <a:pPr>
              <a:lnSpc>
                <a:spcPct val="90000"/>
              </a:lnSpc>
              <a:buFontTx/>
              <a:buNone/>
            </a:pPr>
            <a:r>
              <a:rPr lang="ru-RU" altLang="ru-BY" sz="2400" dirty="0"/>
              <a:t>		Иерархическая структура работ организует и определяет </a:t>
            </a:r>
            <a:r>
              <a:rPr lang="ru-RU" altLang="ru-BY" sz="2400" b="1" i="1" dirty="0"/>
              <a:t>все содержание</a:t>
            </a:r>
            <a:r>
              <a:rPr lang="ru-RU" altLang="ru-BY" sz="2400" dirty="0"/>
              <a:t> проекта. Работы, не включенные </a:t>
            </a:r>
            <a:r>
              <a:rPr lang="ru-RU" altLang="ru-BY" sz="2400" dirty="0" err="1"/>
              <a:t>is</a:t>
            </a:r>
            <a:r>
              <a:rPr lang="ru-RU" altLang="ru-BY" sz="2400" dirty="0"/>
              <a:t> WBS, не являются работами проекта.</a:t>
            </a:r>
          </a:p>
        </p:txBody>
      </p:sp>
      <p:pic>
        <p:nvPicPr>
          <p:cNvPr id="2" name="Рисунок 1">
            <a:extLst>
              <a:ext uri="{FF2B5EF4-FFF2-40B4-BE49-F238E27FC236}">
                <a16:creationId xmlns:a16="http://schemas.microsoft.com/office/drawing/2014/main" id="{EE6E4578-CE66-4DA5-9E1C-754C5289A2DF}"/>
              </a:ext>
            </a:extLst>
          </p:cNvPr>
          <p:cNvPicPr>
            <a:picLocks noChangeAspect="1"/>
          </p:cNvPicPr>
          <p:nvPr/>
        </p:nvPicPr>
        <p:blipFill>
          <a:blip r:embed="rId2"/>
          <a:stretch>
            <a:fillRect/>
          </a:stretch>
        </p:blipFill>
        <p:spPr>
          <a:xfrm>
            <a:off x="0" y="0"/>
            <a:ext cx="1979712" cy="1484784"/>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88BEC34-A3CD-4262-A138-53C2871060B4}"/>
              </a:ext>
            </a:extLst>
          </p:cNvPr>
          <p:cNvSpPr>
            <a:spLocks noGrp="1"/>
          </p:cNvSpPr>
          <p:nvPr>
            <p:ph type="title"/>
          </p:nvPr>
        </p:nvSpPr>
        <p:spPr>
          <a:xfrm>
            <a:off x="1631504" y="309476"/>
            <a:ext cx="8784976" cy="527236"/>
          </a:xfrm>
        </p:spPr>
        <p:txBody>
          <a:bodyPr>
            <a:normAutofit/>
          </a:bodyPr>
          <a:lstStyle/>
          <a:p>
            <a:r>
              <a:rPr lang="ru-RU" altLang="ru-BY" sz="2000" b="1" dirty="0"/>
              <a:t>Правила рационального размера пакетов работ</a:t>
            </a:r>
            <a:endParaRPr lang="ru-BY" sz="2000" dirty="0"/>
          </a:p>
        </p:txBody>
      </p:sp>
      <p:graphicFrame>
        <p:nvGraphicFramePr>
          <p:cNvPr id="4" name="Объект 3">
            <a:extLst>
              <a:ext uri="{FF2B5EF4-FFF2-40B4-BE49-F238E27FC236}">
                <a16:creationId xmlns:a16="http://schemas.microsoft.com/office/drawing/2014/main" id="{79BBECD0-0578-4CC6-BD10-7DC57BAD3DEA}"/>
              </a:ext>
            </a:extLst>
          </p:cNvPr>
          <p:cNvGraphicFramePr>
            <a:graphicFrameLocks noGrp="1"/>
          </p:cNvGraphicFramePr>
          <p:nvPr>
            <p:ph idx="1"/>
            <p:extLst>
              <p:ext uri="{D42A27DB-BD31-4B8C-83A1-F6EECF244321}">
                <p14:modId xmlns:p14="http://schemas.microsoft.com/office/powerpoint/2010/main" val="3507590441"/>
              </p:ext>
            </p:extLst>
          </p:nvPr>
        </p:nvGraphicFramePr>
        <p:xfrm>
          <a:off x="221705" y="836712"/>
          <a:ext cx="10798720" cy="52467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853692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60C3C5-99BE-4CD4-8105-E3D4BF4572EB}"/>
              </a:ext>
            </a:extLst>
          </p:cNvPr>
          <p:cNvSpPr>
            <a:spLocks noGrp="1"/>
          </p:cNvSpPr>
          <p:nvPr>
            <p:ph type="title"/>
          </p:nvPr>
        </p:nvSpPr>
        <p:spPr>
          <a:xfrm>
            <a:off x="3130046" y="188640"/>
            <a:ext cx="5937755" cy="520092"/>
          </a:xfrm>
        </p:spPr>
        <p:txBody>
          <a:bodyPr>
            <a:normAutofit/>
          </a:bodyPr>
          <a:lstStyle/>
          <a:p>
            <a:r>
              <a:rPr lang="ru-RU" altLang="ru-BY" sz="2800" b="1" dirty="0"/>
              <a:t>Правила построения WBS.</a:t>
            </a:r>
            <a:endParaRPr lang="ru-BY" dirty="0"/>
          </a:p>
        </p:txBody>
      </p:sp>
      <p:graphicFrame>
        <p:nvGraphicFramePr>
          <p:cNvPr id="4" name="Объект 3">
            <a:extLst>
              <a:ext uri="{FF2B5EF4-FFF2-40B4-BE49-F238E27FC236}">
                <a16:creationId xmlns:a16="http://schemas.microsoft.com/office/drawing/2014/main" id="{BB24A2F9-F2BA-4C87-8E85-995C0BFF9FEC}"/>
              </a:ext>
            </a:extLst>
          </p:cNvPr>
          <p:cNvGraphicFramePr>
            <a:graphicFrameLocks noGrp="1"/>
          </p:cNvGraphicFramePr>
          <p:nvPr>
            <p:ph idx="1"/>
            <p:extLst>
              <p:ext uri="{D42A27DB-BD31-4B8C-83A1-F6EECF244321}">
                <p14:modId xmlns:p14="http://schemas.microsoft.com/office/powerpoint/2010/main" val="3380775750"/>
              </p:ext>
            </p:extLst>
          </p:nvPr>
        </p:nvGraphicFramePr>
        <p:xfrm>
          <a:off x="1024186" y="803610"/>
          <a:ext cx="8824664" cy="4831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201122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E7326BDF-BB67-9189-C79F-3794CFFEFF84}"/>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colorTemperature colorTemp="5900"/>
                    </a14:imgEffect>
                  </a14:imgLayer>
                </a14:imgProps>
              </a:ext>
              <a:ext uri="{28A0092B-C50C-407E-A947-70E740481C1C}">
                <a14:useLocalDpi xmlns:a14="http://schemas.microsoft.com/office/drawing/2010/main" val="0"/>
              </a:ext>
            </a:extLst>
          </a:blip>
          <a:srcRect/>
          <a:stretch>
            <a:fillRect/>
          </a:stretch>
        </p:blipFill>
        <p:spPr bwMode="auto">
          <a:xfrm>
            <a:off x="2063553" y="188640"/>
            <a:ext cx="8220405" cy="6165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46648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Группа 6">
            <a:extLst>
              <a:ext uri="{FF2B5EF4-FFF2-40B4-BE49-F238E27FC236}">
                <a16:creationId xmlns:a16="http://schemas.microsoft.com/office/drawing/2014/main" id="{B73F6E4B-E3F0-FE4C-8D6F-39DFD7AC457B}"/>
              </a:ext>
            </a:extLst>
          </p:cNvPr>
          <p:cNvGrpSpPr/>
          <p:nvPr/>
        </p:nvGrpSpPr>
        <p:grpSpPr>
          <a:xfrm>
            <a:off x="5440331" y="2773331"/>
            <a:ext cx="1311336" cy="1311336"/>
            <a:chOff x="5064120" y="2452299"/>
            <a:chExt cx="1748448" cy="1748448"/>
          </a:xfrm>
          <a:scene3d>
            <a:camera prst="orthographicFront">
              <a:rot lat="0" lon="0" rev="0"/>
            </a:camera>
            <a:lightRig rig="contrasting" dir="t">
              <a:rot lat="0" lon="0" rev="1200000"/>
            </a:lightRig>
          </a:scene3d>
        </p:grpSpPr>
        <p:sp>
          <p:nvSpPr>
            <p:cNvPr id="44" name="Овал 43">
              <a:extLst>
                <a:ext uri="{FF2B5EF4-FFF2-40B4-BE49-F238E27FC236}">
                  <a16:creationId xmlns:a16="http://schemas.microsoft.com/office/drawing/2014/main" id="{3590B588-4F59-B944-9300-8FFCBFB589C3}"/>
                </a:ext>
              </a:extLst>
            </p:cNvPr>
            <p:cNvSpPr/>
            <p:nvPr/>
          </p:nvSpPr>
          <p:spPr>
            <a:xfrm>
              <a:off x="5064120" y="2452299"/>
              <a:ext cx="1748448" cy="1748448"/>
            </a:xfrm>
            <a:prstGeom prst="ellipse">
              <a:avLst/>
            </a:prstGeom>
            <a:sp3d contourW="19050" prstMaterial="metal">
              <a:bevelT w="88900" h="203200"/>
              <a:bevelB w="165100" h="254000"/>
            </a:sp3d>
          </p:spPr>
          <p:style>
            <a:lnRef idx="0">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sp>
        <p:sp>
          <p:nvSpPr>
            <p:cNvPr id="45" name="Овал 4">
              <a:extLst>
                <a:ext uri="{FF2B5EF4-FFF2-40B4-BE49-F238E27FC236}">
                  <a16:creationId xmlns:a16="http://schemas.microsoft.com/office/drawing/2014/main" id="{06BF16B6-FCB9-6A48-A0FA-92E40F82A273}"/>
                </a:ext>
              </a:extLst>
            </p:cNvPr>
            <p:cNvSpPr txBox="1"/>
            <p:nvPr/>
          </p:nvSpPr>
          <p:spPr>
            <a:xfrm>
              <a:off x="5320174" y="2708353"/>
              <a:ext cx="1236340" cy="123634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0955" tIns="20955" rIns="20955" bIns="20955" numCol="1" spcCol="1270" anchor="ctr" anchorCtr="0">
              <a:noAutofit/>
            </a:bodyPr>
            <a:lstStyle/>
            <a:p>
              <a:pPr algn="ctr" defTabSz="733425">
                <a:lnSpc>
                  <a:spcPct val="90000"/>
                </a:lnSpc>
                <a:spcBef>
                  <a:spcPct val="0"/>
                </a:spcBef>
                <a:spcAft>
                  <a:spcPct val="35000"/>
                </a:spcAft>
              </a:pPr>
              <a:r>
                <a:rPr lang="ru-RU" sz="3000" dirty="0">
                  <a:solidFill>
                    <a:schemeClr val="tx1"/>
                  </a:solidFill>
                </a:rPr>
                <a:t>WBS</a:t>
              </a:r>
            </a:p>
          </p:txBody>
        </p:sp>
      </p:grpSp>
      <p:grpSp>
        <p:nvGrpSpPr>
          <p:cNvPr id="8" name="Группа 7">
            <a:extLst>
              <a:ext uri="{FF2B5EF4-FFF2-40B4-BE49-F238E27FC236}">
                <a16:creationId xmlns:a16="http://schemas.microsoft.com/office/drawing/2014/main" id="{E9EC1088-AF91-E346-89E7-7E75EA320A20}"/>
              </a:ext>
            </a:extLst>
          </p:cNvPr>
          <p:cNvGrpSpPr/>
          <p:nvPr/>
        </p:nvGrpSpPr>
        <p:grpSpPr>
          <a:xfrm>
            <a:off x="5873072" y="2379737"/>
            <a:ext cx="445854" cy="278141"/>
            <a:chOff x="5641108" y="1927505"/>
            <a:chExt cx="594472" cy="370854"/>
          </a:xfrm>
          <a:scene3d>
            <a:camera prst="orthographicFront">
              <a:rot lat="0" lon="0" rev="0"/>
            </a:camera>
            <a:lightRig rig="contrasting" dir="t">
              <a:rot lat="0" lon="0" rev="1200000"/>
            </a:lightRig>
          </a:scene3d>
        </p:grpSpPr>
        <p:sp>
          <p:nvSpPr>
            <p:cNvPr id="42" name="Стрелка вправо 41">
              <a:extLst>
                <a:ext uri="{FF2B5EF4-FFF2-40B4-BE49-F238E27FC236}">
                  <a16:creationId xmlns:a16="http://schemas.microsoft.com/office/drawing/2014/main" id="{6E755EF1-0252-BA4C-920A-46F4D957BF17}"/>
                </a:ext>
              </a:extLst>
            </p:cNvPr>
            <p:cNvSpPr/>
            <p:nvPr/>
          </p:nvSpPr>
          <p:spPr>
            <a:xfrm rot="16200000">
              <a:off x="5752917" y="1815696"/>
              <a:ext cx="370854" cy="594472"/>
            </a:xfrm>
            <a:prstGeom prst="rightArrow">
              <a:avLst>
                <a:gd name="adj1" fmla="val 60000"/>
                <a:gd name="adj2" fmla="val 50000"/>
              </a:avLst>
            </a:prstGeom>
            <a:sp3d z="-182000" contourW="19050" prstMaterial="metal">
              <a:bevelT w="88900" h="203200"/>
              <a:bevelB w="165100" h="254000"/>
            </a:sp3d>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43" name="Стрелка вправо 6">
              <a:extLst>
                <a:ext uri="{FF2B5EF4-FFF2-40B4-BE49-F238E27FC236}">
                  <a16:creationId xmlns:a16="http://schemas.microsoft.com/office/drawing/2014/main" id="{F14BF430-E898-3849-8A2C-C763F4351FC2}"/>
                </a:ext>
              </a:extLst>
            </p:cNvPr>
            <p:cNvSpPr txBox="1"/>
            <p:nvPr/>
          </p:nvSpPr>
          <p:spPr>
            <a:xfrm rot="16200000">
              <a:off x="5808545" y="1990218"/>
              <a:ext cx="259598" cy="356684"/>
            </a:xfrm>
            <a:prstGeom prst="rect">
              <a:avLst/>
            </a:prstGeom>
            <a:sp3d z="-182000"/>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algn="ctr" defTabSz="733425">
                <a:lnSpc>
                  <a:spcPct val="90000"/>
                </a:lnSpc>
                <a:spcBef>
                  <a:spcPct val="0"/>
                </a:spcBef>
                <a:spcAft>
                  <a:spcPct val="35000"/>
                </a:spcAft>
              </a:pPr>
              <a:endParaRPr lang="ru-RU" sz="1650">
                <a:solidFill>
                  <a:schemeClr val="tx1"/>
                </a:solidFill>
              </a:endParaRPr>
            </a:p>
          </p:txBody>
        </p:sp>
      </p:grpSp>
      <p:grpSp>
        <p:nvGrpSpPr>
          <p:cNvPr id="9" name="Группа 8">
            <a:extLst>
              <a:ext uri="{FF2B5EF4-FFF2-40B4-BE49-F238E27FC236}">
                <a16:creationId xmlns:a16="http://schemas.microsoft.com/office/drawing/2014/main" id="{C6F087A3-F8A3-434D-B76F-D76EF5A30A5B}"/>
              </a:ext>
            </a:extLst>
          </p:cNvPr>
          <p:cNvGrpSpPr/>
          <p:nvPr/>
        </p:nvGrpSpPr>
        <p:grpSpPr>
          <a:xfrm>
            <a:off x="3706030" y="1027515"/>
            <a:ext cx="4918841" cy="1311336"/>
            <a:chOff x="5064120" y="4125"/>
            <a:chExt cx="1748448" cy="1748448"/>
          </a:xfrm>
          <a:scene3d>
            <a:camera prst="orthographicFront">
              <a:rot lat="0" lon="0" rev="0"/>
            </a:camera>
            <a:lightRig rig="contrasting" dir="t">
              <a:rot lat="0" lon="0" rev="1200000"/>
            </a:lightRig>
          </a:scene3d>
        </p:grpSpPr>
        <p:sp>
          <p:nvSpPr>
            <p:cNvPr id="40" name="Овал 39">
              <a:extLst>
                <a:ext uri="{FF2B5EF4-FFF2-40B4-BE49-F238E27FC236}">
                  <a16:creationId xmlns:a16="http://schemas.microsoft.com/office/drawing/2014/main" id="{183D04C1-E4F1-9D40-ACE0-6E1CE396FC78}"/>
                </a:ext>
              </a:extLst>
            </p:cNvPr>
            <p:cNvSpPr/>
            <p:nvPr/>
          </p:nvSpPr>
          <p:spPr>
            <a:xfrm>
              <a:off x="5064120" y="4125"/>
              <a:ext cx="1748448" cy="1748448"/>
            </a:xfrm>
            <a:prstGeom prst="ellipse">
              <a:avLst/>
            </a:prstGeom>
            <a:sp3d contourW="19050" prstMaterial="metal">
              <a:bevelT w="88900" h="203200"/>
              <a:bevelB w="165100" h="254000"/>
            </a:sp3d>
          </p:spPr>
          <p:style>
            <a:lnRef idx="0">
              <a:schemeClr val="lt1">
                <a:hueOff val="0"/>
                <a:satOff val="0"/>
                <a:lumOff val="0"/>
                <a:alphaOff val="0"/>
              </a:schemeClr>
            </a:lnRef>
            <a:fillRef idx="1">
              <a:schemeClr val="accent2">
                <a:hueOff val="0"/>
                <a:satOff val="0"/>
                <a:lumOff val="0"/>
                <a:alphaOff val="0"/>
              </a:schemeClr>
            </a:fillRef>
            <a:effectRef idx="2">
              <a:schemeClr val="accent2">
                <a:hueOff val="0"/>
                <a:satOff val="0"/>
                <a:lumOff val="0"/>
                <a:alphaOff val="0"/>
              </a:schemeClr>
            </a:effectRef>
            <a:fontRef idx="minor">
              <a:schemeClr val="lt1"/>
            </a:fontRef>
          </p:style>
        </p:sp>
        <p:sp>
          <p:nvSpPr>
            <p:cNvPr id="41" name="Овал 8">
              <a:extLst>
                <a:ext uri="{FF2B5EF4-FFF2-40B4-BE49-F238E27FC236}">
                  <a16:creationId xmlns:a16="http://schemas.microsoft.com/office/drawing/2014/main" id="{884B9020-AAD5-4945-AE11-FE771F2ABBAD}"/>
                </a:ext>
              </a:extLst>
            </p:cNvPr>
            <p:cNvSpPr txBox="1"/>
            <p:nvPr/>
          </p:nvSpPr>
          <p:spPr>
            <a:xfrm>
              <a:off x="5320174" y="260179"/>
              <a:ext cx="1236340" cy="123634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0955" tIns="20955" rIns="20955" bIns="20955" numCol="1" spcCol="1270" anchor="ctr" anchorCtr="0">
              <a:noAutofit/>
            </a:bodyPr>
            <a:lstStyle/>
            <a:p>
              <a:pPr algn="ctr" defTabSz="733425">
                <a:lnSpc>
                  <a:spcPct val="90000"/>
                </a:lnSpc>
                <a:spcBef>
                  <a:spcPct val="0"/>
                </a:spcBef>
                <a:spcAft>
                  <a:spcPct val="35000"/>
                </a:spcAft>
              </a:pPr>
              <a:r>
                <a:rPr lang="ru-RU" sz="1650" dirty="0">
                  <a:solidFill>
                    <a:schemeClr val="tx1"/>
                  </a:solidFill>
                </a:rPr>
                <a:t>структурная модель — представляет иерархическую декомпозицию организационной и производственной структуры проекта;</a:t>
              </a:r>
            </a:p>
          </p:txBody>
        </p:sp>
      </p:grpSp>
      <p:grpSp>
        <p:nvGrpSpPr>
          <p:cNvPr id="10" name="Группа 9">
            <a:extLst>
              <a:ext uri="{FF2B5EF4-FFF2-40B4-BE49-F238E27FC236}">
                <a16:creationId xmlns:a16="http://schemas.microsoft.com/office/drawing/2014/main" id="{9E14831A-653B-324C-B811-B5E4D2212E92}"/>
              </a:ext>
            </a:extLst>
          </p:cNvPr>
          <p:cNvGrpSpPr/>
          <p:nvPr/>
        </p:nvGrpSpPr>
        <p:grpSpPr>
          <a:xfrm>
            <a:off x="6745180" y="2773331"/>
            <a:ext cx="850328" cy="423498"/>
            <a:chOff x="6803918" y="2422492"/>
            <a:chExt cx="370854" cy="594472"/>
          </a:xfrm>
          <a:scene3d>
            <a:camera prst="orthographicFront">
              <a:rot lat="0" lon="0" rev="0"/>
            </a:camera>
            <a:lightRig rig="contrasting" dir="t">
              <a:rot lat="0" lon="0" rev="1200000"/>
            </a:lightRig>
          </a:scene3d>
        </p:grpSpPr>
        <p:sp>
          <p:nvSpPr>
            <p:cNvPr id="38" name="Стрелка вправо 37">
              <a:extLst>
                <a:ext uri="{FF2B5EF4-FFF2-40B4-BE49-F238E27FC236}">
                  <a16:creationId xmlns:a16="http://schemas.microsoft.com/office/drawing/2014/main" id="{5F466BF5-1246-5740-A19C-9FA0028D9819}"/>
                </a:ext>
              </a:extLst>
            </p:cNvPr>
            <p:cNvSpPr/>
            <p:nvPr/>
          </p:nvSpPr>
          <p:spPr>
            <a:xfrm rot="19800000">
              <a:off x="6803918" y="2422492"/>
              <a:ext cx="370854" cy="594472"/>
            </a:xfrm>
            <a:prstGeom prst="rightArrow">
              <a:avLst>
                <a:gd name="adj1" fmla="val 60000"/>
                <a:gd name="adj2" fmla="val 50000"/>
              </a:avLst>
            </a:prstGeom>
            <a:sp3d z="-182000" contourW="19050" prstMaterial="metal">
              <a:bevelT w="88900" h="203200"/>
              <a:bevelB w="165100" h="254000"/>
            </a:sp3d>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39" name="Стрелка вправо 10">
              <a:extLst>
                <a:ext uri="{FF2B5EF4-FFF2-40B4-BE49-F238E27FC236}">
                  <a16:creationId xmlns:a16="http://schemas.microsoft.com/office/drawing/2014/main" id="{56C0094D-E7AF-4B48-A846-D4D5013BEF7D}"/>
                </a:ext>
              </a:extLst>
            </p:cNvPr>
            <p:cNvSpPr txBox="1"/>
            <p:nvPr/>
          </p:nvSpPr>
          <p:spPr>
            <a:xfrm rot="19800000">
              <a:off x="6811371" y="2569200"/>
              <a:ext cx="259598" cy="356684"/>
            </a:xfrm>
            <a:prstGeom prst="rect">
              <a:avLst/>
            </a:prstGeom>
            <a:sp3d z="-182000"/>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algn="ctr" defTabSz="733425">
                <a:lnSpc>
                  <a:spcPct val="90000"/>
                </a:lnSpc>
                <a:spcBef>
                  <a:spcPct val="0"/>
                </a:spcBef>
                <a:spcAft>
                  <a:spcPct val="35000"/>
                </a:spcAft>
              </a:pPr>
              <a:endParaRPr lang="ru-RU" sz="1650">
                <a:solidFill>
                  <a:schemeClr val="tx1"/>
                </a:solidFill>
              </a:endParaRPr>
            </a:p>
          </p:txBody>
        </p:sp>
      </p:grpSp>
      <p:grpSp>
        <p:nvGrpSpPr>
          <p:cNvPr id="11" name="Группа 10">
            <a:extLst>
              <a:ext uri="{FF2B5EF4-FFF2-40B4-BE49-F238E27FC236}">
                <a16:creationId xmlns:a16="http://schemas.microsoft.com/office/drawing/2014/main" id="{C2B5C1D6-E33B-464B-8ACA-E3E0CEAA660E}"/>
              </a:ext>
            </a:extLst>
          </p:cNvPr>
          <p:cNvGrpSpPr/>
          <p:nvPr/>
        </p:nvGrpSpPr>
        <p:grpSpPr>
          <a:xfrm>
            <a:off x="7857401" y="2101262"/>
            <a:ext cx="2437955" cy="1311336"/>
            <a:chOff x="7184301" y="1228212"/>
            <a:chExt cx="1748448" cy="1748448"/>
          </a:xfrm>
          <a:scene3d>
            <a:camera prst="orthographicFront">
              <a:rot lat="0" lon="0" rev="0"/>
            </a:camera>
            <a:lightRig rig="contrasting" dir="t">
              <a:rot lat="0" lon="0" rev="1200000"/>
            </a:lightRig>
          </a:scene3d>
        </p:grpSpPr>
        <p:sp>
          <p:nvSpPr>
            <p:cNvPr id="36" name="Овал 35">
              <a:extLst>
                <a:ext uri="{FF2B5EF4-FFF2-40B4-BE49-F238E27FC236}">
                  <a16:creationId xmlns:a16="http://schemas.microsoft.com/office/drawing/2014/main" id="{C449ADF0-1139-1A43-AAFC-CB6350701F35}"/>
                </a:ext>
              </a:extLst>
            </p:cNvPr>
            <p:cNvSpPr/>
            <p:nvPr/>
          </p:nvSpPr>
          <p:spPr>
            <a:xfrm>
              <a:off x="7184301" y="1228212"/>
              <a:ext cx="1748448" cy="1748448"/>
            </a:xfrm>
            <a:prstGeom prst="ellipse">
              <a:avLst/>
            </a:prstGeom>
            <a:sp3d contourW="19050" prstMaterial="metal">
              <a:bevelT w="88900" h="203200"/>
              <a:bevelB w="165100" h="254000"/>
            </a:sp3d>
          </p:spPr>
          <p:style>
            <a:lnRef idx="0">
              <a:schemeClr val="lt1">
                <a:hueOff val="0"/>
                <a:satOff val="0"/>
                <a:lumOff val="0"/>
                <a:alphaOff val="0"/>
              </a:schemeClr>
            </a:lnRef>
            <a:fillRef idx="1">
              <a:schemeClr val="accent3">
                <a:hueOff val="0"/>
                <a:satOff val="0"/>
                <a:lumOff val="0"/>
                <a:alphaOff val="0"/>
              </a:schemeClr>
            </a:fillRef>
            <a:effectRef idx="2">
              <a:schemeClr val="accent3">
                <a:hueOff val="0"/>
                <a:satOff val="0"/>
                <a:lumOff val="0"/>
                <a:alphaOff val="0"/>
              </a:schemeClr>
            </a:effectRef>
            <a:fontRef idx="minor">
              <a:schemeClr val="lt1"/>
            </a:fontRef>
          </p:style>
        </p:sp>
        <p:sp>
          <p:nvSpPr>
            <p:cNvPr id="37" name="Овал 12">
              <a:extLst>
                <a:ext uri="{FF2B5EF4-FFF2-40B4-BE49-F238E27FC236}">
                  <a16:creationId xmlns:a16="http://schemas.microsoft.com/office/drawing/2014/main" id="{B3D14BB6-DE45-D141-B169-5000CCC11005}"/>
                </a:ext>
              </a:extLst>
            </p:cNvPr>
            <p:cNvSpPr txBox="1"/>
            <p:nvPr/>
          </p:nvSpPr>
          <p:spPr>
            <a:xfrm>
              <a:off x="7440356" y="1484266"/>
              <a:ext cx="1236340" cy="123634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0955" tIns="20955" rIns="20955" bIns="20955" numCol="1" spcCol="1270" anchor="ctr" anchorCtr="0">
              <a:noAutofit/>
            </a:bodyPr>
            <a:lstStyle/>
            <a:p>
              <a:pPr algn="ctr" defTabSz="733425">
                <a:lnSpc>
                  <a:spcPct val="90000"/>
                </a:lnSpc>
                <a:spcBef>
                  <a:spcPct val="0"/>
                </a:spcBef>
                <a:spcAft>
                  <a:spcPct val="35000"/>
                </a:spcAft>
              </a:pPr>
              <a:r>
                <a:rPr lang="ru-RU" sz="1650" dirty="0">
                  <a:solidFill>
                    <a:schemeClr val="tx1"/>
                  </a:solidFill>
                </a:rPr>
                <a:t>матрица распределения ответственности</a:t>
              </a:r>
            </a:p>
          </p:txBody>
        </p:sp>
      </p:grpSp>
      <p:grpSp>
        <p:nvGrpSpPr>
          <p:cNvPr id="12" name="Группа 11">
            <a:extLst>
              <a:ext uri="{FF2B5EF4-FFF2-40B4-BE49-F238E27FC236}">
                <a16:creationId xmlns:a16="http://schemas.microsoft.com/office/drawing/2014/main" id="{19BDB016-C9FB-AB41-B51B-CC765D90087A}"/>
              </a:ext>
            </a:extLst>
          </p:cNvPr>
          <p:cNvGrpSpPr/>
          <p:nvPr/>
        </p:nvGrpSpPr>
        <p:grpSpPr>
          <a:xfrm>
            <a:off x="6745181" y="3661170"/>
            <a:ext cx="850327" cy="450770"/>
            <a:chOff x="6803918" y="3636083"/>
            <a:chExt cx="370854" cy="594472"/>
          </a:xfrm>
          <a:scene3d>
            <a:camera prst="orthographicFront">
              <a:rot lat="0" lon="0" rev="0"/>
            </a:camera>
            <a:lightRig rig="contrasting" dir="t">
              <a:rot lat="0" lon="0" rev="1200000"/>
            </a:lightRig>
          </a:scene3d>
        </p:grpSpPr>
        <p:sp>
          <p:nvSpPr>
            <p:cNvPr id="34" name="Стрелка вправо 33">
              <a:extLst>
                <a:ext uri="{FF2B5EF4-FFF2-40B4-BE49-F238E27FC236}">
                  <a16:creationId xmlns:a16="http://schemas.microsoft.com/office/drawing/2014/main" id="{E4257F9E-0137-2D45-813A-F253E279091E}"/>
                </a:ext>
              </a:extLst>
            </p:cNvPr>
            <p:cNvSpPr/>
            <p:nvPr/>
          </p:nvSpPr>
          <p:spPr>
            <a:xfrm rot="1800000">
              <a:off x="6803918" y="3636083"/>
              <a:ext cx="370854" cy="594472"/>
            </a:xfrm>
            <a:prstGeom prst="rightArrow">
              <a:avLst>
                <a:gd name="adj1" fmla="val 60000"/>
                <a:gd name="adj2" fmla="val 50000"/>
              </a:avLst>
            </a:prstGeom>
            <a:sp3d z="-182000" contourW="19050" prstMaterial="metal">
              <a:bevelT w="88900" h="203200"/>
              <a:bevelB w="165100" h="254000"/>
            </a:sp3d>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35" name="Стрелка вправо 14">
              <a:extLst>
                <a:ext uri="{FF2B5EF4-FFF2-40B4-BE49-F238E27FC236}">
                  <a16:creationId xmlns:a16="http://schemas.microsoft.com/office/drawing/2014/main" id="{250D4861-D026-734B-8E1D-AD2A7E0F8056}"/>
                </a:ext>
              </a:extLst>
            </p:cNvPr>
            <p:cNvSpPr txBox="1"/>
            <p:nvPr/>
          </p:nvSpPr>
          <p:spPr>
            <a:xfrm rot="1800000">
              <a:off x="6811371" y="3727163"/>
              <a:ext cx="259598" cy="356684"/>
            </a:xfrm>
            <a:prstGeom prst="rect">
              <a:avLst/>
            </a:prstGeom>
            <a:sp3d z="-182000"/>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algn="ctr" defTabSz="733425">
                <a:lnSpc>
                  <a:spcPct val="90000"/>
                </a:lnSpc>
                <a:spcBef>
                  <a:spcPct val="0"/>
                </a:spcBef>
                <a:spcAft>
                  <a:spcPct val="35000"/>
                </a:spcAft>
              </a:pPr>
              <a:endParaRPr lang="ru-RU" sz="1650">
                <a:solidFill>
                  <a:schemeClr val="tx1"/>
                </a:solidFill>
              </a:endParaRPr>
            </a:p>
          </p:txBody>
        </p:sp>
      </p:grpSp>
      <p:grpSp>
        <p:nvGrpSpPr>
          <p:cNvPr id="13" name="Группа 12">
            <a:extLst>
              <a:ext uri="{FF2B5EF4-FFF2-40B4-BE49-F238E27FC236}">
                <a16:creationId xmlns:a16="http://schemas.microsoft.com/office/drawing/2014/main" id="{855B155B-3B27-E442-9338-035AE93B46FC}"/>
              </a:ext>
            </a:extLst>
          </p:cNvPr>
          <p:cNvGrpSpPr/>
          <p:nvPr/>
        </p:nvGrpSpPr>
        <p:grpSpPr>
          <a:xfrm>
            <a:off x="7659242" y="3683525"/>
            <a:ext cx="2834273" cy="1311336"/>
            <a:chOff x="7184302" y="3676387"/>
            <a:chExt cx="1748448" cy="1748448"/>
          </a:xfrm>
          <a:scene3d>
            <a:camera prst="orthographicFront">
              <a:rot lat="0" lon="0" rev="0"/>
            </a:camera>
            <a:lightRig rig="contrasting" dir="t">
              <a:rot lat="0" lon="0" rev="1200000"/>
            </a:lightRig>
          </a:scene3d>
        </p:grpSpPr>
        <p:sp>
          <p:nvSpPr>
            <p:cNvPr id="32" name="Овал 31">
              <a:extLst>
                <a:ext uri="{FF2B5EF4-FFF2-40B4-BE49-F238E27FC236}">
                  <a16:creationId xmlns:a16="http://schemas.microsoft.com/office/drawing/2014/main" id="{EDAD80DD-1E88-524C-BB48-7D0279B96720}"/>
                </a:ext>
              </a:extLst>
            </p:cNvPr>
            <p:cNvSpPr/>
            <p:nvPr/>
          </p:nvSpPr>
          <p:spPr>
            <a:xfrm>
              <a:off x="7184302" y="3676387"/>
              <a:ext cx="1748448" cy="1748448"/>
            </a:xfrm>
            <a:prstGeom prst="ellipse">
              <a:avLst/>
            </a:prstGeom>
            <a:sp3d contourW="19050" prstMaterial="metal">
              <a:bevelT w="88900" h="203200"/>
              <a:bevelB w="165100" h="254000"/>
            </a:sp3d>
          </p:spPr>
          <p:style>
            <a:lnRef idx="0">
              <a:schemeClr val="lt1">
                <a:hueOff val="0"/>
                <a:satOff val="0"/>
                <a:lumOff val="0"/>
                <a:alphaOff val="0"/>
              </a:schemeClr>
            </a:lnRef>
            <a:fillRef idx="1">
              <a:schemeClr val="accent4">
                <a:hueOff val="0"/>
                <a:satOff val="0"/>
                <a:lumOff val="0"/>
                <a:alphaOff val="0"/>
              </a:schemeClr>
            </a:fillRef>
            <a:effectRef idx="2">
              <a:schemeClr val="accent4">
                <a:hueOff val="0"/>
                <a:satOff val="0"/>
                <a:lumOff val="0"/>
                <a:alphaOff val="0"/>
              </a:schemeClr>
            </a:effectRef>
            <a:fontRef idx="minor">
              <a:schemeClr val="lt1"/>
            </a:fontRef>
          </p:style>
        </p:sp>
        <p:sp>
          <p:nvSpPr>
            <p:cNvPr id="33" name="Овал 16">
              <a:extLst>
                <a:ext uri="{FF2B5EF4-FFF2-40B4-BE49-F238E27FC236}">
                  <a16:creationId xmlns:a16="http://schemas.microsoft.com/office/drawing/2014/main" id="{0083AB49-298E-1B41-83EA-EED129CBBDF7}"/>
                </a:ext>
              </a:extLst>
            </p:cNvPr>
            <p:cNvSpPr txBox="1"/>
            <p:nvPr/>
          </p:nvSpPr>
          <p:spPr>
            <a:xfrm>
              <a:off x="7440356" y="3932441"/>
              <a:ext cx="1236340" cy="123634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0955" tIns="20955" rIns="20955" bIns="20955" numCol="1" spcCol="1270" anchor="ctr" anchorCtr="0">
              <a:noAutofit/>
            </a:bodyPr>
            <a:lstStyle/>
            <a:p>
              <a:pPr algn="ctr" defTabSz="733425">
                <a:lnSpc>
                  <a:spcPct val="90000"/>
                </a:lnSpc>
                <a:spcBef>
                  <a:spcPct val="0"/>
                </a:spcBef>
                <a:spcAft>
                  <a:spcPct val="35000"/>
                </a:spcAft>
              </a:pPr>
              <a:r>
                <a:rPr lang="ru-RU" sz="1650" dirty="0">
                  <a:solidFill>
                    <a:schemeClr val="tx1"/>
                  </a:solidFill>
                </a:rPr>
                <a:t>дерево ресурсов — декомпозиция требуемых для выполнения проекта ресурсов;</a:t>
              </a:r>
            </a:p>
          </p:txBody>
        </p:sp>
      </p:grpSp>
      <p:grpSp>
        <p:nvGrpSpPr>
          <p:cNvPr id="14" name="Группа 13">
            <a:extLst>
              <a:ext uri="{FF2B5EF4-FFF2-40B4-BE49-F238E27FC236}">
                <a16:creationId xmlns:a16="http://schemas.microsoft.com/office/drawing/2014/main" id="{D653B6C1-B3BD-824B-ABAF-2B3762E7A3FC}"/>
              </a:ext>
            </a:extLst>
          </p:cNvPr>
          <p:cNvGrpSpPr/>
          <p:nvPr/>
        </p:nvGrpSpPr>
        <p:grpSpPr>
          <a:xfrm>
            <a:off x="5873072" y="4200124"/>
            <a:ext cx="445854" cy="278141"/>
            <a:chOff x="5641108" y="4354688"/>
            <a:chExt cx="594472" cy="370854"/>
          </a:xfrm>
          <a:scene3d>
            <a:camera prst="orthographicFront">
              <a:rot lat="0" lon="0" rev="0"/>
            </a:camera>
            <a:lightRig rig="contrasting" dir="t">
              <a:rot lat="0" lon="0" rev="1200000"/>
            </a:lightRig>
          </a:scene3d>
        </p:grpSpPr>
        <p:sp>
          <p:nvSpPr>
            <p:cNvPr id="30" name="Стрелка вправо 29">
              <a:extLst>
                <a:ext uri="{FF2B5EF4-FFF2-40B4-BE49-F238E27FC236}">
                  <a16:creationId xmlns:a16="http://schemas.microsoft.com/office/drawing/2014/main" id="{32735D69-B606-954A-97AA-472DDDFCF36A}"/>
                </a:ext>
              </a:extLst>
            </p:cNvPr>
            <p:cNvSpPr/>
            <p:nvPr/>
          </p:nvSpPr>
          <p:spPr>
            <a:xfrm rot="5400000">
              <a:off x="5752917" y="4242879"/>
              <a:ext cx="370854" cy="594472"/>
            </a:xfrm>
            <a:prstGeom prst="rightArrow">
              <a:avLst>
                <a:gd name="adj1" fmla="val 60000"/>
                <a:gd name="adj2" fmla="val 50000"/>
              </a:avLst>
            </a:prstGeom>
            <a:sp3d z="-182000" contourW="19050" prstMaterial="metal">
              <a:bevelT w="88900" h="203200"/>
              <a:bevelB w="165100" h="254000"/>
            </a:sp3d>
          </p:spPr>
          <p:style>
            <a:lnRef idx="0">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31" name="Стрелка вправо 18">
              <a:extLst>
                <a:ext uri="{FF2B5EF4-FFF2-40B4-BE49-F238E27FC236}">
                  <a16:creationId xmlns:a16="http://schemas.microsoft.com/office/drawing/2014/main" id="{0FDB6B13-4EA4-CA42-B032-51F0DE2CF596}"/>
                </a:ext>
              </a:extLst>
            </p:cNvPr>
            <p:cNvSpPr txBox="1"/>
            <p:nvPr/>
          </p:nvSpPr>
          <p:spPr>
            <a:xfrm rot="5400000">
              <a:off x="5808545" y="4306145"/>
              <a:ext cx="259598" cy="356684"/>
            </a:xfrm>
            <a:prstGeom prst="rect">
              <a:avLst/>
            </a:prstGeom>
            <a:sp3d z="-182000"/>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algn="ctr" defTabSz="733425">
                <a:lnSpc>
                  <a:spcPct val="90000"/>
                </a:lnSpc>
                <a:spcBef>
                  <a:spcPct val="0"/>
                </a:spcBef>
                <a:spcAft>
                  <a:spcPct val="35000"/>
                </a:spcAft>
              </a:pPr>
              <a:endParaRPr lang="ru-RU" sz="1650">
                <a:solidFill>
                  <a:schemeClr val="tx1"/>
                </a:solidFill>
              </a:endParaRPr>
            </a:p>
          </p:txBody>
        </p:sp>
      </p:grpSp>
      <p:grpSp>
        <p:nvGrpSpPr>
          <p:cNvPr id="15" name="Группа 14">
            <a:extLst>
              <a:ext uri="{FF2B5EF4-FFF2-40B4-BE49-F238E27FC236}">
                <a16:creationId xmlns:a16="http://schemas.microsoft.com/office/drawing/2014/main" id="{3C37DF9B-67B9-814A-A6F4-77BFD2819E5C}"/>
              </a:ext>
            </a:extLst>
          </p:cNvPr>
          <p:cNvGrpSpPr/>
          <p:nvPr/>
        </p:nvGrpSpPr>
        <p:grpSpPr>
          <a:xfrm>
            <a:off x="3821825" y="4617272"/>
            <a:ext cx="4548351" cy="1311336"/>
            <a:chOff x="5064120" y="4900474"/>
            <a:chExt cx="1748448" cy="1748448"/>
          </a:xfrm>
          <a:scene3d>
            <a:camera prst="orthographicFront">
              <a:rot lat="0" lon="0" rev="0"/>
            </a:camera>
            <a:lightRig rig="contrasting" dir="t">
              <a:rot lat="0" lon="0" rev="1200000"/>
            </a:lightRig>
          </a:scene3d>
        </p:grpSpPr>
        <p:sp>
          <p:nvSpPr>
            <p:cNvPr id="28" name="Овал 27">
              <a:extLst>
                <a:ext uri="{FF2B5EF4-FFF2-40B4-BE49-F238E27FC236}">
                  <a16:creationId xmlns:a16="http://schemas.microsoft.com/office/drawing/2014/main" id="{159B5FB5-2871-B548-89EA-F5A6024D93DC}"/>
                </a:ext>
              </a:extLst>
            </p:cNvPr>
            <p:cNvSpPr/>
            <p:nvPr/>
          </p:nvSpPr>
          <p:spPr>
            <a:xfrm>
              <a:off x="5064120" y="4900474"/>
              <a:ext cx="1748448" cy="1748448"/>
            </a:xfrm>
            <a:prstGeom prst="ellipse">
              <a:avLst/>
            </a:prstGeom>
            <a:sp3d contourW="19050" prstMaterial="metal">
              <a:bevelT w="88900" h="203200"/>
              <a:bevelB w="165100" h="254000"/>
            </a:sp3d>
          </p:spPr>
          <p:style>
            <a:lnRef idx="0">
              <a:schemeClr val="lt1">
                <a:hueOff val="0"/>
                <a:satOff val="0"/>
                <a:lumOff val="0"/>
                <a:alphaOff val="0"/>
              </a:schemeClr>
            </a:lnRef>
            <a:fillRef idx="1">
              <a:schemeClr val="accent5">
                <a:hueOff val="0"/>
                <a:satOff val="0"/>
                <a:lumOff val="0"/>
                <a:alphaOff val="0"/>
              </a:schemeClr>
            </a:fillRef>
            <a:effectRef idx="2">
              <a:schemeClr val="accent5">
                <a:hueOff val="0"/>
                <a:satOff val="0"/>
                <a:lumOff val="0"/>
                <a:alphaOff val="0"/>
              </a:schemeClr>
            </a:effectRef>
            <a:fontRef idx="minor">
              <a:schemeClr val="lt1"/>
            </a:fontRef>
          </p:style>
        </p:sp>
        <p:sp>
          <p:nvSpPr>
            <p:cNvPr id="29" name="Овал 20">
              <a:extLst>
                <a:ext uri="{FF2B5EF4-FFF2-40B4-BE49-F238E27FC236}">
                  <a16:creationId xmlns:a16="http://schemas.microsoft.com/office/drawing/2014/main" id="{B5043650-7749-A54A-8424-0B95668700BC}"/>
                </a:ext>
              </a:extLst>
            </p:cNvPr>
            <p:cNvSpPr txBox="1"/>
            <p:nvPr/>
          </p:nvSpPr>
          <p:spPr>
            <a:xfrm>
              <a:off x="5320174" y="5156528"/>
              <a:ext cx="1236340" cy="123634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0955" tIns="20955" rIns="20955" bIns="20955" numCol="1" spcCol="1270" anchor="ctr" anchorCtr="0">
              <a:noAutofit/>
            </a:bodyPr>
            <a:lstStyle/>
            <a:p>
              <a:pPr algn="ctr" defTabSz="733425">
                <a:lnSpc>
                  <a:spcPct val="90000"/>
                </a:lnSpc>
                <a:spcBef>
                  <a:spcPct val="0"/>
                </a:spcBef>
                <a:spcAft>
                  <a:spcPct val="35000"/>
                </a:spcAft>
              </a:pPr>
              <a:r>
                <a:rPr lang="ru-RU" sz="1650" dirty="0">
                  <a:solidFill>
                    <a:schemeClr val="tx1"/>
                  </a:solidFill>
                </a:rPr>
                <a:t>дерево стоимости — декомпозиция стоимостных показателей на основе WBS, дерева ресурсов и данных о стоимости элементом проекта</a:t>
              </a:r>
            </a:p>
          </p:txBody>
        </p:sp>
      </p:grpSp>
      <p:grpSp>
        <p:nvGrpSpPr>
          <p:cNvPr id="16" name="Группа 15">
            <a:extLst>
              <a:ext uri="{FF2B5EF4-FFF2-40B4-BE49-F238E27FC236}">
                <a16:creationId xmlns:a16="http://schemas.microsoft.com/office/drawing/2014/main" id="{1947A903-0EB4-EC4D-8713-AE6D869225D2}"/>
              </a:ext>
            </a:extLst>
          </p:cNvPr>
          <p:cNvGrpSpPr/>
          <p:nvPr/>
        </p:nvGrpSpPr>
        <p:grpSpPr>
          <a:xfrm>
            <a:off x="4662359" y="3661169"/>
            <a:ext cx="784461" cy="482912"/>
            <a:chOff x="4701916" y="3636083"/>
            <a:chExt cx="370854" cy="594472"/>
          </a:xfrm>
          <a:scene3d>
            <a:camera prst="orthographicFront">
              <a:rot lat="0" lon="0" rev="0"/>
            </a:camera>
            <a:lightRig rig="contrasting" dir="t">
              <a:rot lat="0" lon="0" rev="1200000"/>
            </a:lightRig>
          </a:scene3d>
        </p:grpSpPr>
        <p:sp>
          <p:nvSpPr>
            <p:cNvPr id="26" name="Стрелка вправо 25">
              <a:extLst>
                <a:ext uri="{FF2B5EF4-FFF2-40B4-BE49-F238E27FC236}">
                  <a16:creationId xmlns:a16="http://schemas.microsoft.com/office/drawing/2014/main" id="{0FA4234E-0B8B-D642-B56D-F464AD65E439}"/>
                </a:ext>
              </a:extLst>
            </p:cNvPr>
            <p:cNvSpPr/>
            <p:nvPr/>
          </p:nvSpPr>
          <p:spPr>
            <a:xfrm rot="9000000">
              <a:off x="4701916" y="3636083"/>
              <a:ext cx="370854" cy="594472"/>
            </a:xfrm>
            <a:prstGeom prst="rightArrow">
              <a:avLst>
                <a:gd name="adj1" fmla="val 60000"/>
                <a:gd name="adj2" fmla="val 50000"/>
              </a:avLst>
            </a:prstGeom>
            <a:sp3d z="-182000" contourW="19050" prstMaterial="metal">
              <a:bevelT w="88900" h="203200"/>
              <a:bevelB w="165100" h="254000"/>
            </a:sp3d>
          </p:spPr>
          <p:style>
            <a:lnRef idx="0">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27" name="Стрелка вправо 22">
              <a:extLst>
                <a:ext uri="{FF2B5EF4-FFF2-40B4-BE49-F238E27FC236}">
                  <a16:creationId xmlns:a16="http://schemas.microsoft.com/office/drawing/2014/main" id="{8A960786-67C9-1245-8792-E3BFE6BAAFCF}"/>
                </a:ext>
              </a:extLst>
            </p:cNvPr>
            <p:cNvSpPr txBox="1"/>
            <p:nvPr/>
          </p:nvSpPr>
          <p:spPr>
            <a:xfrm rot="19800000">
              <a:off x="4805719" y="3727163"/>
              <a:ext cx="259598" cy="356684"/>
            </a:xfrm>
            <a:prstGeom prst="rect">
              <a:avLst/>
            </a:prstGeom>
            <a:sp3d z="-182000"/>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algn="ctr" defTabSz="733425">
                <a:lnSpc>
                  <a:spcPct val="90000"/>
                </a:lnSpc>
                <a:spcBef>
                  <a:spcPct val="0"/>
                </a:spcBef>
                <a:spcAft>
                  <a:spcPct val="35000"/>
                </a:spcAft>
              </a:pPr>
              <a:endParaRPr lang="ru-RU" sz="1650">
                <a:solidFill>
                  <a:schemeClr val="tx1"/>
                </a:solidFill>
              </a:endParaRPr>
            </a:p>
          </p:txBody>
        </p:sp>
      </p:grpSp>
      <p:grpSp>
        <p:nvGrpSpPr>
          <p:cNvPr id="17" name="Группа 16">
            <a:extLst>
              <a:ext uri="{FF2B5EF4-FFF2-40B4-BE49-F238E27FC236}">
                <a16:creationId xmlns:a16="http://schemas.microsoft.com/office/drawing/2014/main" id="{9B1F1710-2177-DA42-8D35-A837B72E5FC0}"/>
              </a:ext>
            </a:extLst>
          </p:cNvPr>
          <p:cNvGrpSpPr/>
          <p:nvPr/>
        </p:nvGrpSpPr>
        <p:grpSpPr>
          <a:xfrm>
            <a:off x="2032364" y="3683525"/>
            <a:ext cx="2437955" cy="1311336"/>
            <a:chOff x="2943939" y="3676387"/>
            <a:chExt cx="1748448" cy="1748448"/>
          </a:xfrm>
          <a:scene3d>
            <a:camera prst="orthographicFront">
              <a:rot lat="0" lon="0" rev="0"/>
            </a:camera>
            <a:lightRig rig="contrasting" dir="t">
              <a:rot lat="0" lon="0" rev="1200000"/>
            </a:lightRig>
          </a:scene3d>
        </p:grpSpPr>
        <p:sp>
          <p:nvSpPr>
            <p:cNvPr id="24" name="Овал 23">
              <a:extLst>
                <a:ext uri="{FF2B5EF4-FFF2-40B4-BE49-F238E27FC236}">
                  <a16:creationId xmlns:a16="http://schemas.microsoft.com/office/drawing/2014/main" id="{81F28F11-57B6-934D-8068-0DB443E6481E}"/>
                </a:ext>
              </a:extLst>
            </p:cNvPr>
            <p:cNvSpPr/>
            <p:nvPr/>
          </p:nvSpPr>
          <p:spPr>
            <a:xfrm>
              <a:off x="2943939" y="3676387"/>
              <a:ext cx="1748448" cy="1748448"/>
            </a:xfrm>
            <a:prstGeom prst="ellipse">
              <a:avLst/>
            </a:prstGeom>
            <a:sp3d contourW="19050" prstMaterial="metal">
              <a:bevelT w="88900" h="203200"/>
              <a:bevelB w="165100" h="254000"/>
            </a:sp3d>
          </p:spPr>
          <p:style>
            <a:lnRef idx="0">
              <a:schemeClr val="lt1">
                <a:hueOff val="0"/>
                <a:satOff val="0"/>
                <a:lumOff val="0"/>
                <a:alphaOff val="0"/>
              </a:schemeClr>
            </a:lnRef>
            <a:fillRef idx="1">
              <a:schemeClr val="accent6">
                <a:hueOff val="0"/>
                <a:satOff val="0"/>
                <a:lumOff val="0"/>
                <a:alphaOff val="0"/>
              </a:schemeClr>
            </a:fillRef>
            <a:effectRef idx="2">
              <a:schemeClr val="accent6">
                <a:hueOff val="0"/>
                <a:satOff val="0"/>
                <a:lumOff val="0"/>
                <a:alphaOff val="0"/>
              </a:schemeClr>
            </a:effectRef>
            <a:fontRef idx="minor">
              <a:schemeClr val="lt1"/>
            </a:fontRef>
          </p:style>
        </p:sp>
        <p:sp>
          <p:nvSpPr>
            <p:cNvPr id="25" name="Овал 24">
              <a:extLst>
                <a:ext uri="{FF2B5EF4-FFF2-40B4-BE49-F238E27FC236}">
                  <a16:creationId xmlns:a16="http://schemas.microsoft.com/office/drawing/2014/main" id="{E799E4F2-E11A-B84A-AD63-A34FFEE5B137}"/>
                </a:ext>
              </a:extLst>
            </p:cNvPr>
            <p:cNvSpPr txBox="1"/>
            <p:nvPr/>
          </p:nvSpPr>
          <p:spPr>
            <a:xfrm>
              <a:off x="3199993" y="3932441"/>
              <a:ext cx="1236340" cy="123634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0955" tIns="20955" rIns="20955" bIns="20955" numCol="1" spcCol="1270" anchor="ctr" anchorCtr="0">
              <a:noAutofit/>
            </a:bodyPr>
            <a:lstStyle/>
            <a:p>
              <a:pPr algn="ctr" defTabSz="733425">
                <a:lnSpc>
                  <a:spcPct val="90000"/>
                </a:lnSpc>
                <a:spcBef>
                  <a:spcPct val="0"/>
                </a:spcBef>
                <a:spcAft>
                  <a:spcPct val="35000"/>
                </a:spcAft>
              </a:pPr>
              <a:r>
                <a:rPr lang="ru-RU" sz="1650" dirty="0">
                  <a:solidFill>
                    <a:schemeClr val="tx1"/>
                  </a:solidFill>
                </a:rPr>
                <a:t>структурная декомпозиция контрактов по элементам проекта</a:t>
              </a:r>
            </a:p>
          </p:txBody>
        </p:sp>
      </p:grpSp>
      <p:grpSp>
        <p:nvGrpSpPr>
          <p:cNvPr id="18" name="Группа 17">
            <a:extLst>
              <a:ext uri="{FF2B5EF4-FFF2-40B4-BE49-F238E27FC236}">
                <a16:creationId xmlns:a16="http://schemas.microsoft.com/office/drawing/2014/main" id="{6B2F5FF7-0F45-2C4E-9C74-C004F1BACEDD}"/>
              </a:ext>
            </a:extLst>
          </p:cNvPr>
          <p:cNvGrpSpPr/>
          <p:nvPr/>
        </p:nvGrpSpPr>
        <p:grpSpPr>
          <a:xfrm>
            <a:off x="4665539" y="2711307"/>
            <a:ext cx="781281" cy="485524"/>
            <a:chOff x="4701916" y="2422492"/>
            <a:chExt cx="370854" cy="594472"/>
          </a:xfrm>
          <a:scene3d>
            <a:camera prst="orthographicFront">
              <a:rot lat="0" lon="0" rev="0"/>
            </a:camera>
            <a:lightRig rig="contrasting" dir="t">
              <a:rot lat="0" lon="0" rev="1200000"/>
            </a:lightRig>
          </a:scene3d>
        </p:grpSpPr>
        <p:sp>
          <p:nvSpPr>
            <p:cNvPr id="22" name="Стрелка вправо 21">
              <a:extLst>
                <a:ext uri="{FF2B5EF4-FFF2-40B4-BE49-F238E27FC236}">
                  <a16:creationId xmlns:a16="http://schemas.microsoft.com/office/drawing/2014/main" id="{E345024B-C8C5-0642-96DF-401E998AF757}"/>
                </a:ext>
              </a:extLst>
            </p:cNvPr>
            <p:cNvSpPr/>
            <p:nvPr/>
          </p:nvSpPr>
          <p:spPr>
            <a:xfrm rot="12600000">
              <a:off x="4701916" y="2422492"/>
              <a:ext cx="370854" cy="594472"/>
            </a:xfrm>
            <a:prstGeom prst="rightArrow">
              <a:avLst>
                <a:gd name="adj1" fmla="val 60000"/>
                <a:gd name="adj2" fmla="val 50000"/>
              </a:avLst>
            </a:prstGeom>
            <a:sp3d z="-182000" contourW="19050" prstMaterial="metal">
              <a:bevelT w="88900" h="203200"/>
              <a:bevelB w="165100" h="254000"/>
            </a:sp3d>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23" name="Стрелка вправо 26">
              <a:extLst>
                <a:ext uri="{FF2B5EF4-FFF2-40B4-BE49-F238E27FC236}">
                  <a16:creationId xmlns:a16="http://schemas.microsoft.com/office/drawing/2014/main" id="{7D8CB260-44C4-334E-B616-F13939E3133F}"/>
                </a:ext>
              </a:extLst>
            </p:cNvPr>
            <p:cNvSpPr txBox="1"/>
            <p:nvPr/>
          </p:nvSpPr>
          <p:spPr>
            <a:xfrm rot="23400000">
              <a:off x="4805719" y="2569200"/>
              <a:ext cx="259598" cy="356684"/>
            </a:xfrm>
            <a:prstGeom prst="rect">
              <a:avLst/>
            </a:prstGeom>
            <a:sp3d z="-182000"/>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algn="ctr" defTabSz="733425">
                <a:lnSpc>
                  <a:spcPct val="90000"/>
                </a:lnSpc>
                <a:spcBef>
                  <a:spcPct val="0"/>
                </a:spcBef>
                <a:spcAft>
                  <a:spcPct val="35000"/>
                </a:spcAft>
              </a:pPr>
              <a:endParaRPr lang="ru-RU" sz="1650">
                <a:solidFill>
                  <a:schemeClr val="tx1"/>
                </a:solidFill>
              </a:endParaRPr>
            </a:p>
          </p:txBody>
        </p:sp>
      </p:grpSp>
      <p:grpSp>
        <p:nvGrpSpPr>
          <p:cNvPr id="19" name="Группа 18">
            <a:extLst>
              <a:ext uri="{FF2B5EF4-FFF2-40B4-BE49-F238E27FC236}">
                <a16:creationId xmlns:a16="http://schemas.microsoft.com/office/drawing/2014/main" id="{FF077837-4EA5-EB4F-84D2-CF2B79A43F4F}"/>
              </a:ext>
            </a:extLst>
          </p:cNvPr>
          <p:cNvGrpSpPr/>
          <p:nvPr/>
        </p:nvGrpSpPr>
        <p:grpSpPr>
          <a:xfrm>
            <a:off x="2035544" y="2114200"/>
            <a:ext cx="2437955" cy="1311336"/>
            <a:chOff x="2943939" y="1228212"/>
            <a:chExt cx="1748448" cy="1748448"/>
          </a:xfrm>
          <a:scene3d>
            <a:camera prst="orthographicFront">
              <a:rot lat="0" lon="0" rev="0"/>
            </a:camera>
            <a:lightRig rig="contrasting" dir="t">
              <a:rot lat="0" lon="0" rev="1200000"/>
            </a:lightRig>
          </a:scene3d>
        </p:grpSpPr>
        <p:sp>
          <p:nvSpPr>
            <p:cNvPr id="20" name="Овал 19">
              <a:extLst>
                <a:ext uri="{FF2B5EF4-FFF2-40B4-BE49-F238E27FC236}">
                  <a16:creationId xmlns:a16="http://schemas.microsoft.com/office/drawing/2014/main" id="{2ADEE5EF-5D68-6248-B9FC-C6719642CEF6}"/>
                </a:ext>
              </a:extLst>
            </p:cNvPr>
            <p:cNvSpPr/>
            <p:nvPr/>
          </p:nvSpPr>
          <p:spPr>
            <a:xfrm>
              <a:off x="2943939" y="1228212"/>
              <a:ext cx="1748448" cy="1748448"/>
            </a:xfrm>
            <a:prstGeom prst="ellipse">
              <a:avLst/>
            </a:prstGeom>
            <a:sp3d contourW="19050" prstMaterial="metal">
              <a:bevelT w="88900" h="203200"/>
              <a:bevelB w="165100" h="254000"/>
            </a:sp3d>
          </p:spPr>
          <p:style>
            <a:lnRef idx="0">
              <a:schemeClr val="lt1">
                <a:hueOff val="0"/>
                <a:satOff val="0"/>
                <a:lumOff val="0"/>
                <a:alphaOff val="0"/>
              </a:schemeClr>
            </a:lnRef>
            <a:fillRef idx="1">
              <a:schemeClr val="accent2">
                <a:hueOff val="0"/>
                <a:satOff val="0"/>
                <a:lumOff val="0"/>
                <a:alphaOff val="0"/>
              </a:schemeClr>
            </a:fillRef>
            <a:effectRef idx="2">
              <a:schemeClr val="accent2">
                <a:hueOff val="0"/>
                <a:satOff val="0"/>
                <a:lumOff val="0"/>
                <a:alphaOff val="0"/>
              </a:schemeClr>
            </a:effectRef>
            <a:fontRef idx="minor">
              <a:schemeClr val="lt1"/>
            </a:fontRef>
          </p:style>
        </p:sp>
        <p:sp>
          <p:nvSpPr>
            <p:cNvPr id="21" name="Овал 28">
              <a:extLst>
                <a:ext uri="{FF2B5EF4-FFF2-40B4-BE49-F238E27FC236}">
                  <a16:creationId xmlns:a16="http://schemas.microsoft.com/office/drawing/2014/main" id="{35D9CCD6-9FAD-B848-A2FD-77CBE8C30138}"/>
                </a:ext>
              </a:extLst>
            </p:cNvPr>
            <p:cNvSpPr txBox="1"/>
            <p:nvPr/>
          </p:nvSpPr>
          <p:spPr>
            <a:xfrm>
              <a:off x="3199993" y="1484266"/>
              <a:ext cx="1236340" cy="1236340"/>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0955" tIns="20955" rIns="20955" bIns="20955" numCol="1" spcCol="1270" anchor="ctr" anchorCtr="0">
              <a:noAutofit/>
            </a:bodyPr>
            <a:lstStyle/>
            <a:p>
              <a:pPr algn="ctr" defTabSz="733425">
                <a:lnSpc>
                  <a:spcPct val="90000"/>
                </a:lnSpc>
                <a:spcBef>
                  <a:spcPct val="0"/>
                </a:spcBef>
                <a:spcAft>
                  <a:spcPct val="35000"/>
                </a:spcAft>
              </a:pPr>
              <a:r>
                <a:rPr lang="ru-RU" sz="1650" dirty="0">
                  <a:solidFill>
                    <a:schemeClr val="tx1"/>
                  </a:solidFill>
                </a:rPr>
                <a:t>сетевая модель проекта</a:t>
              </a:r>
            </a:p>
          </p:txBody>
        </p:sp>
      </p:grpSp>
      <p:sp>
        <p:nvSpPr>
          <p:cNvPr id="46" name="Заголовок 1">
            <a:extLst>
              <a:ext uri="{FF2B5EF4-FFF2-40B4-BE49-F238E27FC236}">
                <a16:creationId xmlns:a16="http://schemas.microsoft.com/office/drawing/2014/main" id="{6D1816AF-1C7F-4AD0-83FE-8633164397BE}"/>
              </a:ext>
            </a:extLst>
          </p:cNvPr>
          <p:cNvSpPr>
            <a:spLocks noGrp="1"/>
          </p:cNvSpPr>
          <p:nvPr>
            <p:ph type="title"/>
          </p:nvPr>
        </p:nvSpPr>
        <p:spPr>
          <a:xfrm>
            <a:off x="609600" y="-8267"/>
            <a:ext cx="9637119" cy="870711"/>
          </a:xfrm>
        </p:spPr>
        <p:txBody>
          <a:bodyPr>
            <a:normAutofit/>
          </a:bodyPr>
          <a:lstStyle/>
          <a:p>
            <a:r>
              <a:rPr lang="ru-RU" sz="2400" b="1" dirty="0"/>
              <a:t>На основе WBS строятся и другие структурные модели проекта, такие как:</a:t>
            </a:r>
            <a:endParaRPr lang="ru-BY" sz="2400" b="1" dirty="0"/>
          </a:p>
        </p:txBody>
      </p:sp>
    </p:spTree>
    <p:extLst>
      <p:ext uri="{BB962C8B-B14F-4D97-AF65-F5344CB8AC3E}">
        <p14:creationId xmlns:p14="http://schemas.microsoft.com/office/powerpoint/2010/main" val="3195684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0.70"/>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childTnLst>
                                </p:cTn>
                              </p:par>
                              <p:par>
                                <p:cTn id="17" presetID="53" presetClass="entr" presetSubtype="16"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animEffect transition="in" filter="fade">
                                      <p:cBhvr>
                                        <p:cTn id="28" dur="500"/>
                                        <p:tgtEl>
                                          <p:spTgt spid="11"/>
                                        </p:tgtEl>
                                      </p:cBhvr>
                                    </p:animEffect>
                                  </p:childTnLst>
                                </p:cTn>
                              </p:par>
                              <p:par>
                                <p:cTn id="29" presetID="53" presetClass="entr" presetSubtype="16"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p:cTn id="31" dur="500" fill="hold"/>
                                        <p:tgtEl>
                                          <p:spTgt spid="10"/>
                                        </p:tgtEl>
                                        <p:attrNameLst>
                                          <p:attrName>ppt_w</p:attrName>
                                        </p:attrNameLst>
                                      </p:cBhvr>
                                      <p:tavLst>
                                        <p:tav tm="0">
                                          <p:val>
                                            <p:fltVal val="0"/>
                                          </p:val>
                                        </p:tav>
                                        <p:tav tm="100000">
                                          <p:val>
                                            <p:strVal val="#ppt_w"/>
                                          </p:val>
                                        </p:tav>
                                      </p:tavLst>
                                    </p:anim>
                                    <p:anim calcmode="lin" valueType="num">
                                      <p:cBhvr>
                                        <p:cTn id="32" dur="500" fill="hold"/>
                                        <p:tgtEl>
                                          <p:spTgt spid="10"/>
                                        </p:tgtEl>
                                        <p:attrNameLst>
                                          <p:attrName>ppt_h</p:attrName>
                                        </p:attrNameLst>
                                      </p:cBhvr>
                                      <p:tavLst>
                                        <p:tav tm="0">
                                          <p:val>
                                            <p:fltVal val="0"/>
                                          </p:val>
                                        </p:tav>
                                        <p:tav tm="100000">
                                          <p:val>
                                            <p:strVal val="#ppt_h"/>
                                          </p:val>
                                        </p:tav>
                                      </p:tavLst>
                                    </p:anim>
                                    <p:animEffect transition="in" filter="fade">
                                      <p:cBhvr>
                                        <p:cTn id="33" dur="5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nodeType="clickEffect">
                                  <p:stCondLst>
                                    <p:cond delay="0"/>
                                  </p:stCondLst>
                                  <p:childTnLst>
                                    <p:set>
                                      <p:cBhvr>
                                        <p:cTn id="37" dur="1" fill="hold">
                                          <p:stCondLst>
                                            <p:cond delay="0"/>
                                          </p:stCondLst>
                                        </p:cTn>
                                        <p:tgtEl>
                                          <p:spTgt spid="13"/>
                                        </p:tgtEl>
                                        <p:attrNameLst>
                                          <p:attrName>style.visibility</p:attrName>
                                        </p:attrNameLst>
                                      </p:cBhvr>
                                      <p:to>
                                        <p:strVal val="visible"/>
                                      </p:to>
                                    </p:set>
                                    <p:anim calcmode="lin" valueType="num">
                                      <p:cBhvr>
                                        <p:cTn id="38" dur="500" fill="hold"/>
                                        <p:tgtEl>
                                          <p:spTgt spid="13"/>
                                        </p:tgtEl>
                                        <p:attrNameLst>
                                          <p:attrName>ppt_w</p:attrName>
                                        </p:attrNameLst>
                                      </p:cBhvr>
                                      <p:tavLst>
                                        <p:tav tm="0">
                                          <p:val>
                                            <p:fltVal val="0"/>
                                          </p:val>
                                        </p:tav>
                                        <p:tav tm="100000">
                                          <p:val>
                                            <p:strVal val="#ppt_w"/>
                                          </p:val>
                                        </p:tav>
                                      </p:tavLst>
                                    </p:anim>
                                    <p:anim calcmode="lin" valueType="num">
                                      <p:cBhvr>
                                        <p:cTn id="39" dur="500" fill="hold"/>
                                        <p:tgtEl>
                                          <p:spTgt spid="13"/>
                                        </p:tgtEl>
                                        <p:attrNameLst>
                                          <p:attrName>ppt_h</p:attrName>
                                        </p:attrNameLst>
                                      </p:cBhvr>
                                      <p:tavLst>
                                        <p:tav tm="0">
                                          <p:val>
                                            <p:fltVal val="0"/>
                                          </p:val>
                                        </p:tav>
                                        <p:tav tm="100000">
                                          <p:val>
                                            <p:strVal val="#ppt_h"/>
                                          </p:val>
                                        </p:tav>
                                      </p:tavLst>
                                    </p:anim>
                                    <p:animEffect transition="in" filter="fade">
                                      <p:cBhvr>
                                        <p:cTn id="40" dur="500"/>
                                        <p:tgtEl>
                                          <p:spTgt spid="13"/>
                                        </p:tgtEl>
                                      </p:cBhvr>
                                    </p:animEffect>
                                  </p:childTnLst>
                                </p:cTn>
                              </p:par>
                              <p:par>
                                <p:cTn id="41" presetID="53" presetClass="entr" presetSubtype="16"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p:cTn id="43" dur="500" fill="hold"/>
                                        <p:tgtEl>
                                          <p:spTgt spid="12"/>
                                        </p:tgtEl>
                                        <p:attrNameLst>
                                          <p:attrName>ppt_w</p:attrName>
                                        </p:attrNameLst>
                                      </p:cBhvr>
                                      <p:tavLst>
                                        <p:tav tm="0">
                                          <p:val>
                                            <p:fltVal val="0"/>
                                          </p:val>
                                        </p:tav>
                                        <p:tav tm="100000">
                                          <p:val>
                                            <p:strVal val="#ppt_w"/>
                                          </p:val>
                                        </p:tav>
                                      </p:tavLst>
                                    </p:anim>
                                    <p:anim calcmode="lin" valueType="num">
                                      <p:cBhvr>
                                        <p:cTn id="44" dur="500" fill="hold"/>
                                        <p:tgtEl>
                                          <p:spTgt spid="12"/>
                                        </p:tgtEl>
                                        <p:attrNameLst>
                                          <p:attrName>ppt_h</p:attrName>
                                        </p:attrNameLst>
                                      </p:cBhvr>
                                      <p:tavLst>
                                        <p:tav tm="0">
                                          <p:val>
                                            <p:fltVal val="0"/>
                                          </p:val>
                                        </p:tav>
                                        <p:tav tm="100000">
                                          <p:val>
                                            <p:strVal val="#ppt_h"/>
                                          </p:val>
                                        </p:tav>
                                      </p:tavLst>
                                    </p:anim>
                                    <p:animEffect transition="in" filter="fade">
                                      <p:cBhvr>
                                        <p:cTn id="45" dur="500"/>
                                        <p:tgtEl>
                                          <p:spTgt spid="12"/>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 calcmode="lin" valueType="num">
                                      <p:cBhvr>
                                        <p:cTn id="50" dur="500" fill="hold"/>
                                        <p:tgtEl>
                                          <p:spTgt spid="15"/>
                                        </p:tgtEl>
                                        <p:attrNameLst>
                                          <p:attrName>ppt_w</p:attrName>
                                        </p:attrNameLst>
                                      </p:cBhvr>
                                      <p:tavLst>
                                        <p:tav tm="0">
                                          <p:val>
                                            <p:fltVal val="0"/>
                                          </p:val>
                                        </p:tav>
                                        <p:tav tm="100000">
                                          <p:val>
                                            <p:strVal val="#ppt_w"/>
                                          </p:val>
                                        </p:tav>
                                      </p:tavLst>
                                    </p:anim>
                                    <p:anim calcmode="lin" valueType="num">
                                      <p:cBhvr>
                                        <p:cTn id="51" dur="500" fill="hold"/>
                                        <p:tgtEl>
                                          <p:spTgt spid="15"/>
                                        </p:tgtEl>
                                        <p:attrNameLst>
                                          <p:attrName>ppt_h</p:attrName>
                                        </p:attrNameLst>
                                      </p:cBhvr>
                                      <p:tavLst>
                                        <p:tav tm="0">
                                          <p:val>
                                            <p:fltVal val="0"/>
                                          </p:val>
                                        </p:tav>
                                        <p:tav tm="100000">
                                          <p:val>
                                            <p:strVal val="#ppt_h"/>
                                          </p:val>
                                        </p:tav>
                                      </p:tavLst>
                                    </p:anim>
                                    <p:animEffect transition="in" filter="fade">
                                      <p:cBhvr>
                                        <p:cTn id="52" dur="500"/>
                                        <p:tgtEl>
                                          <p:spTgt spid="15"/>
                                        </p:tgtEl>
                                      </p:cBhvr>
                                    </p:animEffect>
                                  </p:childTnLst>
                                </p:cTn>
                              </p:par>
                              <p:par>
                                <p:cTn id="53" presetID="53" presetClass="entr" presetSubtype="16" fill="hold" nodeType="with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p:cTn id="55" dur="500" fill="hold"/>
                                        <p:tgtEl>
                                          <p:spTgt spid="14"/>
                                        </p:tgtEl>
                                        <p:attrNameLst>
                                          <p:attrName>ppt_w</p:attrName>
                                        </p:attrNameLst>
                                      </p:cBhvr>
                                      <p:tavLst>
                                        <p:tav tm="0">
                                          <p:val>
                                            <p:fltVal val="0"/>
                                          </p:val>
                                        </p:tav>
                                        <p:tav tm="100000">
                                          <p:val>
                                            <p:strVal val="#ppt_w"/>
                                          </p:val>
                                        </p:tav>
                                      </p:tavLst>
                                    </p:anim>
                                    <p:anim calcmode="lin" valueType="num">
                                      <p:cBhvr>
                                        <p:cTn id="56" dur="500" fill="hold"/>
                                        <p:tgtEl>
                                          <p:spTgt spid="14"/>
                                        </p:tgtEl>
                                        <p:attrNameLst>
                                          <p:attrName>ppt_h</p:attrName>
                                        </p:attrNameLst>
                                      </p:cBhvr>
                                      <p:tavLst>
                                        <p:tav tm="0">
                                          <p:val>
                                            <p:fltVal val="0"/>
                                          </p:val>
                                        </p:tav>
                                        <p:tav tm="100000">
                                          <p:val>
                                            <p:strVal val="#ppt_h"/>
                                          </p:val>
                                        </p:tav>
                                      </p:tavLst>
                                    </p:anim>
                                    <p:animEffect transition="in" filter="fade">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nodeType="clickEffect">
                                  <p:stCondLst>
                                    <p:cond delay="0"/>
                                  </p:stCondLst>
                                  <p:childTnLst>
                                    <p:set>
                                      <p:cBhvr>
                                        <p:cTn id="61" dur="1" fill="hold">
                                          <p:stCondLst>
                                            <p:cond delay="0"/>
                                          </p:stCondLst>
                                        </p:cTn>
                                        <p:tgtEl>
                                          <p:spTgt spid="17"/>
                                        </p:tgtEl>
                                        <p:attrNameLst>
                                          <p:attrName>style.visibility</p:attrName>
                                        </p:attrNameLst>
                                      </p:cBhvr>
                                      <p:to>
                                        <p:strVal val="visible"/>
                                      </p:to>
                                    </p:set>
                                    <p:anim calcmode="lin" valueType="num">
                                      <p:cBhvr>
                                        <p:cTn id="62" dur="500" fill="hold"/>
                                        <p:tgtEl>
                                          <p:spTgt spid="17"/>
                                        </p:tgtEl>
                                        <p:attrNameLst>
                                          <p:attrName>ppt_w</p:attrName>
                                        </p:attrNameLst>
                                      </p:cBhvr>
                                      <p:tavLst>
                                        <p:tav tm="0">
                                          <p:val>
                                            <p:fltVal val="0"/>
                                          </p:val>
                                        </p:tav>
                                        <p:tav tm="100000">
                                          <p:val>
                                            <p:strVal val="#ppt_w"/>
                                          </p:val>
                                        </p:tav>
                                      </p:tavLst>
                                    </p:anim>
                                    <p:anim calcmode="lin" valueType="num">
                                      <p:cBhvr>
                                        <p:cTn id="63" dur="500" fill="hold"/>
                                        <p:tgtEl>
                                          <p:spTgt spid="17"/>
                                        </p:tgtEl>
                                        <p:attrNameLst>
                                          <p:attrName>ppt_h</p:attrName>
                                        </p:attrNameLst>
                                      </p:cBhvr>
                                      <p:tavLst>
                                        <p:tav tm="0">
                                          <p:val>
                                            <p:fltVal val="0"/>
                                          </p:val>
                                        </p:tav>
                                        <p:tav tm="100000">
                                          <p:val>
                                            <p:strVal val="#ppt_h"/>
                                          </p:val>
                                        </p:tav>
                                      </p:tavLst>
                                    </p:anim>
                                    <p:animEffect transition="in" filter="fade">
                                      <p:cBhvr>
                                        <p:cTn id="64" dur="500"/>
                                        <p:tgtEl>
                                          <p:spTgt spid="17"/>
                                        </p:tgtEl>
                                      </p:cBhvr>
                                    </p:animEffect>
                                  </p:childTnLst>
                                </p:cTn>
                              </p:par>
                              <p:par>
                                <p:cTn id="65" presetID="53" presetClass="entr" presetSubtype="16" fill="hold" nodeType="withEffect">
                                  <p:stCondLst>
                                    <p:cond delay="0"/>
                                  </p:stCondLst>
                                  <p:childTnLst>
                                    <p:set>
                                      <p:cBhvr>
                                        <p:cTn id="66" dur="1" fill="hold">
                                          <p:stCondLst>
                                            <p:cond delay="0"/>
                                          </p:stCondLst>
                                        </p:cTn>
                                        <p:tgtEl>
                                          <p:spTgt spid="16"/>
                                        </p:tgtEl>
                                        <p:attrNameLst>
                                          <p:attrName>style.visibility</p:attrName>
                                        </p:attrNameLst>
                                      </p:cBhvr>
                                      <p:to>
                                        <p:strVal val="visible"/>
                                      </p:to>
                                    </p:set>
                                    <p:anim calcmode="lin" valueType="num">
                                      <p:cBhvr>
                                        <p:cTn id="67" dur="500" fill="hold"/>
                                        <p:tgtEl>
                                          <p:spTgt spid="16"/>
                                        </p:tgtEl>
                                        <p:attrNameLst>
                                          <p:attrName>ppt_w</p:attrName>
                                        </p:attrNameLst>
                                      </p:cBhvr>
                                      <p:tavLst>
                                        <p:tav tm="0">
                                          <p:val>
                                            <p:fltVal val="0"/>
                                          </p:val>
                                        </p:tav>
                                        <p:tav tm="100000">
                                          <p:val>
                                            <p:strVal val="#ppt_w"/>
                                          </p:val>
                                        </p:tav>
                                      </p:tavLst>
                                    </p:anim>
                                    <p:anim calcmode="lin" valueType="num">
                                      <p:cBhvr>
                                        <p:cTn id="68" dur="500" fill="hold"/>
                                        <p:tgtEl>
                                          <p:spTgt spid="16"/>
                                        </p:tgtEl>
                                        <p:attrNameLst>
                                          <p:attrName>ppt_h</p:attrName>
                                        </p:attrNameLst>
                                      </p:cBhvr>
                                      <p:tavLst>
                                        <p:tav tm="0">
                                          <p:val>
                                            <p:fltVal val="0"/>
                                          </p:val>
                                        </p:tav>
                                        <p:tav tm="100000">
                                          <p:val>
                                            <p:strVal val="#ppt_h"/>
                                          </p:val>
                                        </p:tav>
                                      </p:tavLst>
                                    </p:anim>
                                    <p:animEffect transition="in" filter="fade">
                                      <p:cBhvr>
                                        <p:cTn id="69" dur="500"/>
                                        <p:tgtEl>
                                          <p:spTgt spid="16"/>
                                        </p:tgtEl>
                                      </p:cBhvr>
                                    </p:animEffect>
                                  </p:childTnLst>
                                </p:cTn>
                              </p:par>
                            </p:childTnLst>
                          </p:cTn>
                        </p:par>
                      </p:childTnLst>
                    </p:cTn>
                  </p:par>
                  <p:par>
                    <p:cTn id="70" fill="hold">
                      <p:stCondLst>
                        <p:cond delay="indefinite"/>
                      </p:stCondLst>
                      <p:childTnLst>
                        <p:par>
                          <p:cTn id="71" fill="hold">
                            <p:stCondLst>
                              <p:cond delay="0"/>
                            </p:stCondLst>
                            <p:childTnLst>
                              <p:par>
                                <p:cTn id="72" presetID="53" presetClass="entr" presetSubtype="16" fill="hold" nodeType="clickEffect">
                                  <p:stCondLst>
                                    <p:cond delay="0"/>
                                  </p:stCondLst>
                                  <p:childTnLst>
                                    <p:set>
                                      <p:cBhvr>
                                        <p:cTn id="73" dur="1" fill="hold">
                                          <p:stCondLst>
                                            <p:cond delay="0"/>
                                          </p:stCondLst>
                                        </p:cTn>
                                        <p:tgtEl>
                                          <p:spTgt spid="19"/>
                                        </p:tgtEl>
                                        <p:attrNameLst>
                                          <p:attrName>style.visibility</p:attrName>
                                        </p:attrNameLst>
                                      </p:cBhvr>
                                      <p:to>
                                        <p:strVal val="visible"/>
                                      </p:to>
                                    </p:set>
                                    <p:anim calcmode="lin" valueType="num">
                                      <p:cBhvr>
                                        <p:cTn id="74" dur="500" fill="hold"/>
                                        <p:tgtEl>
                                          <p:spTgt spid="19"/>
                                        </p:tgtEl>
                                        <p:attrNameLst>
                                          <p:attrName>ppt_w</p:attrName>
                                        </p:attrNameLst>
                                      </p:cBhvr>
                                      <p:tavLst>
                                        <p:tav tm="0">
                                          <p:val>
                                            <p:fltVal val="0"/>
                                          </p:val>
                                        </p:tav>
                                        <p:tav tm="100000">
                                          <p:val>
                                            <p:strVal val="#ppt_w"/>
                                          </p:val>
                                        </p:tav>
                                      </p:tavLst>
                                    </p:anim>
                                    <p:anim calcmode="lin" valueType="num">
                                      <p:cBhvr>
                                        <p:cTn id="75" dur="500" fill="hold"/>
                                        <p:tgtEl>
                                          <p:spTgt spid="19"/>
                                        </p:tgtEl>
                                        <p:attrNameLst>
                                          <p:attrName>ppt_h</p:attrName>
                                        </p:attrNameLst>
                                      </p:cBhvr>
                                      <p:tavLst>
                                        <p:tav tm="0">
                                          <p:val>
                                            <p:fltVal val="0"/>
                                          </p:val>
                                        </p:tav>
                                        <p:tav tm="100000">
                                          <p:val>
                                            <p:strVal val="#ppt_h"/>
                                          </p:val>
                                        </p:tav>
                                      </p:tavLst>
                                    </p:anim>
                                    <p:animEffect transition="in" filter="fade">
                                      <p:cBhvr>
                                        <p:cTn id="76" dur="500"/>
                                        <p:tgtEl>
                                          <p:spTgt spid="19"/>
                                        </p:tgtEl>
                                      </p:cBhvr>
                                    </p:animEffect>
                                  </p:childTnLst>
                                </p:cTn>
                              </p:par>
                              <p:par>
                                <p:cTn id="77" presetID="53" presetClass="entr" presetSubtype="16" fill="hold" nodeType="withEffect">
                                  <p:stCondLst>
                                    <p:cond delay="0"/>
                                  </p:stCondLst>
                                  <p:childTnLst>
                                    <p:set>
                                      <p:cBhvr>
                                        <p:cTn id="78" dur="1" fill="hold">
                                          <p:stCondLst>
                                            <p:cond delay="0"/>
                                          </p:stCondLst>
                                        </p:cTn>
                                        <p:tgtEl>
                                          <p:spTgt spid="18"/>
                                        </p:tgtEl>
                                        <p:attrNameLst>
                                          <p:attrName>style.visibility</p:attrName>
                                        </p:attrNameLst>
                                      </p:cBhvr>
                                      <p:to>
                                        <p:strVal val="visible"/>
                                      </p:to>
                                    </p:set>
                                    <p:anim calcmode="lin" valueType="num">
                                      <p:cBhvr>
                                        <p:cTn id="79" dur="500" fill="hold"/>
                                        <p:tgtEl>
                                          <p:spTgt spid="18"/>
                                        </p:tgtEl>
                                        <p:attrNameLst>
                                          <p:attrName>ppt_w</p:attrName>
                                        </p:attrNameLst>
                                      </p:cBhvr>
                                      <p:tavLst>
                                        <p:tav tm="0">
                                          <p:val>
                                            <p:fltVal val="0"/>
                                          </p:val>
                                        </p:tav>
                                        <p:tav tm="100000">
                                          <p:val>
                                            <p:strVal val="#ppt_w"/>
                                          </p:val>
                                        </p:tav>
                                      </p:tavLst>
                                    </p:anim>
                                    <p:anim calcmode="lin" valueType="num">
                                      <p:cBhvr>
                                        <p:cTn id="80" dur="500" fill="hold"/>
                                        <p:tgtEl>
                                          <p:spTgt spid="18"/>
                                        </p:tgtEl>
                                        <p:attrNameLst>
                                          <p:attrName>ppt_h</p:attrName>
                                        </p:attrNameLst>
                                      </p:cBhvr>
                                      <p:tavLst>
                                        <p:tav tm="0">
                                          <p:val>
                                            <p:fltVal val="0"/>
                                          </p:val>
                                        </p:tav>
                                        <p:tav tm="100000">
                                          <p:val>
                                            <p:strVal val="#ppt_h"/>
                                          </p:val>
                                        </p:tav>
                                      </p:tavLst>
                                    </p:anim>
                                    <p:animEffect transition="in" filter="fade">
                                      <p:cBhvr>
                                        <p:cTn id="8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3D7EB4F-33A6-A709-A2B0-313126BCC4D1}"/>
              </a:ext>
            </a:extLst>
          </p:cNvPr>
          <p:cNvSpPr>
            <a:spLocks noGrp="1"/>
          </p:cNvSpPr>
          <p:nvPr>
            <p:ph type="title"/>
          </p:nvPr>
        </p:nvSpPr>
        <p:spPr>
          <a:xfrm>
            <a:off x="2927649" y="188640"/>
            <a:ext cx="5937755" cy="1188720"/>
          </a:xfrm>
        </p:spPr>
        <p:txBody>
          <a:bodyPr/>
          <a:lstStyle/>
          <a:p>
            <a:pPr algn="ctr"/>
            <a:r>
              <a:rPr lang="ru-RU" dirty="0"/>
              <a:t> </a:t>
            </a:r>
            <a:r>
              <a:rPr lang="en-US" dirty="0"/>
              <a:t>PERT-</a:t>
            </a:r>
            <a:r>
              <a:rPr lang="ru-RU" dirty="0"/>
              <a:t>анализ</a:t>
            </a:r>
            <a:endParaRPr lang="ru-BY" dirty="0"/>
          </a:p>
        </p:txBody>
      </p:sp>
      <p:sp>
        <p:nvSpPr>
          <p:cNvPr id="3" name="Объект 2">
            <a:extLst>
              <a:ext uri="{FF2B5EF4-FFF2-40B4-BE49-F238E27FC236}">
                <a16:creationId xmlns:a16="http://schemas.microsoft.com/office/drawing/2014/main" id="{02A50F67-A04B-4191-2746-57CC1816EC5A}"/>
              </a:ext>
            </a:extLst>
          </p:cNvPr>
          <p:cNvSpPr>
            <a:spLocks noGrp="1"/>
          </p:cNvSpPr>
          <p:nvPr>
            <p:ph idx="1"/>
          </p:nvPr>
        </p:nvSpPr>
        <p:spPr>
          <a:xfrm>
            <a:off x="1775520" y="1844825"/>
            <a:ext cx="8640960" cy="3895204"/>
          </a:xfrm>
        </p:spPr>
        <p:txBody>
          <a:bodyPr>
            <a:normAutofit fontScale="77500" lnSpcReduction="20000"/>
          </a:bodyPr>
          <a:lstStyle/>
          <a:p>
            <a:r>
              <a:rPr lang="ru-RU" dirty="0"/>
              <a:t>Метод PERT (Program </a:t>
            </a:r>
            <a:r>
              <a:rPr lang="ru-RU" dirty="0" err="1"/>
              <a:t>Evaluation</a:t>
            </a:r>
            <a:r>
              <a:rPr lang="ru-RU" dirty="0"/>
              <a:t> </a:t>
            </a:r>
            <a:r>
              <a:rPr lang="ru-RU" dirty="0" err="1"/>
              <a:t>and</a:t>
            </a:r>
            <a:r>
              <a:rPr lang="ru-RU" dirty="0"/>
              <a:t> Review </a:t>
            </a:r>
            <a:r>
              <a:rPr lang="ru-RU" dirty="0" err="1"/>
              <a:t>Technique</a:t>
            </a:r>
            <a:r>
              <a:rPr lang="ru-RU" dirty="0"/>
              <a:t>) — это сетевая модель управления проектами, которая используется для анализа и планирования задач, оценки времени выполнения проекта и определения критического пути.</a:t>
            </a:r>
          </a:p>
          <a:p>
            <a:r>
              <a:rPr lang="ru-RU" dirty="0"/>
              <a:t>Самая известная часть PERT — это диаграммы взаимосвязей работ и событий. Предлагает использовать диаграммы-графы с работами на узлах, с работами на стрелках (сетевые графики), а также диаграммы </a:t>
            </a:r>
            <a:r>
              <a:rPr lang="ru-RU" dirty="0" err="1"/>
              <a:t>Ганта</a:t>
            </a:r>
            <a:r>
              <a:rPr lang="ru-RU" dirty="0"/>
              <a:t>.</a:t>
            </a:r>
          </a:p>
          <a:p>
            <a:r>
              <a:rPr lang="ru-RU" dirty="0"/>
              <a:t>Вероятностная оценка трудоёмкости проекта (диапазон неопределённости характеризуется оптимистической, пессимистической и наиболее вероятной оценками трудозатрат). </a:t>
            </a:r>
          </a:p>
          <a:p>
            <a:r>
              <a:rPr lang="ru-RU" dirty="0"/>
              <a:t>Продолжительность  работы  рассчитывается  в  данном  случае  как средневзвешенная  средняя  оптимистического,  пессимистического  и  ожидаемого прогнозов.</a:t>
            </a:r>
            <a:endParaRPr lang="ru-BY" dirty="0"/>
          </a:p>
        </p:txBody>
      </p:sp>
    </p:spTree>
    <p:extLst>
      <p:ext uri="{BB962C8B-B14F-4D97-AF65-F5344CB8AC3E}">
        <p14:creationId xmlns:p14="http://schemas.microsoft.com/office/powerpoint/2010/main" val="14830083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036618" y="-2453"/>
            <a:ext cx="8229600" cy="931123"/>
          </a:xfrm>
        </p:spPr>
        <p:txBody>
          <a:bodyPr>
            <a:normAutofit/>
          </a:bodyPr>
          <a:lstStyle/>
          <a:p>
            <a:pPr algn="ctr"/>
            <a:r>
              <a:rPr lang="ru-RU" sz="2800" b="1" dirty="0"/>
              <a:t>Метод PERT</a:t>
            </a:r>
          </a:p>
        </p:txBody>
      </p:sp>
      <p:pic>
        <p:nvPicPr>
          <p:cNvPr id="3074" name="Picture 2"/>
          <p:cNvPicPr>
            <a:picLocks noGrp="1" noChangeAspect="1" noChangeArrowheads="1"/>
          </p:cNvPicPr>
          <p:nvPr>
            <p:ph idx="1"/>
          </p:nvPr>
        </p:nvPicPr>
        <p:blipFill>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2019856" y="1172580"/>
            <a:ext cx="8532440" cy="56854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36636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Диаграмма PERT">
            <a:extLst>
              <a:ext uri="{FF2B5EF4-FFF2-40B4-BE49-F238E27FC236}">
                <a16:creationId xmlns:a16="http://schemas.microsoft.com/office/drawing/2014/main" id="{49A50AFD-66FA-C372-6C0D-060E3347ECA7}"/>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1981200" y="966789"/>
            <a:ext cx="8229600" cy="4924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39193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D7562E-E0D8-4671-8AEF-17928667CB75}"/>
              </a:ext>
            </a:extLst>
          </p:cNvPr>
          <p:cNvSpPr>
            <a:spLocks noGrp="1"/>
          </p:cNvSpPr>
          <p:nvPr>
            <p:ph type="title"/>
          </p:nvPr>
        </p:nvSpPr>
        <p:spPr>
          <a:xfrm>
            <a:off x="1847528" y="188640"/>
            <a:ext cx="8640960" cy="1188720"/>
          </a:xfrm>
        </p:spPr>
        <p:txBody>
          <a:bodyPr rtlCol="0">
            <a:normAutofit/>
          </a:bodyPr>
          <a:lstStyle/>
          <a:p>
            <a:pPr>
              <a:defRPr/>
            </a:pPr>
            <a:r>
              <a:rPr lang="ru-RU" sz="2400" b="1" dirty="0">
                <a:latin typeface="Times New Roman" pitchFamily="18" charset="0"/>
                <a:cs typeface="Times New Roman" pitchFamily="18" charset="0"/>
              </a:rPr>
              <a:t>Сетевые модели типа вершина - работы</a:t>
            </a:r>
            <a:endParaRPr lang="ru-RU" sz="2400" b="1" dirty="0"/>
          </a:p>
        </p:txBody>
      </p:sp>
      <p:pic>
        <p:nvPicPr>
          <p:cNvPr id="25603" name="Picture 11">
            <a:extLst>
              <a:ext uri="{FF2B5EF4-FFF2-40B4-BE49-F238E27FC236}">
                <a16:creationId xmlns:a16="http://schemas.microsoft.com/office/drawing/2014/main" id="{3BF298F7-7033-4DFB-BBBA-2E81D04566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004" y="1652589"/>
            <a:ext cx="8334375" cy="407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AE46D60C-0B77-4DF7-B7D9-627CF50F29CF}"/>
              </a:ext>
            </a:extLst>
          </p:cNvPr>
          <p:cNvSpPr>
            <a:spLocks noGrp="1"/>
          </p:cNvSpPr>
          <p:nvPr>
            <p:ph type="title"/>
          </p:nvPr>
        </p:nvSpPr>
        <p:spPr>
          <a:xfrm>
            <a:off x="1640132" y="116632"/>
            <a:ext cx="8801993" cy="952140"/>
          </a:xfrm>
        </p:spPr>
        <p:txBody>
          <a:bodyPr rtlCol="0">
            <a:normAutofit/>
          </a:bodyPr>
          <a:lstStyle/>
          <a:p>
            <a:pPr>
              <a:defRPr/>
            </a:pPr>
            <a:r>
              <a:rPr lang="ru-RU" sz="2400" b="1" dirty="0">
                <a:latin typeface="Times New Roman" pitchFamily="18" charset="0"/>
                <a:cs typeface="Times New Roman" pitchFamily="18" charset="0"/>
              </a:rPr>
              <a:t>Сетевые модели типа вершина - события</a:t>
            </a:r>
            <a:endParaRPr lang="ru-RU" sz="2400" b="1" dirty="0"/>
          </a:p>
        </p:txBody>
      </p:sp>
      <p:pic>
        <p:nvPicPr>
          <p:cNvPr id="26627" name="Picture 11">
            <a:extLst>
              <a:ext uri="{FF2B5EF4-FFF2-40B4-BE49-F238E27FC236}">
                <a16:creationId xmlns:a16="http://schemas.microsoft.com/office/drawing/2014/main" id="{6D5CDEFF-4F0F-41CC-9CD5-EE892FA5C5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4882" y="1340769"/>
            <a:ext cx="8963025"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Rectangle 2">
            <a:extLst>
              <a:ext uri="{FF2B5EF4-FFF2-40B4-BE49-F238E27FC236}">
                <a16:creationId xmlns:a16="http://schemas.microsoft.com/office/drawing/2014/main" id="{EDED58D5-5C38-4E46-A345-80BECA7E2799}"/>
              </a:ext>
            </a:extLst>
          </p:cNvPr>
          <p:cNvSpPr>
            <a:spLocks noGrp="1" noRot="1" noChangeArrowheads="1"/>
          </p:cNvSpPr>
          <p:nvPr>
            <p:ph type="title" sz="quarter"/>
          </p:nvPr>
        </p:nvSpPr>
        <p:spPr>
          <a:xfrm>
            <a:off x="1981200" y="274638"/>
            <a:ext cx="8229600" cy="490066"/>
          </a:xfrm>
        </p:spPr>
        <p:txBody>
          <a:bodyPr>
            <a:noAutofit/>
          </a:bodyPr>
          <a:lstStyle/>
          <a:p>
            <a:r>
              <a:rPr lang="ru-RU" altLang="ru-BY" sz="2400" b="1" dirty="0">
                <a:latin typeface="Times New Roman" panose="02020603050405020304" pitchFamily="18" charset="0"/>
                <a:cs typeface="Times New Roman" panose="02020603050405020304" pitchFamily="18" charset="0"/>
              </a:rPr>
              <a:t>Типы логической связи</a:t>
            </a:r>
          </a:p>
        </p:txBody>
      </p:sp>
      <p:graphicFrame>
        <p:nvGraphicFramePr>
          <p:cNvPr id="2050" name="Object 3">
            <a:extLst>
              <a:ext uri="{FF2B5EF4-FFF2-40B4-BE49-F238E27FC236}">
                <a16:creationId xmlns:a16="http://schemas.microsoft.com/office/drawing/2014/main" id="{04083326-E96F-43FB-97A3-5B2139EF146A}"/>
              </a:ext>
            </a:extLst>
          </p:cNvPr>
          <p:cNvGraphicFramePr>
            <a:graphicFrameLocks noGrp="1" noChangeAspect="1"/>
          </p:cNvGraphicFramePr>
          <p:nvPr>
            <p:ph sz="quarter" idx="1"/>
          </p:nvPr>
        </p:nvGraphicFramePr>
        <p:xfrm>
          <a:off x="2135188" y="2636839"/>
          <a:ext cx="2087562" cy="1062037"/>
        </p:xfrm>
        <a:graphic>
          <a:graphicData uri="http://schemas.openxmlformats.org/presentationml/2006/ole">
            <mc:AlternateContent xmlns:mc="http://schemas.openxmlformats.org/markup-compatibility/2006">
              <mc:Choice xmlns:v="urn:schemas-microsoft-com:vml" Requires="v">
                <p:oleObj spid="_x0000_s1058" name="Visio" r:id="rId3" imgW="1831669" imgH="931649" progId="Visio.Drawing.11">
                  <p:embed/>
                </p:oleObj>
              </mc:Choice>
              <mc:Fallback>
                <p:oleObj name="Visio" r:id="rId3" imgW="1831669" imgH="931649" progId="Visio.Drawing.11">
                  <p:embed/>
                  <p:pic>
                    <p:nvPicPr>
                      <p:cNvPr id="2050" name="Object 3">
                        <a:extLst>
                          <a:ext uri="{FF2B5EF4-FFF2-40B4-BE49-F238E27FC236}">
                            <a16:creationId xmlns:a16="http://schemas.microsoft.com/office/drawing/2014/main" id="{04083326-E96F-43FB-97A3-5B2139EF14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5188" y="2636839"/>
                        <a:ext cx="2087562" cy="106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1" name="Object 4">
            <a:extLst>
              <a:ext uri="{FF2B5EF4-FFF2-40B4-BE49-F238E27FC236}">
                <a16:creationId xmlns:a16="http://schemas.microsoft.com/office/drawing/2014/main" id="{D383B699-42CD-41B4-84B2-0F2E03D05982}"/>
              </a:ext>
            </a:extLst>
          </p:cNvPr>
          <p:cNvGraphicFramePr>
            <a:graphicFrameLocks noGrp="1" noChangeAspect="1"/>
          </p:cNvGraphicFramePr>
          <p:nvPr>
            <p:ph sz="quarter" idx="2"/>
          </p:nvPr>
        </p:nvGraphicFramePr>
        <p:xfrm>
          <a:off x="2135189" y="1341439"/>
          <a:ext cx="2592387" cy="1101725"/>
        </p:xfrm>
        <a:graphic>
          <a:graphicData uri="http://schemas.openxmlformats.org/presentationml/2006/ole">
            <mc:AlternateContent xmlns:mc="http://schemas.openxmlformats.org/markup-compatibility/2006">
              <mc:Choice xmlns:v="urn:schemas-microsoft-com:vml" Requires="v">
                <p:oleObj spid="_x0000_s1059" name="Visio" r:id="rId5" imgW="2191691" imgH="931649" progId="Visio.Drawing.11">
                  <p:embed/>
                </p:oleObj>
              </mc:Choice>
              <mc:Fallback>
                <p:oleObj name="Visio" r:id="rId5" imgW="2191691" imgH="931649" progId="Visio.Drawing.11">
                  <p:embed/>
                  <p:pic>
                    <p:nvPicPr>
                      <p:cNvPr id="2051" name="Object 4">
                        <a:extLst>
                          <a:ext uri="{FF2B5EF4-FFF2-40B4-BE49-F238E27FC236}">
                            <a16:creationId xmlns:a16="http://schemas.microsoft.com/office/drawing/2014/main" id="{D383B699-42CD-41B4-84B2-0F2E03D0598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5189" y="1341439"/>
                        <a:ext cx="2592387" cy="110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2" name="Object 5">
            <a:extLst>
              <a:ext uri="{FF2B5EF4-FFF2-40B4-BE49-F238E27FC236}">
                <a16:creationId xmlns:a16="http://schemas.microsoft.com/office/drawing/2014/main" id="{B23E3B6F-C00D-4884-A4F1-D2358C45C953}"/>
              </a:ext>
            </a:extLst>
          </p:cNvPr>
          <p:cNvGraphicFramePr>
            <a:graphicFrameLocks noGrp="1" noChangeAspect="1"/>
          </p:cNvGraphicFramePr>
          <p:nvPr>
            <p:ph sz="quarter" idx="3"/>
          </p:nvPr>
        </p:nvGraphicFramePr>
        <p:xfrm>
          <a:off x="2279651" y="3933825"/>
          <a:ext cx="2232025" cy="1130300"/>
        </p:xfrm>
        <a:graphic>
          <a:graphicData uri="http://schemas.openxmlformats.org/presentationml/2006/ole">
            <mc:AlternateContent xmlns:mc="http://schemas.openxmlformats.org/markup-compatibility/2006">
              <mc:Choice xmlns:v="urn:schemas-microsoft-com:vml" Requires="v">
                <p:oleObj spid="_x0000_s1060" name="Visio" r:id="rId7" imgW="1840633" imgH="931649" progId="Visio.Drawing.11">
                  <p:embed/>
                </p:oleObj>
              </mc:Choice>
              <mc:Fallback>
                <p:oleObj name="Visio" r:id="rId7" imgW="1840633" imgH="931649" progId="Visio.Drawing.11">
                  <p:embed/>
                  <p:pic>
                    <p:nvPicPr>
                      <p:cNvPr id="2052" name="Object 5">
                        <a:extLst>
                          <a:ext uri="{FF2B5EF4-FFF2-40B4-BE49-F238E27FC236}">
                            <a16:creationId xmlns:a16="http://schemas.microsoft.com/office/drawing/2014/main" id="{B23E3B6F-C00D-4884-A4F1-D2358C45C95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79651" y="3933825"/>
                        <a:ext cx="2232025" cy="113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3" name="Object 10">
            <a:extLst>
              <a:ext uri="{FF2B5EF4-FFF2-40B4-BE49-F238E27FC236}">
                <a16:creationId xmlns:a16="http://schemas.microsoft.com/office/drawing/2014/main" id="{859FB593-FEFE-4B96-B3D2-341D2893944A}"/>
              </a:ext>
            </a:extLst>
          </p:cNvPr>
          <p:cNvGraphicFramePr>
            <a:graphicFrameLocks noGrp="1" noChangeAspect="1"/>
          </p:cNvGraphicFramePr>
          <p:nvPr>
            <p:ph sz="quarter" idx="4"/>
          </p:nvPr>
        </p:nvGraphicFramePr>
        <p:xfrm>
          <a:off x="1919289" y="5373688"/>
          <a:ext cx="2879725" cy="1052512"/>
        </p:xfrm>
        <a:graphic>
          <a:graphicData uri="http://schemas.openxmlformats.org/presentationml/2006/ole">
            <mc:AlternateContent xmlns:mc="http://schemas.openxmlformats.org/markup-compatibility/2006">
              <mc:Choice xmlns:v="urn:schemas-microsoft-com:vml" Requires="v">
                <p:oleObj spid="_x0000_s1061" name="Visio" r:id="rId9" imgW="2551714" imgH="931649" progId="Visio.Drawing.11">
                  <p:embed/>
                </p:oleObj>
              </mc:Choice>
              <mc:Fallback>
                <p:oleObj name="Visio" r:id="rId9" imgW="2551714" imgH="931649" progId="Visio.Drawing.11">
                  <p:embed/>
                  <p:pic>
                    <p:nvPicPr>
                      <p:cNvPr id="2053" name="Object 10">
                        <a:extLst>
                          <a:ext uri="{FF2B5EF4-FFF2-40B4-BE49-F238E27FC236}">
                            <a16:creationId xmlns:a16="http://schemas.microsoft.com/office/drawing/2014/main" id="{859FB593-FEFE-4B96-B3D2-341D2893944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19289" y="5373688"/>
                        <a:ext cx="2879725" cy="1052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5" name="Text Box 6">
            <a:extLst>
              <a:ext uri="{FF2B5EF4-FFF2-40B4-BE49-F238E27FC236}">
                <a16:creationId xmlns:a16="http://schemas.microsoft.com/office/drawing/2014/main" id="{18CFB0DE-9D4C-4A25-B9CB-BF787A63E5B4}"/>
              </a:ext>
            </a:extLst>
          </p:cNvPr>
          <p:cNvSpPr txBox="1">
            <a:spLocks noChangeArrowheads="1"/>
          </p:cNvSpPr>
          <p:nvPr/>
        </p:nvSpPr>
        <p:spPr bwMode="auto">
          <a:xfrm>
            <a:off x="4943475" y="1412876"/>
            <a:ext cx="496728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u-RU" altLang="ru-BY" sz="2000" b="1" dirty="0">
                <a:solidFill>
                  <a:srgbClr val="00B0F0"/>
                </a:solidFill>
                <a:latin typeface="Times New Roman" panose="02020603050405020304" pitchFamily="18" charset="0"/>
              </a:rPr>
              <a:t>«Окончание – начало».</a:t>
            </a:r>
            <a:r>
              <a:rPr lang="ru-RU" altLang="ru-BY" sz="2000" dirty="0">
                <a:latin typeface="Times New Roman" panose="02020603050405020304" pitchFamily="18" charset="0"/>
              </a:rPr>
              <a:t> Работа-последователь может начаться только после окончания работы-предшественника. </a:t>
            </a:r>
          </a:p>
        </p:txBody>
      </p:sp>
      <p:sp>
        <p:nvSpPr>
          <p:cNvPr id="2056" name="Text Box 7">
            <a:extLst>
              <a:ext uri="{FF2B5EF4-FFF2-40B4-BE49-F238E27FC236}">
                <a16:creationId xmlns:a16="http://schemas.microsoft.com/office/drawing/2014/main" id="{2D3395CE-1FEB-47BA-A857-8BD80FFE4BD0}"/>
              </a:ext>
            </a:extLst>
          </p:cNvPr>
          <p:cNvSpPr txBox="1">
            <a:spLocks noChangeArrowheads="1"/>
          </p:cNvSpPr>
          <p:nvPr/>
        </p:nvSpPr>
        <p:spPr bwMode="auto">
          <a:xfrm>
            <a:off x="4943475" y="2636839"/>
            <a:ext cx="496728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u-RU" altLang="ru-BY" sz="2000" b="1" dirty="0">
                <a:solidFill>
                  <a:srgbClr val="00B0F0"/>
                </a:solidFill>
                <a:latin typeface="Times New Roman" panose="02020603050405020304" pitchFamily="18" charset="0"/>
              </a:rPr>
              <a:t>«Начало – начало».</a:t>
            </a:r>
            <a:r>
              <a:rPr lang="ru-RU" altLang="ru-BY" sz="2000" dirty="0">
                <a:solidFill>
                  <a:srgbClr val="00B0F0"/>
                </a:solidFill>
                <a:latin typeface="Times New Roman" panose="02020603050405020304" pitchFamily="18" charset="0"/>
              </a:rPr>
              <a:t> </a:t>
            </a:r>
            <a:r>
              <a:rPr lang="ru-RU" altLang="ru-BY" sz="2000" dirty="0">
                <a:latin typeface="Times New Roman" panose="02020603050405020304" pitchFamily="18" charset="0"/>
              </a:rPr>
              <a:t>Работа-последователь не может начаться до тех пор, пока не начнется работа-предшественник.</a:t>
            </a:r>
          </a:p>
        </p:txBody>
      </p:sp>
      <p:sp>
        <p:nvSpPr>
          <p:cNvPr id="2057" name="Text Box 8">
            <a:extLst>
              <a:ext uri="{FF2B5EF4-FFF2-40B4-BE49-F238E27FC236}">
                <a16:creationId xmlns:a16="http://schemas.microsoft.com/office/drawing/2014/main" id="{9AF007DE-9351-4944-B686-3FEE7DE86E36}"/>
              </a:ext>
            </a:extLst>
          </p:cNvPr>
          <p:cNvSpPr txBox="1">
            <a:spLocks noChangeArrowheads="1"/>
          </p:cNvSpPr>
          <p:nvPr/>
        </p:nvSpPr>
        <p:spPr bwMode="auto">
          <a:xfrm>
            <a:off x="4943475" y="3933826"/>
            <a:ext cx="4967288"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u-RU" altLang="ru-BY" sz="2000" b="1" dirty="0">
                <a:solidFill>
                  <a:srgbClr val="00B0F0"/>
                </a:solidFill>
                <a:latin typeface="Times New Roman" panose="02020603050405020304" pitchFamily="18" charset="0"/>
              </a:rPr>
              <a:t>«Окончание – окончание».</a:t>
            </a:r>
            <a:r>
              <a:rPr lang="ru-RU" altLang="ru-BY" sz="2000" dirty="0">
                <a:solidFill>
                  <a:srgbClr val="00B0F0"/>
                </a:solidFill>
                <a:latin typeface="Times New Roman" panose="02020603050405020304" pitchFamily="18" charset="0"/>
              </a:rPr>
              <a:t> </a:t>
            </a:r>
            <a:r>
              <a:rPr lang="ru-RU" altLang="ru-BY" sz="2000" dirty="0">
                <a:latin typeface="Times New Roman" panose="02020603050405020304" pitchFamily="18" charset="0"/>
              </a:rPr>
              <a:t>Работа-последователь не может завершиться до тех пор, пока не завершится работа-предшественник.</a:t>
            </a:r>
          </a:p>
        </p:txBody>
      </p:sp>
      <p:sp>
        <p:nvSpPr>
          <p:cNvPr id="2058" name="Text Box 9">
            <a:extLst>
              <a:ext uri="{FF2B5EF4-FFF2-40B4-BE49-F238E27FC236}">
                <a16:creationId xmlns:a16="http://schemas.microsoft.com/office/drawing/2014/main" id="{897C85FF-7A4D-4482-A3F1-8A93F6519563}"/>
              </a:ext>
            </a:extLst>
          </p:cNvPr>
          <p:cNvSpPr txBox="1">
            <a:spLocks noChangeArrowheads="1"/>
          </p:cNvSpPr>
          <p:nvPr/>
        </p:nvSpPr>
        <p:spPr bwMode="auto">
          <a:xfrm>
            <a:off x="4943475" y="5373689"/>
            <a:ext cx="4967288"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u-RU" altLang="ru-BY" sz="2000" b="1" dirty="0">
                <a:solidFill>
                  <a:srgbClr val="00B0F0"/>
                </a:solidFill>
                <a:latin typeface="Times New Roman" panose="02020603050405020304" pitchFamily="18" charset="0"/>
              </a:rPr>
              <a:t>«Начало – окончание».</a:t>
            </a:r>
            <a:r>
              <a:rPr lang="ru-RU" altLang="ru-BY" sz="2000" dirty="0">
                <a:solidFill>
                  <a:srgbClr val="00B0F0"/>
                </a:solidFill>
                <a:latin typeface="Times New Roman" panose="02020603050405020304" pitchFamily="18" charset="0"/>
              </a:rPr>
              <a:t> </a:t>
            </a:r>
            <a:r>
              <a:rPr lang="ru-RU" altLang="ru-BY" sz="2000" dirty="0">
                <a:latin typeface="Times New Roman" panose="02020603050405020304" pitchFamily="18" charset="0"/>
              </a:rPr>
              <a:t>Работа-последователь не может завершиться до тех пор, пока не началась работа-предшественник.</a:t>
            </a:r>
            <a:r>
              <a:rPr lang="ru-RU" altLang="ru-BY" sz="2000" b="1" dirty="0">
                <a:latin typeface="Times New Roman" panose="02020603050405020304" pitchFamily="18" charset="0"/>
              </a:rPr>
              <a:t>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Заголовок 1">
            <a:extLst>
              <a:ext uri="{FF2B5EF4-FFF2-40B4-BE49-F238E27FC236}">
                <a16:creationId xmlns:a16="http://schemas.microsoft.com/office/drawing/2014/main" id="{89C7EDF1-B66B-4AF2-B6EC-AF8C25A16C28}"/>
              </a:ext>
            </a:extLst>
          </p:cNvPr>
          <p:cNvSpPr>
            <a:spLocks noGrp="1"/>
          </p:cNvSpPr>
          <p:nvPr>
            <p:ph type="title" sz="quarter"/>
          </p:nvPr>
        </p:nvSpPr>
        <p:spPr>
          <a:xfrm>
            <a:off x="1532870" y="274639"/>
            <a:ext cx="8677931" cy="668833"/>
          </a:xfrm>
        </p:spPr>
        <p:txBody>
          <a:bodyPr>
            <a:noAutofit/>
          </a:bodyPr>
          <a:lstStyle/>
          <a:p>
            <a:r>
              <a:rPr lang="ru-RU" altLang="ru-BY" sz="2400" b="1" dirty="0">
                <a:latin typeface="Times New Roman" panose="02020603050405020304" pitchFamily="18" charset="0"/>
                <a:cs typeface="Times New Roman" panose="02020603050405020304" pitchFamily="18" charset="0"/>
              </a:rPr>
              <a:t>Линейный календарный график </a:t>
            </a:r>
            <a:endParaRPr lang="ru-RU" altLang="ru-BY" sz="2400" b="1" dirty="0"/>
          </a:p>
        </p:txBody>
      </p:sp>
      <p:pic>
        <p:nvPicPr>
          <p:cNvPr id="27651" name="Picture 3" descr="C:\Users\Yura\Desktop\plan_example.gif">
            <a:extLst>
              <a:ext uri="{FF2B5EF4-FFF2-40B4-BE49-F238E27FC236}">
                <a16:creationId xmlns:a16="http://schemas.microsoft.com/office/drawing/2014/main" id="{ACB31A50-FD64-4656-823D-6EEFDE44F7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2870" y="2564905"/>
            <a:ext cx="9199563" cy="334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C:\Users\Yura\Desktop\сетевик.png">
            <a:extLst>
              <a:ext uri="{FF2B5EF4-FFF2-40B4-BE49-F238E27FC236}">
                <a16:creationId xmlns:a16="http://schemas.microsoft.com/office/drawing/2014/main" id="{2A234010-78B5-4275-A87A-82428DF1DD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7487" y="1"/>
            <a:ext cx="4321176"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5" name="Picture 3" descr="C:\Users\Yura\Desktop\календарь.png">
            <a:extLst>
              <a:ext uri="{FF2B5EF4-FFF2-40B4-BE49-F238E27FC236}">
                <a16:creationId xmlns:a16="http://schemas.microsoft.com/office/drawing/2014/main" id="{28DA6F28-0B38-4E8C-9498-AC3289939A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3363" y="2473326"/>
            <a:ext cx="4305301" cy="441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Заголовок 1">
            <a:extLst>
              <a:ext uri="{FF2B5EF4-FFF2-40B4-BE49-F238E27FC236}">
                <a16:creationId xmlns:a16="http://schemas.microsoft.com/office/drawing/2014/main" id="{6A260BB7-3658-42AE-A644-1DED6D002229}"/>
              </a:ext>
            </a:extLst>
          </p:cNvPr>
          <p:cNvSpPr>
            <a:spLocks noGrp="1"/>
          </p:cNvSpPr>
          <p:nvPr>
            <p:ph type="title" sz="quarter"/>
          </p:nvPr>
        </p:nvSpPr>
        <p:spPr>
          <a:xfrm>
            <a:off x="5808664" y="0"/>
            <a:ext cx="4859337" cy="6858000"/>
          </a:xfrm>
        </p:spPr>
        <p:txBody>
          <a:bodyPr/>
          <a:lstStyle/>
          <a:p>
            <a:r>
              <a:rPr lang="ru-RU" altLang="ru-BY" sz="2800" dirty="0">
                <a:latin typeface="Times New Roman" panose="02020603050405020304" pitchFamily="18" charset="0"/>
                <a:cs typeface="Times New Roman" panose="02020603050405020304" pitchFamily="18" charset="0"/>
              </a:rPr>
              <a:t>-сетевой график типа вершина – события</a:t>
            </a:r>
            <a:br>
              <a:rPr lang="ru-RU" altLang="ru-BY" sz="2800" dirty="0">
                <a:latin typeface="Times New Roman" panose="02020603050405020304" pitchFamily="18" charset="0"/>
                <a:cs typeface="Times New Roman" panose="02020603050405020304" pitchFamily="18" charset="0"/>
              </a:rPr>
            </a:br>
            <a:br>
              <a:rPr lang="ru-RU" altLang="ru-BY" sz="2800" dirty="0">
                <a:latin typeface="Times New Roman" panose="02020603050405020304" pitchFamily="18" charset="0"/>
                <a:cs typeface="Times New Roman" panose="02020603050405020304" pitchFamily="18" charset="0"/>
              </a:rPr>
            </a:br>
            <a:br>
              <a:rPr lang="ru-RU" altLang="ru-BY" sz="2800" dirty="0">
                <a:latin typeface="Times New Roman" panose="02020603050405020304" pitchFamily="18" charset="0"/>
                <a:cs typeface="Times New Roman" panose="02020603050405020304" pitchFamily="18" charset="0"/>
              </a:rPr>
            </a:br>
            <a:r>
              <a:rPr lang="ru-RU" altLang="ru-BY" sz="2800" dirty="0">
                <a:latin typeface="Times New Roman" panose="02020603050405020304" pitchFamily="18" charset="0"/>
                <a:cs typeface="Times New Roman" panose="02020603050405020304" pitchFamily="18" charset="0"/>
              </a:rPr>
              <a:t> </a:t>
            </a:r>
            <a:br>
              <a:rPr lang="ru-RU" altLang="ru-BY" sz="2800" dirty="0">
                <a:latin typeface="Times New Roman" panose="02020603050405020304" pitchFamily="18" charset="0"/>
                <a:cs typeface="Times New Roman" panose="02020603050405020304" pitchFamily="18" charset="0"/>
              </a:rPr>
            </a:br>
            <a:br>
              <a:rPr lang="ru-RU" altLang="ru-BY" sz="2800" dirty="0">
                <a:latin typeface="Times New Roman" panose="02020603050405020304" pitchFamily="18" charset="0"/>
                <a:cs typeface="Times New Roman" panose="02020603050405020304" pitchFamily="18" charset="0"/>
              </a:rPr>
            </a:br>
            <a:r>
              <a:rPr lang="ru-RU" altLang="ru-BY" sz="2800" dirty="0">
                <a:latin typeface="Times New Roman" panose="02020603050405020304" pitchFamily="18" charset="0"/>
                <a:cs typeface="Times New Roman" panose="02020603050405020304" pitchFamily="18" charset="0"/>
              </a:rPr>
              <a:t>-календарный график</a:t>
            </a:r>
            <a:br>
              <a:rPr lang="ru-RU" altLang="ru-BY" sz="2800" dirty="0">
                <a:latin typeface="Times New Roman" panose="02020603050405020304" pitchFamily="18" charset="0"/>
                <a:cs typeface="Times New Roman" panose="02020603050405020304" pitchFamily="18" charset="0"/>
              </a:rPr>
            </a:br>
            <a:br>
              <a:rPr lang="ru-RU" altLang="ru-BY" sz="2800" dirty="0">
                <a:latin typeface="Times New Roman" panose="02020603050405020304" pitchFamily="18" charset="0"/>
                <a:cs typeface="Times New Roman" panose="02020603050405020304" pitchFamily="18" charset="0"/>
              </a:rPr>
            </a:br>
            <a:br>
              <a:rPr lang="ru-RU" altLang="ru-BY" sz="2800" dirty="0">
                <a:latin typeface="Times New Roman" panose="02020603050405020304" pitchFamily="18" charset="0"/>
                <a:cs typeface="Times New Roman" panose="02020603050405020304" pitchFamily="18" charset="0"/>
              </a:rPr>
            </a:br>
            <a:br>
              <a:rPr lang="ru-RU" altLang="ru-BY" sz="2800" dirty="0">
                <a:latin typeface="Times New Roman" panose="02020603050405020304" pitchFamily="18" charset="0"/>
                <a:cs typeface="Times New Roman" panose="02020603050405020304" pitchFamily="18" charset="0"/>
              </a:rPr>
            </a:br>
            <a:br>
              <a:rPr lang="ru-RU" altLang="ru-BY" sz="2800" dirty="0">
                <a:latin typeface="Times New Roman" panose="02020603050405020304" pitchFamily="18" charset="0"/>
                <a:cs typeface="Times New Roman" panose="02020603050405020304" pitchFamily="18" charset="0"/>
              </a:rPr>
            </a:br>
            <a:br>
              <a:rPr lang="ru-RU" altLang="ru-BY" sz="2800" dirty="0">
                <a:latin typeface="Times New Roman" panose="02020603050405020304" pitchFamily="18" charset="0"/>
                <a:cs typeface="Times New Roman" panose="02020603050405020304" pitchFamily="18" charset="0"/>
              </a:rPr>
            </a:br>
            <a:r>
              <a:rPr lang="ru-RU" altLang="ru-BY" sz="2800" dirty="0">
                <a:latin typeface="Times New Roman" panose="02020603050405020304" pitchFamily="18" charset="0"/>
                <a:cs typeface="Times New Roman" panose="02020603050405020304" pitchFamily="18" charset="0"/>
              </a:rPr>
              <a:t> -график движения ресурсов</a:t>
            </a:r>
            <a:endParaRPr lang="ru-RU" altLang="ru-BY" sz="2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39C4C81-F2E9-9159-FE22-7199148EF822}"/>
              </a:ext>
            </a:extLst>
          </p:cNvPr>
          <p:cNvSpPr>
            <a:spLocks noGrp="1"/>
          </p:cNvSpPr>
          <p:nvPr>
            <p:ph type="title"/>
          </p:nvPr>
        </p:nvSpPr>
        <p:spPr>
          <a:xfrm>
            <a:off x="2495600" y="116632"/>
            <a:ext cx="7272808" cy="720080"/>
          </a:xfrm>
        </p:spPr>
        <p:txBody>
          <a:bodyPr>
            <a:normAutofit fontScale="90000"/>
          </a:bodyPr>
          <a:lstStyle/>
          <a:p>
            <a:r>
              <a:rPr lang="ru-RU" sz="2800" dirty="0"/>
              <a:t> </a:t>
            </a:r>
            <a:br>
              <a:rPr lang="ru-RU" sz="2800" dirty="0"/>
            </a:br>
            <a:br>
              <a:rPr lang="ru-RU" sz="2800" dirty="0"/>
            </a:br>
            <a:r>
              <a:rPr lang="ru-RU" sz="2800" dirty="0"/>
              <a:t>Планирование трудовых  ресурсов  проекта</a:t>
            </a:r>
            <a:br>
              <a:rPr lang="ru-RU" sz="2800" dirty="0"/>
            </a:br>
            <a:r>
              <a:rPr lang="ru-RU" sz="2800" dirty="0"/>
              <a:t> </a:t>
            </a:r>
            <a:br>
              <a:rPr lang="ru-RU" sz="2800" dirty="0"/>
            </a:br>
            <a:endParaRPr lang="ru-BY" dirty="0"/>
          </a:p>
        </p:txBody>
      </p:sp>
      <p:sp>
        <p:nvSpPr>
          <p:cNvPr id="3" name="Объект 2">
            <a:extLst>
              <a:ext uri="{FF2B5EF4-FFF2-40B4-BE49-F238E27FC236}">
                <a16:creationId xmlns:a16="http://schemas.microsoft.com/office/drawing/2014/main" id="{70C0112A-2E51-7B0D-F99F-A90D2F3A2123}"/>
              </a:ext>
            </a:extLst>
          </p:cNvPr>
          <p:cNvSpPr>
            <a:spLocks noGrp="1"/>
          </p:cNvSpPr>
          <p:nvPr>
            <p:ph idx="1"/>
          </p:nvPr>
        </p:nvSpPr>
        <p:spPr>
          <a:xfrm>
            <a:off x="2351584" y="1340769"/>
            <a:ext cx="7560840" cy="3101983"/>
          </a:xfrm>
        </p:spPr>
        <p:txBody>
          <a:bodyPr>
            <a:noAutofit/>
          </a:bodyPr>
          <a:lstStyle/>
          <a:p>
            <a:pPr marL="0" indent="0">
              <a:buNone/>
            </a:pPr>
            <a:endParaRPr lang="ru-RU" sz="1600" dirty="0"/>
          </a:p>
          <a:p>
            <a:pPr marL="0" indent="0">
              <a:buNone/>
            </a:pPr>
            <a:r>
              <a:rPr lang="ru-RU" sz="1600" dirty="0"/>
              <a:t>В планировании трудовых ресурсов проекта можно укрупнено выделить три основных этапа: </a:t>
            </a:r>
          </a:p>
        </p:txBody>
      </p:sp>
      <p:graphicFrame>
        <p:nvGraphicFramePr>
          <p:cNvPr id="4" name="Схема 3">
            <a:extLst>
              <a:ext uri="{FF2B5EF4-FFF2-40B4-BE49-F238E27FC236}">
                <a16:creationId xmlns:a16="http://schemas.microsoft.com/office/drawing/2014/main" id="{4492CAAB-803F-4D89-BF1C-13F8B030E099}"/>
              </a:ext>
            </a:extLst>
          </p:cNvPr>
          <p:cNvGraphicFramePr/>
          <p:nvPr>
            <p:extLst/>
          </p:nvPr>
        </p:nvGraphicFramePr>
        <p:xfrm>
          <a:off x="2135560" y="2492896"/>
          <a:ext cx="7224464"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861236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7297E0B-F252-49CD-B4B1-4B582A6AC397}"/>
              </a:ext>
            </a:extLst>
          </p:cNvPr>
          <p:cNvSpPr>
            <a:spLocks noGrp="1"/>
          </p:cNvSpPr>
          <p:nvPr>
            <p:ph type="title"/>
          </p:nvPr>
        </p:nvSpPr>
        <p:spPr/>
        <p:txBody>
          <a:bodyPr/>
          <a:lstStyle/>
          <a:p>
            <a:pPr algn="ctr"/>
            <a:r>
              <a:rPr lang="ru-RU" dirty="0"/>
              <a:t>Примерные статьи бюджета проекта</a:t>
            </a:r>
            <a:endParaRPr lang="ru-BY" dirty="0"/>
          </a:p>
        </p:txBody>
      </p:sp>
      <p:graphicFrame>
        <p:nvGraphicFramePr>
          <p:cNvPr id="4" name="Объект 3">
            <a:extLst>
              <a:ext uri="{FF2B5EF4-FFF2-40B4-BE49-F238E27FC236}">
                <a16:creationId xmlns:a16="http://schemas.microsoft.com/office/drawing/2014/main" id="{6A8D0F9E-3C55-46D8-B160-740A4FFFC9FF}"/>
              </a:ext>
            </a:extLst>
          </p:cNvPr>
          <p:cNvGraphicFramePr>
            <a:graphicFrameLocks noGrp="1"/>
          </p:cNvGraphicFramePr>
          <p:nvPr>
            <p:ph idx="1"/>
            <p:extLst>
              <p:ext uri="{D42A27DB-BD31-4B8C-83A1-F6EECF244321}">
                <p14:modId xmlns:p14="http://schemas.microsoft.com/office/powerpoint/2010/main" val="214754541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050226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p:nvPr/>
        </p:nvPicPr>
        <p:blipFill>
          <a:blip r:embed="rId2" cstate="print"/>
          <a:srcRect/>
          <a:stretch>
            <a:fillRect/>
          </a:stretch>
        </p:blipFill>
        <p:spPr bwMode="auto">
          <a:xfrm>
            <a:off x="1037903" y="407988"/>
            <a:ext cx="8820472" cy="5674642"/>
          </a:xfrm>
          <a:prstGeom prst="rect">
            <a:avLst/>
          </a:prstGeom>
          <a:noFill/>
          <a:ln w="9525">
            <a:noFill/>
            <a:miter lim="800000"/>
            <a:headEnd/>
            <a:tailEnd/>
          </a:ln>
        </p:spPr>
      </p:pic>
    </p:spTree>
    <p:extLst>
      <p:ext uri="{BB962C8B-B14F-4D97-AF65-F5344CB8AC3E}">
        <p14:creationId xmlns:p14="http://schemas.microsoft.com/office/powerpoint/2010/main" val="42240873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0B7EA8-1E2D-AD45-B600-C1D3FAB8BF59}"/>
              </a:ext>
            </a:extLst>
          </p:cNvPr>
          <p:cNvSpPr>
            <a:spLocks noGrp="1"/>
          </p:cNvSpPr>
          <p:nvPr>
            <p:ph type="title"/>
          </p:nvPr>
        </p:nvSpPr>
        <p:spPr>
          <a:xfrm>
            <a:off x="3071665" y="116632"/>
            <a:ext cx="5702259" cy="880132"/>
          </a:xfrm>
        </p:spPr>
        <p:txBody>
          <a:bodyPr>
            <a:normAutofit fontScale="90000"/>
          </a:bodyPr>
          <a:lstStyle/>
          <a:p>
            <a:r>
              <a:rPr lang="ru-RU" dirty="0"/>
              <a:t>Фаза разработки проекта</a:t>
            </a:r>
            <a:endParaRPr lang="ru-BY" dirty="0"/>
          </a:p>
        </p:txBody>
      </p:sp>
      <p:graphicFrame>
        <p:nvGraphicFramePr>
          <p:cNvPr id="4" name="Объект 3">
            <a:extLst>
              <a:ext uri="{FF2B5EF4-FFF2-40B4-BE49-F238E27FC236}">
                <a16:creationId xmlns:a16="http://schemas.microsoft.com/office/drawing/2014/main" id="{2D84B345-2A0C-4DC7-A51F-07B719DACF08}"/>
              </a:ext>
            </a:extLst>
          </p:cNvPr>
          <p:cNvGraphicFramePr>
            <a:graphicFrameLocks noGrp="1"/>
          </p:cNvGraphicFramePr>
          <p:nvPr>
            <p:ph idx="1"/>
            <p:extLst>
              <p:ext uri="{D42A27DB-BD31-4B8C-83A1-F6EECF244321}">
                <p14:modId xmlns:p14="http://schemas.microsoft.com/office/powerpoint/2010/main" val="3856087462"/>
              </p:ext>
            </p:extLst>
          </p:nvPr>
        </p:nvGraphicFramePr>
        <p:xfrm>
          <a:off x="2567608" y="1196753"/>
          <a:ext cx="7272808" cy="50405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75876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a:t>Сбор и анализ требований </a:t>
            </a:r>
          </a:p>
        </p:txBody>
      </p:sp>
      <p:sp>
        <p:nvSpPr>
          <p:cNvPr id="3" name="Содержимое 2"/>
          <p:cNvSpPr>
            <a:spLocks noGrp="1"/>
          </p:cNvSpPr>
          <p:nvPr>
            <p:ph idx="1"/>
          </p:nvPr>
        </p:nvSpPr>
        <p:spPr>
          <a:xfrm>
            <a:off x="609601" y="1690688"/>
            <a:ext cx="9446840" cy="4049341"/>
          </a:xfrm>
        </p:spPr>
        <p:txBody>
          <a:bodyPr>
            <a:normAutofit fontScale="77500" lnSpcReduction="20000"/>
          </a:bodyPr>
          <a:lstStyle/>
          <a:p>
            <a:r>
              <a:rPr lang="ru-RU" b="1" dirty="0"/>
              <a:t>IEEE </a:t>
            </a:r>
            <a:r>
              <a:rPr lang="ru-RU" b="1" dirty="0" err="1"/>
              <a:t>Standard</a:t>
            </a:r>
            <a:r>
              <a:rPr lang="ru-RU" b="1" dirty="0"/>
              <a:t> </a:t>
            </a:r>
            <a:r>
              <a:rPr lang="ru-RU" b="1" dirty="0" err="1"/>
              <a:t>Glossary</a:t>
            </a:r>
            <a:r>
              <a:rPr lang="ru-RU" b="1" dirty="0"/>
              <a:t> </a:t>
            </a:r>
            <a:r>
              <a:rPr lang="ru-RU" b="1" dirty="0" err="1"/>
              <a:t>of</a:t>
            </a:r>
            <a:r>
              <a:rPr lang="ru-RU" b="1" dirty="0"/>
              <a:t> </a:t>
            </a:r>
            <a:r>
              <a:rPr lang="ru-RU" b="1" dirty="0" err="1"/>
              <a:t>Software</a:t>
            </a:r>
            <a:r>
              <a:rPr lang="ru-RU" b="1" dirty="0"/>
              <a:t> </a:t>
            </a:r>
            <a:r>
              <a:rPr lang="ru-RU" b="1" dirty="0" err="1"/>
              <a:t>Engineering</a:t>
            </a:r>
            <a:r>
              <a:rPr lang="ru-RU" b="1" dirty="0"/>
              <a:t> </a:t>
            </a:r>
            <a:r>
              <a:rPr lang="ru-RU" b="1" dirty="0" err="1"/>
              <a:t>Terminology</a:t>
            </a:r>
            <a:r>
              <a:rPr lang="ru-RU" b="1" dirty="0"/>
              <a:t> (1990)</a:t>
            </a:r>
            <a:r>
              <a:rPr lang="ru-RU" dirty="0"/>
              <a:t> определяет требования как:</a:t>
            </a:r>
            <a:br>
              <a:rPr lang="ru-RU" dirty="0"/>
            </a:br>
            <a:r>
              <a:rPr lang="ru-RU" dirty="0"/>
              <a:t>1. Условия или возможности, необходимые пользователю для решения проблем или достижения целей;</a:t>
            </a:r>
            <a:br>
              <a:rPr lang="ru-RU" dirty="0"/>
            </a:br>
            <a:r>
              <a:rPr lang="ru-RU" dirty="0"/>
              <a:t>2. Условия или возможности, которыми должна обладать система или системные компоненты, чтобы выполнить контракт или удовлетворять стандартам, спецификациям или другим формальным документам;</a:t>
            </a:r>
            <a:br>
              <a:rPr lang="ru-RU" dirty="0"/>
            </a:br>
            <a:r>
              <a:rPr lang="ru-RU" dirty="0"/>
              <a:t>3. Документированное представление условий или возможностей для пунктов 1 и 2.</a:t>
            </a:r>
          </a:p>
          <a:p>
            <a:r>
              <a:rPr lang="ru-RU" dirty="0"/>
              <a:t>На этапе сбора требований основная работа ведется с заказчиком системы и ее будущими пользователями. Цель этапа — точно определить функции продукта и способы его интеграции в существующие процессы. </a:t>
            </a:r>
            <a:br>
              <a:rPr lang="ru-RU" dirty="0"/>
            </a:br>
            <a:endParaRPr lang="ru-RU" dirty="0"/>
          </a:p>
        </p:txBody>
      </p:sp>
    </p:spTree>
    <p:extLst>
      <p:ext uri="{BB962C8B-B14F-4D97-AF65-F5344CB8AC3E}">
        <p14:creationId xmlns:p14="http://schemas.microsoft.com/office/powerpoint/2010/main" val="23837347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extLst>
              <a:ext uri="{BEBA8EAE-BF5A-486C-A8C5-ECC9F3942E4B}">
                <a14:imgProps xmlns:a14="http://schemas.microsoft.com/office/drawing/2010/main">
                  <a14:imgLayer r:embed="rId3">
                    <a14:imgEffect>
                      <a14:colorTemperature colorTemp="5900"/>
                    </a14:imgEffect>
                    <a14:imgEffect>
                      <a14:saturation sat="66000"/>
                    </a14:imgEffect>
                  </a14:imgLayer>
                </a14:imgProps>
              </a:ext>
            </a:extLst>
          </a:blip>
          <a:srcRect/>
          <a:stretch>
            <a:fillRect/>
          </a:stretch>
        </p:blipFill>
        <p:spPr bwMode="auto">
          <a:xfrm>
            <a:off x="723900" y="1419225"/>
            <a:ext cx="9015538" cy="5072074"/>
          </a:xfrm>
          <a:prstGeom prst="rect">
            <a:avLst/>
          </a:prstGeom>
          <a:noFill/>
          <a:ln w="9525">
            <a:noFill/>
            <a:miter lim="800000"/>
            <a:headEnd/>
            <a:tailEnd/>
          </a:ln>
          <a:effectLst/>
        </p:spPr>
      </p:pic>
      <p:sp>
        <p:nvSpPr>
          <p:cNvPr id="2" name="Заголовок 1">
            <a:extLst>
              <a:ext uri="{FF2B5EF4-FFF2-40B4-BE49-F238E27FC236}">
                <a16:creationId xmlns:a16="http://schemas.microsoft.com/office/drawing/2014/main" id="{2408593F-EFE8-446C-819A-BEA10DBF3E5A}"/>
              </a:ext>
            </a:extLst>
          </p:cNvPr>
          <p:cNvSpPr>
            <a:spLocks noGrp="1"/>
          </p:cNvSpPr>
          <p:nvPr>
            <p:ph type="title"/>
          </p:nvPr>
        </p:nvSpPr>
        <p:spPr>
          <a:xfrm>
            <a:off x="295275" y="0"/>
            <a:ext cx="10515600" cy="1325563"/>
          </a:xfrm>
        </p:spPr>
        <p:txBody>
          <a:bodyPr/>
          <a:lstStyle/>
          <a:p>
            <a:r>
              <a:rPr lang="ru-RU" dirty="0"/>
              <a:t>Классификация требований по </a:t>
            </a:r>
            <a:r>
              <a:rPr lang="ru-RU" dirty="0" err="1"/>
              <a:t>Вигерсу</a:t>
            </a:r>
            <a:endParaRPr lang="ru-BY" dirty="0"/>
          </a:p>
        </p:txBody>
      </p:sp>
    </p:spTree>
    <p:extLst>
      <p:ext uri="{BB962C8B-B14F-4D97-AF65-F5344CB8AC3E}">
        <p14:creationId xmlns:p14="http://schemas.microsoft.com/office/powerpoint/2010/main" val="10923753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a:stretch>
            <a:fillRect/>
          </a:stretch>
        </p:blipFill>
        <p:spPr bwMode="auto">
          <a:xfrm>
            <a:off x="847725" y="628650"/>
            <a:ext cx="9209111" cy="5929330"/>
          </a:xfrm>
          <a:prstGeom prst="rect">
            <a:avLst/>
          </a:prstGeom>
          <a:noFill/>
          <a:ln w="9525">
            <a:noFill/>
            <a:miter lim="800000"/>
            <a:headEnd/>
            <a:tailEnd/>
          </a:ln>
          <a:effectLst/>
        </p:spPr>
      </p:pic>
    </p:spTree>
    <p:extLst>
      <p:ext uri="{BB962C8B-B14F-4D97-AF65-F5344CB8AC3E}">
        <p14:creationId xmlns:p14="http://schemas.microsoft.com/office/powerpoint/2010/main" val="34621075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Объект 1">
            <a:extLst>
              <a:ext uri="{FF2B5EF4-FFF2-40B4-BE49-F238E27FC236}">
                <a16:creationId xmlns:a16="http://schemas.microsoft.com/office/drawing/2014/main" id="{D1DFD373-E6B5-4FD4-9643-B0D23E319D13}"/>
              </a:ext>
            </a:extLst>
          </p:cNvPr>
          <p:cNvGraphicFramePr>
            <a:graphicFrameLocks noChangeAspect="1"/>
          </p:cNvGraphicFramePr>
          <p:nvPr>
            <p:extLst>
              <p:ext uri="{D42A27DB-BD31-4B8C-83A1-F6EECF244321}">
                <p14:modId xmlns:p14="http://schemas.microsoft.com/office/powerpoint/2010/main" val="1480739685"/>
              </p:ext>
            </p:extLst>
          </p:nvPr>
        </p:nvGraphicFramePr>
        <p:xfrm>
          <a:off x="1107233" y="192062"/>
          <a:ext cx="7169992" cy="6413415"/>
        </p:xfrm>
        <a:graphic>
          <a:graphicData uri="http://schemas.openxmlformats.org/presentationml/2006/ole">
            <mc:AlternateContent xmlns:mc="http://schemas.openxmlformats.org/markup-compatibility/2006">
              <mc:Choice xmlns:v="urn:schemas-microsoft-com:vml" Requires="v">
                <p:oleObj spid="_x0000_s2059" name="Точечный рисунок" r:id="rId3" imgW="6335009" imgH="5733333" progId="Paint.Picture">
                  <p:embed/>
                </p:oleObj>
              </mc:Choice>
              <mc:Fallback>
                <p:oleObj name="Точечный рисунок" r:id="rId3" imgW="6335009" imgH="5733333" progId="Paint.Picture">
                  <p:embed/>
                  <p:pic>
                    <p:nvPicPr>
                      <p:cNvPr id="2" name="Объект 1">
                        <a:extLst>
                          <a:ext uri="{FF2B5EF4-FFF2-40B4-BE49-F238E27FC236}">
                            <a16:creationId xmlns:a16="http://schemas.microsoft.com/office/drawing/2014/main" id="{D1DFD373-E6B5-4FD4-9643-B0D23E319D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7233" y="192062"/>
                        <a:ext cx="7169992" cy="6413415"/>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13950097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p:cNvPicPr>
            <a:picLocks noGrp="1" noChangeAspect="1"/>
          </p:cNvPicPr>
          <p:nvPr>
            <p:ph idx="1"/>
          </p:nvPr>
        </p:nvPicPr>
        <p:blipFill>
          <a:blip r:embed="rId2"/>
          <a:stretch>
            <a:fillRect/>
          </a:stretch>
        </p:blipFill>
        <p:spPr>
          <a:xfrm>
            <a:off x="2999656" y="145799"/>
            <a:ext cx="5688632" cy="6566403"/>
          </a:xfrm>
          <a:prstGeom prst="rect">
            <a:avLst/>
          </a:prstGeom>
        </p:spPr>
      </p:pic>
    </p:spTree>
    <p:extLst>
      <p:ext uri="{BB962C8B-B14F-4D97-AF65-F5344CB8AC3E}">
        <p14:creationId xmlns:p14="http://schemas.microsoft.com/office/powerpoint/2010/main" val="62753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srcRect/>
          <a:stretch>
            <a:fillRect/>
          </a:stretch>
        </p:blipFill>
        <p:spPr bwMode="auto">
          <a:xfrm>
            <a:off x="1524001" y="595314"/>
            <a:ext cx="8849551" cy="4976827"/>
          </a:xfrm>
          <a:prstGeom prst="rect">
            <a:avLst/>
          </a:prstGeom>
          <a:noFill/>
          <a:ln w="9525">
            <a:noFill/>
            <a:miter lim="800000"/>
            <a:headEnd/>
            <a:tailEnd/>
          </a:ln>
          <a:effectLst/>
        </p:spPr>
      </p:pic>
    </p:spTree>
    <p:extLst>
      <p:ext uri="{BB962C8B-B14F-4D97-AF65-F5344CB8AC3E}">
        <p14:creationId xmlns:p14="http://schemas.microsoft.com/office/powerpoint/2010/main" val="10916039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print"/>
          <a:srcRect/>
          <a:stretch>
            <a:fillRect/>
          </a:stretch>
        </p:blipFill>
        <p:spPr bwMode="auto">
          <a:xfrm>
            <a:off x="1524000" y="595314"/>
            <a:ext cx="8786842" cy="4941560"/>
          </a:xfrm>
          <a:prstGeom prst="rect">
            <a:avLst/>
          </a:prstGeom>
          <a:noFill/>
          <a:ln w="9525">
            <a:noFill/>
            <a:miter lim="800000"/>
            <a:headEnd/>
            <a:tailEnd/>
          </a:ln>
          <a:effectLst/>
        </p:spPr>
      </p:pic>
    </p:spTree>
    <p:extLst>
      <p:ext uri="{BB962C8B-B14F-4D97-AF65-F5344CB8AC3E}">
        <p14:creationId xmlns:p14="http://schemas.microsoft.com/office/powerpoint/2010/main" val="1682683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a:stretch>
            <a:fillRect/>
          </a:stretch>
        </p:blipFill>
        <p:spPr bwMode="auto">
          <a:xfrm>
            <a:off x="447675" y="622425"/>
            <a:ext cx="9144000" cy="5613149"/>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37226708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a:stretch>
            <a:fillRect/>
          </a:stretch>
        </p:blipFill>
        <p:spPr bwMode="auto">
          <a:xfrm>
            <a:off x="1524000" y="1"/>
            <a:ext cx="9144000" cy="5373543"/>
          </a:xfrm>
          <a:prstGeom prst="rect">
            <a:avLst/>
          </a:prstGeom>
          <a:noFill/>
          <a:ln w="9525">
            <a:noFill/>
            <a:miter lim="800000"/>
            <a:headEnd/>
            <a:tailEnd/>
          </a:ln>
          <a:effectLst/>
        </p:spPr>
      </p:pic>
    </p:spTree>
    <p:extLst>
      <p:ext uri="{BB962C8B-B14F-4D97-AF65-F5344CB8AC3E}">
        <p14:creationId xmlns:p14="http://schemas.microsoft.com/office/powerpoint/2010/main" val="11408868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91545" y="964692"/>
            <a:ext cx="8496943" cy="520092"/>
          </a:xfrm>
        </p:spPr>
        <p:txBody>
          <a:bodyPr>
            <a:normAutofit fontScale="90000"/>
          </a:bodyPr>
          <a:lstStyle/>
          <a:p>
            <a:br>
              <a:rPr lang="ru-RU" b="1" dirty="0"/>
            </a:br>
            <a:r>
              <a:rPr lang="ru-RU" b="1" dirty="0"/>
              <a:t>Анализ требований </a:t>
            </a:r>
            <a:br>
              <a:rPr lang="ru-RU" dirty="0"/>
            </a:br>
            <a:endParaRPr lang="ru-RU" dirty="0"/>
          </a:p>
        </p:txBody>
      </p:sp>
      <p:sp>
        <p:nvSpPr>
          <p:cNvPr id="3" name="Содержимое 2"/>
          <p:cNvSpPr>
            <a:spLocks noGrp="1"/>
          </p:cNvSpPr>
          <p:nvPr>
            <p:ph idx="1"/>
          </p:nvPr>
        </p:nvSpPr>
        <p:spPr>
          <a:xfrm>
            <a:off x="590550" y="2638046"/>
            <a:ext cx="9321875" cy="3101983"/>
          </a:xfrm>
        </p:spPr>
        <p:txBody>
          <a:bodyPr>
            <a:normAutofit/>
          </a:bodyPr>
          <a:lstStyle/>
          <a:p>
            <a:r>
              <a:rPr lang="ru-RU" dirty="0"/>
              <a:t>При анализе требований проходит структуризация уже собранных ранее требований.</a:t>
            </a:r>
          </a:p>
          <a:p>
            <a:r>
              <a:rPr lang="ru-RU" dirty="0"/>
              <a:t> Цель — предоставить четкий список не дублируемых требований к системе, которые должны быть выделены из избыточных и частично дублирующихся сценариев и пользовательских историй, которые были полученных на предыдущем этапе. </a:t>
            </a:r>
          </a:p>
          <a:p>
            <a:endParaRPr lang="ru-RU"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60622"/>
            <a:ext cx="10515600" cy="825204"/>
          </a:xfrm>
        </p:spPr>
        <p:txBody>
          <a:bodyPr/>
          <a:lstStyle/>
          <a:p>
            <a:pPr algn="ctr"/>
            <a:r>
              <a:rPr lang="ru-RU" b="1" dirty="0"/>
              <a:t>Проектирование</a:t>
            </a:r>
          </a:p>
        </p:txBody>
      </p:sp>
      <p:sp>
        <p:nvSpPr>
          <p:cNvPr id="3" name="Объект 2"/>
          <p:cNvSpPr>
            <a:spLocks noGrp="1"/>
          </p:cNvSpPr>
          <p:nvPr>
            <p:ph idx="1"/>
          </p:nvPr>
        </p:nvSpPr>
        <p:spPr>
          <a:xfrm>
            <a:off x="762000" y="1020266"/>
            <a:ext cx="9729539" cy="1578470"/>
          </a:xfrm>
        </p:spPr>
        <p:txBody>
          <a:bodyPr>
            <a:normAutofit lnSpcReduction="10000"/>
          </a:bodyPr>
          <a:lstStyle/>
          <a:p>
            <a:pPr marL="0" indent="0">
              <a:buNone/>
            </a:pPr>
            <a:r>
              <a:rPr lang="ru-RU" dirty="0"/>
              <a:t>• Проектирование программного продукта - это процесс создания архитектуры и детального плана для разработки программного обеспечения, который соответствует требованиям и целям проекта. </a:t>
            </a:r>
          </a:p>
        </p:txBody>
      </p:sp>
      <p:graphicFrame>
        <p:nvGraphicFramePr>
          <p:cNvPr id="4" name="Схема 3">
            <a:extLst>
              <a:ext uri="{FF2B5EF4-FFF2-40B4-BE49-F238E27FC236}">
                <a16:creationId xmlns:a16="http://schemas.microsoft.com/office/drawing/2014/main" id="{2002A898-116F-4902-9D01-8E1AA9D937C0}"/>
              </a:ext>
            </a:extLst>
          </p:cNvPr>
          <p:cNvGraphicFramePr/>
          <p:nvPr>
            <p:extLst>
              <p:ext uri="{D42A27DB-BD31-4B8C-83A1-F6EECF244321}">
                <p14:modId xmlns:p14="http://schemas.microsoft.com/office/powerpoint/2010/main" val="3681574730"/>
              </p:ext>
            </p:extLst>
          </p:nvPr>
        </p:nvGraphicFramePr>
        <p:xfrm>
          <a:off x="678531" y="3324225"/>
          <a:ext cx="10048875" cy="31511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361060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127001"/>
            <a:ext cx="10515600" cy="615950"/>
          </a:xfrm>
        </p:spPr>
        <p:txBody>
          <a:bodyPr>
            <a:normAutofit/>
          </a:bodyPr>
          <a:lstStyle/>
          <a:p>
            <a:pPr algn="ctr"/>
            <a:r>
              <a:rPr lang="ru-RU" sz="2400" dirty="0"/>
              <a:t>Архитектура ПО</a:t>
            </a:r>
          </a:p>
        </p:txBody>
      </p:sp>
      <p:sp>
        <p:nvSpPr>
          <p:cNvPr id="3" name="Объект 2"/>
          <p:cNvSpPr>
            <a:spLocks noGrp="1"/>
          </p:cNvSpPr>
          <p:nvPr>
            <p:ph idx="1"/>
          </p:nvPr>
        </p:nvSpPr>
        <p:spPr>
          <a:xfrm>
            <a:off x="3476625" y="847346"/>
            <a:ext cx="8362951" cy="3101983"/>
          </a:xfrm>
        </p:spPr>
        <p:txBody>
          <a:bodyPr>
            <a:normAutofit/>
          </a:bodyPr>
          <a:lstStyle/>
          <a:p>
            <a:r>
              <a:rPr lang="ru-RU" dirty="0"/>
              <a:t>Архитектура ПО  определяет организационную структуру программной системы, задает ее разбиение на части, связи между этими частями, механизмы взаимодействия и основные руководящие принципы для детализации дальнейшего проектирования системы.</a:t>
            </a:r>
          </a:p>
          <a:p>
            <a:endParaRPr lang="ru-RU" dirty="0"/>
          </a:p>
        </p:txBody>
      </p:sp>
      <p:pic>
        <p:nvPicPr>
          <p:cNvPr id="4" name="Рисунок 3">
            <a:extLst>
              <a:ext uri="{FF2B5EF4-FFF2-40B4-BE49-F238E27FC236}">
                <a16:creationId xmlns:a16="http://schemas.microsoft.com/office/drawing/2014/main" id="{B08DE9D5-1D40-4B33-9B76-7FA56276184D}"/>
              </a:ext>
            </a:extLst>
          </p:cNvPr>
          <p:cNvPicPr>
            <a:picLocks noChangeAspect="1"/>
          </p:cNvPicPr>
          <p:nvPr/>
        </p:nvPicPr>
        <p:blipFill>
          <a:blip r:embed="rId2"/>
          <a:stretch>
            <a:fillRect/>
          </a:stretch>
        </p:blipFill>
        <p:spPr>
          <a:xfrm>
            <a:off x="0" y="3305175"/>
            <a:ext cx="4773836" cy="3578468"/>
          </a:xfrm>
          <a:prstGeom prst="rect">
            <a:avLst/>
          </a:prstGeom>
        </p:spPr>
      </p:pic>
    </p:spTree>
    <p:extLst>
      <p:ext uri="{BB962C8B-B14F-4D97-AF65-F5344CB8AC3E}">
        <p14:creationId xmlns:p14="http://schemas.microsoft.com/office/powerpoint/2010/main" val="99947785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23950" y="85690"/>
            <a:ext cx="8860482" cy="534999"/>
          </a:xfrm>
        </p:spPr>
        <p:txBody>
          <a:bodyPr>
            <a:normAutofit fontScale="90000"/>
          </a:bodyPr>
          <a:lstStyle/>
          <a:p>
            <a:br>
              <a:rPr lang="ru-RU" dirty="0"/>
            </a:br>
            <a:r>
              <a:rPr lang="ru-RU" dirty="0"/>
              <a:t>Критерии хорошей архитектуры</a:t>
            </a:r>
            <a:br>
              <a:rPr lang="ru-RU" dirty="0"/>
            </a:br>
            <a:endParaRPr lang="ru-RU" dirty="0"/>
          </a:p>
        </p:txBody>
      </p:sp>
      <p:graphicFrame>
        <p:nvGraphicFramePr>
          <p:cNvPr id="4" name="Объект 3">
            <a:extLst>
              <a:ext uri="{FF2B5EF4-FFF2-40B4-BE49-F238E27FC236}">
                <a16:creationId xmlns:a16="http://schemas.microsoft.com/office/drawing/2014/main" id="{1A2BBAA2-9D24-447E-A2F8-14A7ADD7FD02}"/>
              </a:ext>
            </a:extLst>
          </p:cNvPr>
          <p:cNvGraphicFramePr>
            <a:graphicFrameLocks noGrp="1"/>
          </p:cNvGraphicFramePr>
          <p:nvPr>
            <p:ph idx="1"/>
            <p:extLst>
              <p:ext uri="{D42A27DB-BD31-4B8C-83A1-F6EECF244321}">
                <p14:modId xmlns:p14="http://schemas.microsoft.com/office/powerpoint/2010/main" val="3849943683"/>
              </p:ext>
            </p:extLst>
          </p:nvPr>
        </p:nvGraphicFramePr>
        <p:xfrm>
          <a:off x="133350" y="885827"/>
          <a:ext cx="10744200" cy="55244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668682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Кодирование  ПО</a:t>
            </a:r>
          </a:p>
        </p:txBody>
      </p:sp>
      <p:sp>
        <p:nvSpPr>
          <p:cNvPr id="3" name="Объект 2"/>
          <p:cNvSpPr>
            <a:spLocks noGrp="1"/>
          </p:cNvSpPr>
          <p:nvPr>
            <p:ph idx="1"/>
          </p:nvPr>
        </p:nvSpPr>
        <p:spPr/>
        <p:txBody>
          <a:bodyPr/>
          <a:lstStyle/>
          <a:p>
            <a:pPr algn="just"/>
            <a:r>
              <a:rPr lang="ru-RU" dirty="0"/>
              <a:t>Кодирование программного продукта - это процесс создания программного кода на выбранном языке программирования, который реализует функциональность и логику системы, описанную в проекте и проектировании. </a:t>
            </a:r>
          </a:p>
          <a:p>
            <a:endParaRPr lang="ru-RU" dirty="0"/>
          </a:p>
        </p:txBody>
      </p:sp>
    </p:spTree>
    <p:extLst>
      <p:ext uri="{BB962C8B-B14F-4D97-AF65-F5344CB8AC3E}">
        <p14:creationId xmlns:p14="http://schemas.microsoft.com/office/powerpoint/2010/main" val="18901993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Тестирование и  отладка ПО</a:t>
            </a:r>
          </a:p>
        </p:txBody>
      </p:sp>
      <p:sp>
        <p:nvSpPr>
          <p:cNvPr id="3" name="Объект 2"/>
          <p:cNvSpPr>
            <a:spLocks noGrp="1"/>
          </p:cNvSpPr>
          <p:nvPr>
            <p:ph idx="1"/>
          </p:nvPr>
        </p:nvSpPr>
        <p:spPr>
          <a:xfrm>
            <a:off x="657225" y="2638046"/>
            <a:ext cx="9399215" cy="3101983"/>
          </a:xfrm>
        </p:spPr>
        <p:txBody>
          <a:bodyPr>
            <a:normAutofit fontScale="92500" lnSpcReduction="10000"/>
          </a:bodyPr>
          <a:lstStyle/>
          <a:p>
            <a:r>
              <a:rPr lang="ru-RU" dirty="0"/>
              <a:t>Тестирование ПС - это процесс выполнения его программ на некотором наборе  данных,  для  которого  заранее  известен  результат  применения  этих программ. Указанный набор данных называется тестом. </a:t>
            </a:r>
          </a:p>
          <a:p>
            <a:r>
              <a:rPr lang="ru-RU" dirty="0"/>
              <a:t>Отладка  -  многократное  повторение  процессов:  тестирования, констатирующего наличие в ПС ошибки; поиска места ошибки в программах и документации  ПС;  редактирования  программ  и  документации  с  целью устранения обнаруженной ошибки </a:t>
            </a:r>
          </a:p>
        </p:txBody>
      </p:sp>
    </p:spTree>
    <p:extLst>
      <p:ext uri="{BB962C8B-B14F-4D97-AF65-F5344CB8AC3E}">
        <p14:creationId xmlns:p14="http://schemas.microsoft.com/office/powerpoint/2010/main" val="8155766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215681" y="404664"/>
            <a:ext cx="5937755" cy="1188720"/>
          </a:xfrm>
        </p:spPr>
        <p:txBody>
          <a:bodyPr>
            <a:normAutofit fontScale="90000"/>
          </a:bodyPr>
          <a:lstStyle/>
          <a:p>
            <a:r>
              <a:rPr lang="ru-RU" dirty="0"/>
              <a:t>Оптимальная стратегия проектирования тестов базируется на принципах</a:t>
            </a:r>
          </a:p>
        </p:txBody>
      </p:sp>
      <p:graphicFrame>
        <p:nvGraphicFramePr>
          <p:cNvPr id="4" name="Схема 3">
            <a:extLst>
              <a:ext uri="{FF2B5EF4-FFF2-40B4-BE49-F238E27FC236}">
                <a16:creationId xmlns:a16="http://schemas.microsoft.com/office/drawing/2014/main" id="{BB5ACE8D-D36B-11DC-0AA8-C1C0099CB972}"/>
              </a:ext>
            </a:extLst>
          </p:cNvPr>
          <p:cNvGraphicFramePr/>
          <p:nvPr>
            <p:extLst>
              <p:ext uri="{D42A27DB-BD31-4B8C-83A1-F6EECF244321}">
                <p14:modId xmlns:p14="http://schemas.microsoft.com/office/powerpoint/2010/main" val="4043983795"/>
              </p:ext>
            </p:extLst>
          </p:nvPr>
        </p:nvGraphicFramePr>
        <p:xfrm>
          <a:off x="1333384" y="2204864"/>
          <a:ext cx="7924916"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2956573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098473" y="188640"/>
            <a:ext cx="5937755" cy="1188720"/>
          </a:xfrm>
        </p:spPr>
        <p:txBody>
          <a:bodyPr/>
          <a:lstStyle/>
          <a:p>
            <a:r>
              <a:rPr lang="ru-RU" dirty="0"/>
              <a:t>Виды тестирования</a:t>
            </a:r>
          </a:p>
        </p:txBody>
      </p:sp>
      <p:sp>
        <p:nvSpPr>
          <p:cNvPr id="3" name="Объект 2"/>
          <p:cNvSpPr>
            <a:spLocks noGrp="1"/>
          </p:cNvSpPr>
          <p:nvPr>
            <p:ph idx="1"/>
          </p:nvPr>
        </p:nvSpPr>
        <p:spPr>
          <a:xfrm>
            <a:off x="2063553" y="1772817"/>
            <a:ext cx="8280919" cy="4536503"/>
          </a:xfrm>
        </p:spPr>
        <p:txBody>
          <a:bodyPr>
            <a:normAutofit/>
          </a:bodyPr>
          <a:lstStyle/>
          <a:p>
            <a:endParaRPr lang="ru-RU" dirty="0"/>
          </a:p>
          <a:p>
            <a:endParaRPr lang="ru-RU" dirty="0"/>
          </a:p>
          <a:p>
            <a:endParaRPr lang="ru-RU" dirty="0"/>
          </a:p>
        </p:txBody>
      </p:sp>
      <p:graphicFrame>
        <p:nvGraphicFramePr>
          <p:cNvPr id="4" name="Схема 3">
            <a:extLst>
              <a:ext uri="{FF2B5EF4-FFF2-40B4-BE49-F238E27FC236}">
                <a16:creationId xmlns:a16="http://schemas.microsoft.com/office/drawing/2014/main" id="{7359C8A8-2781-4F29-A703-0049E2A38558}"/>
              </a:ext>
            </a:extLst>
          </p:cNvPr>
          <p:cNvGraphicFramePr/>
          <p:nvPr>
            <p:extLst>
              <p:ext uri="{D42A27DB-BD31-4B8C-83A1-F6EECF244321}">
                <p14:modId xmlns:p14="http://schemas.microsoft.com/office/powerpoint/2010/main" val="1880518759"/>
              </p:ext>
            </p:extLst>
          </p:nvPr>
        </p:nvGraphicFramePr>
        <p:xfrm>
          <a:off x="88900" y="1265509"/>
          <a:ext cx="11350626"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8473431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51F7BE9-E282-47D1-8C35-6FB0DFBD667F}"/>
              </a:ext>
            </a:extLst>
          </p:cNvPr>
          <p:cNvSpPr>
            <a:spLocks noGrp="1"/>
          </p:cNvSpPr>
          <p:nvPr>
            <p:ph type="title"/>
          </p:nvPr>
        </p:nvSpPr>
        <p:spPr>
          <a:xfrm>
            <a:off x="838200" y="365126"/>
            <a:ext cx="10515600" cy="596900"/>
          </a:xfrm>
        </p:spPr>
        <p:txBody>
          <a:bodyPr>
            <a:normAutofit/>
          </a:bodyPr>
          <a:lstStyle/>
          <a:p>
            <a:pPr algn="ctr"/>
            <a:r>
              <a:rPr lang="ru-RU" sz="3600" dirty="0"/>
              <a:t>ФАЗА ВНЕДРЕНИЕ ПО</a:t>
            </a:r>
            <a:endParaRPr lang="ru-BY" sz="3600" dirty="0"/>
          </a:p>
        </p:txBody>
      </p:sp>
      <p:graphicFrame>
        <p:nvGraphicFramePr>
          <p:cNvPr id="4" name="Объект 3">
            <a:extLst>
              <a:ext uri="{FF2B5EF4-FFF2-40B4-BE49-F238E27FC236}">
                <a16:creationId xmlns:a16="http://schemas.microsoft.com/office/drawing/2014/main" id="{59E69A87-F04D-444D-AFF0-9ABD58DD3D3F}"/>
              </a:ext>
            </a:extLst>
          </p:cNvPr>
          <p:cNvGraphicFramePr>
            <a:graphicFrameLocks noGrp="1"/>
          </p:cNvGraphicFramePr>
          <p:nvPr>
            <p:ph idx="1"/>
            <p:extLst>
              <p:ext uri="{D42A27DB-BD31-4B8C-83A1-F6EECF244321}">
                <p14:modId xmlns:p14="http://schemas.microsoft.com/office/powerpoint/2010/main" val="2691139113"/>
              </p:ext>
            </p:extLst>
          </p:nvPr>
        </p:nvGraphicFramePr>
        <p:xfrm>
          <a:off x="104774" y="971552"/>
          <a:ext cx="11249025" cy="58864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4051271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19075" y="404664"/>
            <a:ext cx="10477500" cy="1188720"/>
          </a:xfrm>
        </p:spPr>
        <p:txBody>
          <a:bodyPr>
            <a:normAutofit fontScale="90000"/>
          </a:bodyPr>
          <a:lstStyle/>
          <a:p>
            <a:pPr algn="ctr"/>
            <a:r>
              <a:rPr lang="ru-RU" dirty="0"/>
              <a:t>ФАЗА СОПРОВОЖДЕНИЕ ПРОГРАММНОГО СРЕДСТВА </a:t>
            </a:r>
            <a:br>
              <a:rPr lang="ru-RU" dirty="0"/>
            </a:br>
            <a:endParaRPr lang="ru-RU" dirty="0"/>
          </a:p>
        </p:txBody>
      </p:sp>
      <p:sp>
        <p:nvSpPr>
          <p:cNvPr id="3" name="Объект 2"/>
          <p:cNvSpPr>
            <a:spLocks noGrp="1"/>
          </p:cNvSpPr>
          <p:nvPr>
            <p:ph idx="1"/>
          </p:nvPr>
        </p:nvSpPr>
        <p:spPr>
          <a:xfrm>
            <a:off x="381000" y="1298849"/>
            <a:ext cx="9858053" cy="4525963"/>
          </a:xfrm>
        </p:spPr>
        <p:txBody>
          <a:bodyPr/>
          <a:lstStyle/>
          <a:p>
            <a:r>
              <a:rPr lang="ru-RU" dirty="0"/>
              <a:t>Сопровождением  ПС,  в  соответствии  со  стандартами  ISO/IEC  12207 «Процессы  ЖЦ  ПС»,  IEEE  1219  «Сопровождение  ПС»,  ISO/IEC  14764 «Сопровождение  ПС»  считается  модификация  программного  продукта  в процессе эксплуатации при условии сохранения целостности продукта.  </a:t>
            </a:r>
          </a:p>
          <a:p>
            <a:endParaRPr lang="ru-RU" dirty="0"/>
          </a:p>
        </p:txBody>
      </p:sp>
    </p:spTree>
    <p:extLst>
      <p:ext uri="{BB962C8B-B14F-4D97-AF65-F5344CB8AC3E}">
        <p14:creationId xmlns:p14="http://schemas.microsoft.com/office/powerpoint/2010/main" val="406839680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a:extLst>
              <a:ext uri="{FF2B5EF4-FFF2-40B4-BE49-F238E27FC236}">
                <a16:creationId xmlns:a16="http://schemas.microsoft.com/office/drawing/2014/main" id="{9C06A8D1-D655-42E5-902A-6341EEA9AF07}"/>
              </a:ext>
            </a:extLst>
          </p:cNvPr>
          <p:cNvPicPr>
            <a:picLocks noGrp="1" noChangeAspect="1"/>
          </p:cNvPicPr>
          <p:nvPr>
            <p:ph idx="1"/>
          </p:nvPr>
        </p:nvPicPr>
        <p:blipFill>
          <a:blip r:embed="rId2"/>
          <a:stretch>
            <a:fillRect/>
          </a:stretch>
        </p:blipFill>
        <p:spPr>
          <a:xfrm>
            <a:off x="1839144" y="1847850"/>
            <a:ext cx="7423508" cy="3596630"/>
          </a:xfrm>
          <a:prstGeom prst="rect">
            <a:avLst/>
          </a:prstGeom>
        </p:spPr>
      </p:pic>
    </p:spTree>
    <p:extLst>
      <p:ext uri="{BB962C8B-B14F-4D97-AF65-F5344CB8AC3E}">
        <p14:creationId xmlns:p14="http://schemas.microsoft.com/office/powerpoint/2010/main" val="8114720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588</TotalTime>
  <Words>3503</Words>
  <Application>Microsoft Office PowerPoint</Application>
  <PresentationFormat>Широкоэкранный</PresentationFormat>
  <Paragraphs>398</Paragraphs>
  <Slides>75</Slides>
  <Notes>3</Notes>
  <HiddenSlides>0</HiddenSlides>
  <MMClips>0</MMClips>
  <ScaleCrop>false</ScaleCrop>
  <HeadingPairs>
    <vt:vector size="8" baseType="variant">
      <vt:variant>
        <vt:lpstr>Использованные шрифты</vt:lpstr>
      </vt:variant>
      <vt:variant>
        <vt:i4>7</vt:i4>
      </vt:variant>
      <vt:variant>
        <vt:lpstr>Тема</vt:lpstr>
      </vt:variant>
      <vt:variant>
        <vt:i4>1</vt:i4>
      </vt:variant>
      <vt:variant>
        <vt:lpstr>Внедренные серверы OLE</vt:lpstr>
      </vt:variant>
      <vt:variant>
        <vt:i4>2</vt:i4>
      </vt:variant>
      <vt:variant>
        <vt:lpstr>Заголовки слайдов</vt:lpstr>
      </vt:variant>
      <vt:variant>
        <vt:i4>75</vt:i4>
      </vt:variant>
    </vt:vector>
  </HeadingPairs>
  <TitlesOfParts>
    <vt:vector size="85" baseType="lpstr">
      <vt:lpstr>Arial</vt:lpstr>
      <vt:lpstr>Calibri</vt:lpstr>
      <vt:lpstr>Calibri Light</vt:lpstr>
      <vt:lpstr>quote-cjk-patch</vt:lpstr>
      <vt:lpstr>Symbol</vt:lpstr>
      <vt:lpstr>Tahoma</vt:lpstr>
      <vt:lpstr>Times New Roman</vt:lpstr>
      <vt:lpstr>Office Theme</vt:lpstr>
      <vt:lpstr>Visio</vt:lpstr>
      <vt:lpstr>Точечный рисунок</vt:lpstr>
      <vt:lpstr>Тема 2.  Жизненный цикл разработки программного обеспечения</vt:lpstr>
      <vt:lpstr>Презентация PowerPoint</vt:lpstr>
      <vt:lpstr>Жизненный цикл программного обеспечения</vt:lpstr>
      <vt:lpstr>ЭЛЕМЕНТЫ ЖЦПО</vt:lpstr>
      <vt:lpstr>Процессы Управления Проектами</vt:lpstr>
      <vt:lpstr>Презентация PowerPoint</vt:lpstr>
      <vt:lpstr>ФАЗЫ ЖЦПО СОГЛАСНО PMBOK® GUIDE</vt:lpstr>
      <vt:lpstr>Фаза  Инициация проекта Предварительные задачи</vt:lpstr>
      <vt:lpstr>    При формулировании цели и задач проекта необходимо ответить на  следующие вопросы:   </vt:lpstr>
      <vt:lpstr>ХОРОШАЯ ИДЕЯ КАЖЕТСЯ БЕЗУМНОЙ. ПОКА НЕ СТАНОВИТСЯ ОЧЕВИДНОЙ</vt:lpstr>
      <vt:lpstr>Презентация PowerPoint</vt:lpstr>
      <vt:lpstr>ХОРОШАЯ ИДЕЯ КАЖЕТСЯ БЕЗУМНОЙ. ПОКА НЕ СТАНОВИТСЯ ОЧЕВИДНОЙ</vt:lpstr>
      <vt:lpstr>ХОРОШАЯ ИДЕЯ КАЖЕТСЯ БЕЗУМНОЙ. ПОКА НЕ СТАНОВИТСЯ ОЧЕВИДНОЙ</vt:lpstr>
      <vt:lpstr>ХОРОШАЯ ИДЕЯ КАЖЕТСЯ БЕЗУМНОЙ. ПОКА НЕ СТАНОВИТСЯ ОЧЕВИДНОЙ</vt:lpstr>
      <vt:lpstr>Методика 5W Шеррингтона</vt:lpstr>
      <vt:lpstr>SMART - цели</vt:lpstr>
      <vt:lpstr>Примеры</vt:lpstr>
      <vt:lpstr>Пример SMART-целей </vt:lpstr>
      <vt:lpstr>Фаза  Инициация проекта Предварительные задачи</vt:lpstr>
      <vt:lpstr>Презентация PowerPoint</vt:lpstr>
      <vt:lpstr>Классификация заинтересованных сторон</vt:lpstr>
      <vt:lpstr>Матрица заинтересованных сторон</vt:lpstr>
      <vt:lpstr>Фаза  Инициация проекта Предварительные задачи</vt:lpstr>
      <vt:lpstr>📌 Сбор требований на этапе инициации проекта </vt:lpstr>
      <vt:lpstr>Характеристики продукта</vt:lpstr>
      <vt:lpstr>Фаза  Инициация проекта Предварительные задачи</vt:lpstr>
      <vt:lpstr>Предварительная оценка проекта</vt:lpstr>
      <vt:lpstr>Фаза  Инициация проекта Предварительные задачи</vt:lpstr>
      <vt:lpstr>Концепция проекта</vt:lpstr>
      <vt:lpstr>Стандартное содержание  документа Концепции</vt:lpstr>
      <vt:lpstr>Презентация PowerPoint</vt:lpstr>
      <vt:lpstr>ФАЗА ПЛАНИРОВАНИЯ</vt:lpstr>
      <vt:lpstr>Планирование проекта</vt:lpstr>
      <vt:lpstr>В PMBOK Guide этап планирования описывается в разделе "Planning Process Group" и включает следующие процессы:</vt:lpstr>
      <vt:lpstr>Презентация PowerPoint</vt:lpstr>
      <vt:lpstr>Презентация PowerPoint</vt:lpstr>
      <vt:lpstr>Методы планирования проектов</vt:lpstr>
      <vt:lpstr>WBS</vt:lpstr>
      <vt:lpstr>Презентация PowerPoint</vt:lpstr>
      <vt:lpstr>Правила рационального размера пакетов работ</vt:lpstr>
      <vt:lpstr>Правила построения WBS.</vt:lpstr>
      <vt:lpstr>Презентация PowerPoint</vt:lpstr>
      <vt:lpstr>На основе WBS строятся и другие структурные модели проекта, такие как:</vt:lpstr>
      <vt:lpstr> PERT-анализ</vt:lpstr>
      <vt:lpstr>Метод PERT</vt:lpstr>
      <vt:lpstr>Презентация PowerPoint</vt:lpstr>
      <vt:lpstr>Сетевые модели типа вершина - работы</vt:lpstr>
      <vt:lpstr>Сетевые модели типа вершина - события</vt:lpstr>
      <vt:lpstr>Типы логической связи</vt:lpstr>
      <vt:lpstr>Линейный календарный график </vt:lpstr>
      <vt:lpstr>-сетевой график типа вершина – события      -календарный график       -график движения ресурсов</vt:lpstr>
      <vt:lpstr>   Планирование трудовых  ресурсов  проекта   </vt:lpstr>
      <vt:lpstr>Примерные статьи бюджета проекта</vt:lpstr>
      <vt:lpstr>Презентация PowerPoint</vt:lpstr>
      <vt:lpstr>Фаза разработки проекта</vt:lpstr>
      <vt:lpstr>Сбор и анализ требований </vt:lpstr>
      <vt:lpstr>Классификация требований по Вигерсу</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 Анализ требований  </vt:lpstr>
      <vt:lpstr>Проектирование</vt:lpstr>
      <vt:lpstr>Архитектура ПО</vt:lpstr>
      <vt:lpstr> Критерии хорошей архитектуры </vt:lpstr>
      <vt:lpstr>Кодирование  ПО</vt:lpstr>
      <vt:lpstr>Тестирование и  отладка ПО</vt:lpstr>
      <vt:lpstr>Оптимальная стратегия проектирования тестов базируется на принципах</vt:lpstr>
      <vt:lpstr>Виды тестирования</vt:lpstr>
      <vt:lpstr>ФАЗА ВНЕДРЕНИЕ ПО</vt:lpstr>
      <vt:lpstr>ФАЗА СОПРОВОЖДЕНИЕ ПРОГРАММНОГО СРЕДСТВА  </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NAME OF PRESENTATION</dc:title>
  <dc:creator>Microsoft Office User</dc:creator>
  <cp:lastModifiedBy>User</cp:lastModifiedBy>
  <cp:revision>29</cp:revision>
  <dcterms:created xsi:type="dcterms:W3CDTF">2023-01-23T08:17:57Z</dcterms:created>
  <dcterms:modified xsi:type="dcterms:W3CDTF">2026-04-25T06:45:13Z</dcterms:modified>
</cp:coreProperties>
</file>